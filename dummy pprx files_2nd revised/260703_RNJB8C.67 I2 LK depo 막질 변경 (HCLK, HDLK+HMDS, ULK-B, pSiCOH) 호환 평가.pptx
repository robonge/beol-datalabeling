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Line Rs cumulative distribution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40.87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ULK-B median 39.93 (-2.3%)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HDLK+HMDS median 41.59 (+1.7%)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 median 40.50 (-0.9%)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46522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 median 39.89 (-2.4%)</a:t>
            </a:r>
            <a:endParaRPr lang="en-US" sz="1275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272399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 median 38.74 (-5.2%)</a:t>
            </a:r>
            <a:endParaRPr lang="en-US" sz="1275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2983687"/>
            <a:ext cx="4136746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ULK-B·HCLK upper tail → open성 fail 과 일치</a:t>
            </a:r>
            <a:endParaRPr lang="en-US" sz="1275" dirty="0"/>
          </a:p>
        </p:txBody>
      </p:sp>
      <p:pic>
        <p:nvPicPr>
          <p:cNvPr id="10" name="Image 0" descr="gen-dedup-c894957e88e068cd3c19c04f348e0210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795b462a605c40d86d18e0d284747c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8749" y="990295"/>
            <a:ext cx="819302" cy="952805"/>
          </a:xfrm>
          <a:prstGeom prst="rect">
            <a:avLst/>
          </a:prstGeom>
        </p:spPr>
      </p:pic>
      <p:pic>
        <p:nvPicPr>
          <p:cNvPr id="3" name="Image 1" descr="gen-dedup-9f39037f10430a1f15273409f8450b5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946" y="990295"/>
            <a:ext cx="1067105" cy="9528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RNJB8C.67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048756" y="1981505"/>
            <a:ext cx="55723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low-k plasma damaged layer TEM / Barrier/Cu 계면 HR-TEM</a:t>
            </a:r>
            <a:endParaRPr lang="en-US" sz="8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48756" y="2266798"/>
          <a:ext cx="5572354" cy="3363163"/>
        </p:xfrm>
        <a:graphic>
          <a:graphicData uri="http://schemas.openxmlformats.org/drawingml/2006/table">
            <a:tbl>
              <a:tblPr/>
              <a:tblGrid>
                <a:gridCol w="667512"/>
                <a:gridCol w="667512"/>
                <a:gridCol w="705917"/>
                <a:gridCol w="705917"/>
                <a:gridCol w="705917"/>
                <a:gridCol w="705917"/>
                <a:gridCol w="705917"/>
                <a:gridCol w="706831"/>
              </a:tblGrid>
              <a:tr h="33631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(RNJB8C_15)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RNJB8C_11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RNJB8C_1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RNJB8C_18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RNJB8C_20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RNJB8C_23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LK depo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HDLK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ULK-B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HDLK+HMDS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HCLK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pSiCOH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pSiCOH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22.38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22.57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10.3/10.9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10.0/10.6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10.4/10.9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10.7/11.4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63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10.0/10.1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9.7/9.6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9.9/9.8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10.0/10.1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10.2/9.9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631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631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631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3631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71500" y="990295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8" name="Text 3"/>
          <p:cNvSpPr txBox="1"/>
          <p:nvPr/>
        </p:nvSpPr>
        <p:spPr>
          <a:xfrm>
            <a:off x="800100" y="990295"/>
            <a:ext cx="54489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I2 LK depo 막질 변경 (HCLK, HDLK+HMDS, ULK-B, pSiCOH) 호환 평가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179576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800100" y="1179576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407262"/>
            <a:ext cx="52486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(LK depo split, POR 대비)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596542"/>
            <a:ext cx="558698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ULK-B (RNJB8C_11):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Δ+0.18, ACI 10.3/10.9 · AEI 9.3로 POR과 근접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1785823"/>
            <a:ext cx="582747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HDLK+HMDS (RNJB8C_1):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Δ-0.08, ACI 10.0/10.6 · AEI 8.9로 POR과 근접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1975104"/>
            <a:ext cx="550743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 (RNJB8C_18):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Δ+0.19, ACI 10.1/10.6 · AEI 9.0로 POR과 근접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2164385"/>
            <a:ext cx="56674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 (RNJB8C_20):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Δ+0.34, ACI 10.4/10.9 · AEI 9.1로 POR과 근접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2353666"/>
            <a:ext cx="52486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 (RNJB8C_23):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Δ+0.61로 변동 최대, ACI 10.7/11.4 (POR 10.1/10.6) 소폭 상향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2770632"/>
            <a:ext cx="52486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2959913"/>
            <a:ext cx="52486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ULK-B: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96/99%로 POR 동등,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53%(-47%p)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CD는 POR 수준이므로 LK 막질 변경에 따른 fill/계면 불량 의심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3338474"/>
            <a:ext cx="56189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HDLK+HMDS: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95/97%로 POR 동등,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96%(-4%p)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유의차 없음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3527755"/>
            <a:ext cx="52486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HCLK: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24%(-73%p)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Short 78%(-22%p), VCHN 98/97%로 POR 동등 → CD는 POR 수준이므로 LK 막질 변경에 따른 fill/계면 불량 의심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3906317"/>
            <a:ext cx="52486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94/98%로 POR 동등, VCHN 97/98%로 POR 동등 → 전 item POR 동등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4284878"/>
            <a:ext cx="52486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pSiCOH: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95%(-5%p)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98/98%로 POR 동등 → 전 item POR 동등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71500" y="4701845"/>
            <a:ext cx="52486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71500" y="4891126"/>
            <a:ext cx="52486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HDLK+HMDS·pSiCOH·pSiCOH 는 POR 대비 전 항목 동등 → 후보 조건, ULK-B·HCLK 는 Open 열화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571500" y="5269687"/>
            <a:ext cx="52486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HCLK Open fail die 단면 분석 필요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/ Short yield 비교</a:t>
            </a:r>
            <a:endParaRPr lang="en-US" sz="2100" dirty="0"/>
          </a:p>
        </p:txBody>
      </p:sp>
      <p:pic>
        <p:nvPicPr>
          <p:cNvPr id="3" name="Image 0" descr="gen-dedup-395a86014c80c3deeb918a100d48cf38.png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571500" y="1067105"/>
            <a:ext cx="7810805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67598" y="14292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8973007" y="1429207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667598" y="182148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최저: HCLK CMBSRP O 24%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667598" y="208026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99%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667598" y="233903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ULK-B 평균 87%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667598" y="259872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HDLK+HMDS 평균 96%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8667598" y="285750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HCLK 평균 74%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8667598" y="311719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 평균 97%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8667598" y="337596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pSiCOH 평균 97%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2026-10-05T09:40:33Z</dcterms:created>
  <dcterms:modified xsi:type="dcterms:W3CDTF">2026-10-05T09:40:33Z</dcterms:modified>
</cp:coreProperties>
</file>