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8a5162276cbe4189963398a26405e8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695" y="990295"/>
            <a:ext cx="1714500" cy="866851"/>
          </a:xfrm>
          <a:prstGeom prst="rect">
            <a:avLst/>
          </a:prstGeom>
        </p:spPr>
      </p:pic>
      <p:pic>
        <p:nvPicPr>
          <p:cNvPr id="3" name="Image 1" descr="gen-dedup-98d55712da0c81390d2a63475f03e904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5695" y="1914754"/>
            <a:ext cx="1714500" cy="79095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SF2 KVFG RQJJ7B.62 ET results</a:t>
            </a:r>
            <a:endParaRPr lang="en-US" sz="2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53305" y="990295"/>
          <a:ext cx="4772254" cy="4705502"/>
        </p:xfrm>
        <a:graphic>
          <a:graphicData uri="http://schemas.openxmlformats.org/drawingml/2006/table">
            <a:tbl>
              <a:tblPr/>
              <a:tblGrid>
                <a:gridCol w="666598"/>
                <a:gridCol w="666598"/>
                <a:gridCol w="1714500"/>
                <a:gridCol w="1714500"/>
              </a:tblGrid>
              <a:tr h="313700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(RDPU8C_4)</a:t>
                      </a:r>
                      <a:endParaRPr lang="en-US" sz="1200" dirty="0"/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RQJJ7B_24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370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BM scheme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TaN conformal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Bottomless TaN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1370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Trench etch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POR(-T3)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POR(-T3)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1370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AASI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23.53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23.59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1370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AMI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1370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AEI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1370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AHI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1370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ASI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9.4/9.5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9.5/9.4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13700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1370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92%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13700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1370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1370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MinA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91%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</a:tr>
              <a:tr h="31370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</a:tr>
              <a:tr h="31370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Via Rc (Ω)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32.4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9905695" y="2762402"/>
            <a:ext cx="1714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Cu/liner/barrier TEM-EDS / area-selective TiN / dielectric EDS mapping</a:t>
            </a:r>
            <a:endParaRPr lang="en-US" sz="800" dirty="0"/>
          </a:p>
        </p:txBody>
      </p:sp>
      <p:sp>
        <p:nvSpPr>
          <p:cNvPr id="7" name="Text 2"/>
          <p:cNvSpPr txBox="1"/>
          <p:nvPr/>
        </p:nvSpPr>
        <p:spPr>
          <a:xfrm>
            <a:off x="571500" y="990295"/>
            <a:ext cx="16276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819302" y="990295"/>
            <a:ext cx="394380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F4 via barrier Bottomless TaN 적용 Rc 개선 평가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571500" y="1423721"/>
            <a:ext cx="1627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819302" y="1423721"/>
            <a:ext cx="82021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571500" y="1677924"/>
            <a:ext cx="466892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Profile (BM scheme / Trench etch split, POR 대비)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571500" y="1894637"/>
            <a:ext cx="4191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Bottomless TaN (RQJJ7B_24):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Δ+0.06, AMI 10.3 · AEI 8.2로 POR과 근접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571500" y="2365553"/>
            <a:ext cx="4191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Yield (CMBSRP / VCHN Open·Short)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571500" y="2581351"/>
            <a:ext cx="4191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Bottomless TaN: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Rc 32.4Ω(-35%)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CMBSRP Short 92%(-5%p)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VCHN 98/99%로 POR 동등 → 유의차 없음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571500" y="3052267"/>
            <a:ext cx="4191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571500" y="3268980"/>
            <a:ext cx="452170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Bottomless TaN 는 POR 대비 전 항목 동등 → 후보 조건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571500" y="3485693"/>
            <a:ext cx="4191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- 3 lot 재현성 확인 후 적용 검토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571500" y="3701491"/>
            <a:ext cx="48774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- 45~50 cycle selectivity window 재확인 split 진행 예정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LogicTD 권유진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2026-10-05T10:09:36Z</dcterms:created>
  <dcterms:modified xsi:type="dcterms:W3CDTF">2026-10-05T10:09:36Z</dcterms:modified>
</cp:coreProperties>
</file>