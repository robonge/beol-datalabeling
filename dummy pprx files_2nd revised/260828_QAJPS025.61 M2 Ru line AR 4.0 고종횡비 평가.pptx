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Ru ACI CD wafer map</a:t>
            </a:r>
            <a:endParaRPr lang="en-US" sz="2100" dirty="0"/>
          </a:p>
        </p:txBody>
      </p:sp>
      <p:pic>
        <p:nvPicPr>
          <p:cNvPr id="3" name="Image 0" descr="gen-dedup-e57437360a43a6ed5ccf49ab6bd2644c.png">    </p:cNvPr>
          <p:cNvPicPr>
            <a:picLocks noChangeAspect="1"/>
          </p:cNvPicPr>
          <p:nvPr/>
        </p:nvPicPr>
        <p:blipFill>
          <a:blip r:embed="rId1"/>
          <a:srcRect l="-6" r="-6" t="0" b="0"/>
          <a:stretch/>
        </p:blipFill>
        <p:spPr>
          <a:xfrm>
            <a:off x="571500" y="1067105"/>
            <a:ext cx="3581705" cy="4095598"/>
          </a:xfrm>
          <a:prstGeom prst="rect">
            <a:avLst/>
          </a:prstGeom>
        </p:spPr>
      </p:pic>
      <p:pic>
        <p:nvPicPr>
          <p:cNvPr id="4" name="Image 1" descr="gen-dedup-2e6ee7da51d5fd511c38199616912c5f.png">    </p:cNvPr>
          <p:cNvPicPr>
            <a:picLocks noChangeAspect="1"/>
          </p:cNvPicPr>
          <p:nvPr/>
        </p:nvPicPr>
        <p:blipFill>
          <a:blip r:embed="rId2"/>
          <a:srcRect l="-6" r="-6" t="0" b="0"/>
          <a:stretch/>
        </p:blipFill>
        <p:spPr>
          <a:xfrm>
            <a:off x="4304995" y="1067105"/>
            <a:ext cx="3581705" cy="4095598"/>
          </a:xfrm>
          <a:prstGeom prst="rect">
            <a:avLst/>
          </a:prstGeom>
        </p:spPr>
      </p:pic>
      <p:pic>
        <p:nvPicPr>
          <p:cNvPr id="5" name="Image 2" descr="gen-dedup-3d776bac3d0bda06f87d01d49ce4bdc4.png">    </p:cNvPr>
          <p:cNvPicPr>
            <a:picLocks noChangeAspect="1"/>
          </p:cNvPicPr>
          <p:nvPr/>
        </p:nvPicPr>
        <p:blipFill>
          <a:blip r:embed="rId3"/>
          <a:srcRect l="-6" r="-6" t="0" b="0"/>
          <a:stretch/>
        </p:blipFill>
        <p:spPr>
          <a:xfrm>
            <a:off x="8039405" y="1067105"/>
            <a:ext cx="3581705" cy="4095598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71500" y="5352898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Segmented E-C: Ru ACI 9.6 (POR 9.8), edge 편차 POR 수준</a:t>
            </a:r>
            <a:endParaRPr lang="en-US" sz="1275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5612587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4.0/Airgap+cap opt/Segmented E-C: Ru ACI 10.1 (POR 9.8), edge 편차 POR 수준</a:t>
            </a:r>
            <a:endParaRPr lang="en-US" sz="1275" dirty="0"/>
          </a:p>
        </p:txBody>
      </p:sp>
      <p:sp>
        <p:nvSpPr>
          <p:cNvPr id="8" name="Text 3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주나연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b95e970b09f7f81cbf8caae9869827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3795" y="4686300"/>
            <a:ext cx="2229307" cy="1476756"/>
          </a:xfrm>
          <a:prstGeom prst="rect">
            <a:avLst/>
          </a:prstGeom>
        </p:spPr>
      </p:pic>
      <p:pic>
        <p:nvPicPr>
          <p:cNvPr id="3" name="Image 1" descr="gen-dedup-b8e52e38faf2296279e7245a21f985f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056" y="4686300"/>
            <a:ext cx="1114654" cy="1476756"/>
          </a:xfrm>
          <a:prstGeom prst="rect">
            <a:avLst/>
          </a:prstGeom>
        </p:spPr>
      </p:pic>
      <p:pic>
        <p:nvPicPr>
          <p:cNvPr id="4" name="Image 2" descr="gen-dedup-8e4f38c7ada22368521b268f10c16f1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605" y="4686300"/>
            <a:ext cx="1971446" cy="1476756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KVIP QAJPS025.61 ET results</a:t>
            </a:r>
            <a:endParaRPr lang="en-US" sz="2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43854" y="990295"/>
          <a:ext cx="5486400" cy="3572561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380744"/>
                <a:gridCol w="1380744"/>
                <a:gridCol w="1380744"/>
              </a:tblGrid>
              <a:tr h="297713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(RXJP8_5)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QAJPS_20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QAJPS_23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71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Line AR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 2.0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 2.0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 4.0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9771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Airgap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Low-k fill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Low-k fill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Airgap+cap opt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9771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 etch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O2/Cl2 RIE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Segmented E-C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Segmented E-C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9771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22.68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22.48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23.33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9771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9.7/9.7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9.4/9.7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10.2/9.8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71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SiN 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71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 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771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97713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97713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9771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 Rc (Ω)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52.5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53.8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54.6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7" name="Text 1"/>
          <p:cNvSpPr txBox="1"/>
          <p:nvPr/>
        </p:nvSpPr>
        <p:spPr>
          <a:xfrm>
            <a:off x="6143854" y="6200546"/>
            <a:ext cx="5477256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 Ru line TEM, AR 3~6 (imec) / Ru line TEM (AR≈3) / Ru HAR line TEM</a:t>
            </a:r>
            <a:endParaRPr lang="en-US" sz="825" dirty="0"/>
          </a:p>
        </p:txBody>
      </p:sp>
      <p:sp>
        <p:nvSpPr>
          <p:cNvPr id="8" name="Text 2"/>
          <p:cNvSpPr txBox="1"/>
          <p:nvPr/>
        </p:nvSpPr>
        <p:spPr>
          <a:xfrm>
            <a:off x="571500" y="990295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9" name="Text 3"/>
          <p:cNvSpPr txBox="1"/>
          <p:nvPr/>
        </p:nvSpPr>
        <p:spPr>
          <a:xfrm>
            <a:off x="819302" y="990295"/>
            <a:ext cx="338968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M2 Ru line AR 4.0 고종횡비 평가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571500" y="1207008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819302" y="1207008"/>
            <a:ext cx="82021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571500" y="1461211"/>
            <a:ext cx="534375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(Line AR / Airgap split, POR 대비)</a:t>
            </a:r>
            <a:endParaRPr lang="en-US" sz="1200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1677924"/>
            <a:ext cx="53437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Segmented E-C (QAJPS_20):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Δ-0.20, ACI 9.4/9.7 · SiN ACI 8.7로 POR과 근접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571500" y="2110435"/>
            <a:ext cx="53437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4.0/Airgap+cap opt/Segmented E-C (QAJPS_23):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Δ+0.65로 변동 최대, ACI 10.2/9.8 (POR 9.7/9.7) 소폭 상향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571500" y="2581351"/>
            <a:ext cx="534375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VCHN)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571500" y="2798064"/>
            <a:ext cx="53437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Segmented E-C: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 Rc 53.8Ω(+2%), CMBSRP 97%로 POR 동등, VCHN 98/98%로 POR 동등 → 유의차 없음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571500" y="3230575"/>
            <a:ext cx="53437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4.0/Airgap+cap opt/Segmented E-C: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 Rc 54.6Ω(+4%), CMBSRP 97%로 POR 동등, VCHN 98/97%로 POR 동등 → 유의차 없음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571500" y="3701491"/>
            <a:ext cx="534375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571500" y="3918204"/>
            <a:ext cx="53437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Segmented E-C 는 POR 대비 전 항목 동등 → 후보 조건, AR 4.0/Airgap+cap opt/Segmented E-C 는 Short 열화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71500" y="4350715"/>
            <a:ext cx="602955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AR 4.0/Airgap+cap opt/Segmented E-C CD targeting 후 short 재확인 필요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71500" y="4567428"/>
            <a:ext cx="534375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SiN HM 산화(팽창) 여부 EELS 확인 필요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" y="4783226"/>
            <a:ext cx="534375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airgap cap pinch-off 여부 X-SEM 확인 예정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주나연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Rc cumulative distribution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52.5Ω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Segmented E-C median 53.8Ω (+2.4%)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1946758"/>
            <a:ext cx="3620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 4.0/Airgap+cap opt/Segmented E-C median 54.6Ω (+4.0%)</a:t>
            </a:r>
            <a:endParaRPr lang="en-US" sz="1275" dirty="0"/>
          </a:p>
        </p:txBody>
      </p:sp>
      <p:pic>
        <p:nvPicPr>
          <p:cNvPr id="6" name="Image 0" descr="gen-dedup-3473b5c39f95cdc2af1174fc47e24ed2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4381805" y="1067105"/>
            <a:ext cx="7239305" cy="49533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주나연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2026-10-05T12:21:09Z</dcterms:created>
  <dcterms:modified xsi:type="dcterms:W3CDTF">2026-10-05T12:21:09Z</dcterms:modified>
</cp:coreProperties>
</file>