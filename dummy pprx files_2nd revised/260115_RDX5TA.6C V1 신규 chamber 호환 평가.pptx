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ac04ac94ec7b2c9a7b1338f0ea18b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990295"/>
            <a:ext cx="1714500" cy="1524305"/>
          </a:xfrm>
          <a:prstGeom prst="rect">
            <a:avLst/>
          </a:prstGeom>
        </p:spPr>
      </p:pic>
      <p:pic>
        <p:nvPicPr>
          <p:cNvPr id="3" name="Image 1" descr="gen-dedup-54d1c10c2e0a0373af656243d72609f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2572207"/>
            <a:ext cx="1714500" cy="16194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RDX5TA.6C ET results</a:t>
            </a:r>
            <a:endParaRPr lang="en-US" sz="2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305" y="990295"/>
          <a:ext cx="4772254" cy="3057754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857707"/>
                <a:gridCol w="857707"/>
                <a:gridCol w="857707"/>
                <a:gridCol w="857707"/>
              </a:tblGrid>
              <a:tr h="3397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(RDX5TA_21)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RDX5TA_25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RDX5TA_12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RDX5TA_19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97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10.4/10.4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97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97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9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97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9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97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9905695" y="42483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BEOL metal stack X-SEM</a:t>
            </a:r>
            <a:endParaRPr lang="en-US" sz="8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2992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신규 chamber 호환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61211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profile (POR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77924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(RDX5TA_25):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Δ+0.02/-0.03, AMI 10.2 · AHI 9.0/9.2로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110435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(RDX5TA_12):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Δ+1.02/+0.90로 변동 최대, AMI 11.3 · AHI 9.6/10.0로 전 구간 +0.6~1.1 확대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43861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(RDX5TA_19):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Δ+0.35/+0.24, AMI 10.7 (POR 10.1) 소폭 상향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3014777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230575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92/94%로 POR 동등, VCHN 98/98%로 POR 동등 → 전 item POR 동등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664001"/>
            <a:ext cx="41916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92/93%로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26%(-74%p)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space 감소 또는 residue성 short 추정, 단면 확인 필요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4312310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93/94%로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57%(-43%p)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4783226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4999939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 는 POR 대비 전 항목 동등 → 후보 조건, Split B·Split C 는 Open/Short 열화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432450"/>
            <a:ext cx="47411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 CD targeting 후 short 재확인 필요 (TEM/EDX)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5649163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현하은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15.20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15.89 (+4.5%)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15.16 (-0.3%)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16.12 (+6.1%)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84505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upper tail → open성 fail 과 일치</a:t>
            </a:r>
            <a:endParaRPr lang="en-US" sz="1275" dirty="0"/>
          </a:p>
        </p:txBody>
      </p:sp>
      <p:pic>
        <p:nvPicPr>
          <p:cNvPr id="8" name="Image 0" descr="gen-dedup-9a68f4d64f11841bf634ec072676a26b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현하은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2026-10-05T09:57:23Z</dcterms:created>
  <dcterms:modified xsi:type="dcterms:W3CDTF">2026-10-05T09:57:23Z</dcterms:modified>
</cp:coreProperties>
</file>