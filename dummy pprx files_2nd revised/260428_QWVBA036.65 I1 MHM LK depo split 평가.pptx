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6353251" cy="2952598"/>
          </a:xfrm>
          <a:prstGeom prst="rect">
            <a:avLst/>
          </a:prstGeom>
        </p:spPr>
      </p:pic>
      <p:pic>
        <p:nvPicPr>
          <p:cNvPr id="3" name="Image 1" descr="gen-dedup-6b918966ec67b46c57ae4364352076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6" y="1067105"/>
            <a:ext cx="4496105" cy="2952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failure analysis (X-SEM / TEM)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4058107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TiN MHM trench etch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4384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line 간 Cu/TaN residue bridge 관찰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6981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shoulder erosion 및 MHM 소실 흔적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95696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CD 확장으로 space 감소 확인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71500" y="521573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QWVBA036_22 (TiN 22/pSiCOH)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구혜린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2310237d97a5a311537b6b0be0f89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405" y="990295"/>
            <a:ext cx="2048256" cy="952805"/>
          </a:xfrm>
          <a:prstGeom prst="rect">
            <a:avLst/>
          </a:prstGeom>
        </p:spPr>
      </p:pic>
      <p:pic>
        <p:nvPicPr>
          <p:cNvPr id="3" name="Image 1" descr="gen-dedup-c8f74882bbec0c55e2c29527dded0ce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56" y="990295"/>
            <a:ext cx="1447495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QWVBA036.65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258154" y="1981505"/>
            <a:ext cx="53629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TiN MHM trench etch X-SEM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8154" y="2266798"/>
          <a:ext cx="5382158" cy="3363163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009498"/>
                <a:gridCol w="1009498"/>
                <a:gridCol w="1009498"/>
                <a:gridCol w="1009498"/>
              </a:tblGrid>
              <a:tr h="33631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(QWVBA036_17)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QWVBA036_22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QWVBA036_13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QWVBA036_11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TiN/SiN dual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LK depo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8.0/7.9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7.8/7.6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63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6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312907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MHM / LK depo split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61211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(MHM / LK depo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77924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22/pSiCOH (QWVBA036_22):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Δ+1.21로 변동 최대, ACI A측만 10.8으로 POR 대비 +1.1 확대 (B측 10.1 동등)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110435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(QWVBA036_13):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Δ+0.56, ACI 10.1/10.3 (POR 9.7/9.8) 소폭 상향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43861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dual/HCLK (QWVBA036_11):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Δ-0.33, ACI 9.2/9.3 (POR 9.7/9.8) 소폭 하향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3014777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230575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22/pSiCOH: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55%(-42%p)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97%로 POR 동등 → MHM 고갈 → shoulder erosion 으로 top CD 확장, short 추정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664001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Short 84%(-13%p),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51%(-48%p)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bottom low-k PID(C-H 결합 손실)로 k 상승 및 leakage성 short 추정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4096512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dual/HCLK: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98/96%로 POR 동등, VCHN 96%로 POR 동등 → 유의차 없음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4567428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4783226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TiN/SiN dual/HCLK 는 POR 대비 전 항목 동등 → 후보 조건, TiN 22/pSiCOH·pSiCOH 는 Short 열화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216652"/>
            <a:ext cx="58018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pSiCOH는 CMBSRP와 VCHN에서 같은 mode로 재현되어 split 기인으로 판단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5432450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TiN 22/pSiCOH CD targeting 후 short 재확인 필요 (TEM/EDX)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5649163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chamfer 무너짐 / top pinch-off void 여부 TEM 확인 예정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5865876"/>
            <a:ext cx="54580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TiN/SiN dual HM 잔막 두께 inline 확인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구혜린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die yield by split</a:t>
            </a:r>
            <a:endParaRPr lang="en-US" sz="2100" dirty="0"/>
          </a:p>
        </p:txBody>
      </p:sp>
      <p:pic>
        <p:nvPicPr>
          <p:cNvPr id="3" name="Image 0" descr="gen-dedup-d63f080d8f49167e9532340c166b8ef9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99%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22/pSiCOH median 97%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median 49%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dual/HCLK median 97%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구혜린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2026-10-05T09:56:07Z</dcterms:created>
  <dcterms:modified xsi:type="dcterms:W3CDTF">2026-10-05T09:56:07Z</dcterms:modified>
</cp:coreProperties>
</file>