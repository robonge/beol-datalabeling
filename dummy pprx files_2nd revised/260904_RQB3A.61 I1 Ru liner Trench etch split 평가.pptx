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0e3caea2a544f96bb98e38ea31441d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0" y="3829507"/>
            <a:ext cx="5790895" cy="16578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KVED RQB3A.61 ET results</a:t>
            </a:r>
            <a:endParaRPr lang="en-US" sz="2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29300" y="990295"/>
          <a:ext cx="5800954" cy="3134563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743407"/>
                <a:gridCol w="743407"/>
                <a:gridCol w="743407"/>
                <a:gridCol w="743407"/>
                <a:gridCol w="743407"/>
                <a:gridCol w="743407"/>
              </a:tblGrid>
              <a:tr h="348285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(QGJEQ029_13)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RQB3A_5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RQB3A_21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RQB3A_12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RQB3A_8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RQB3A_25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28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liner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O2-ALD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Wet+O2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Wet+O2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 H2/O2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Wet+O2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2-step H2/O2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828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High-bias 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High-bias 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T3+tilt trim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828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8.9/8.8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9.1/9.3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9.0/9.1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828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8285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8285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82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48285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37.6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829300" y="5524805"/>
            <a:ext cx="57918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금속/Ru 계면 산화막 TEM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990295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800100" y="990295"/>
            <a:ext cx="320863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I1 Ru liner / Trench etch split 평가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179576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800100" y="1179576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1407262"/>
            <a:ext cx="50292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liner / Trench etch split, POR 대비)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71500" y="1596542"/>
            <a:ext cx="50292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Wet+O2/T12 (RQB3A_5):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AMI/AHI Δ-0.46/-0.48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1785823"/>
            <a:ext cx="5029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Wet+O2/T4 (RQB3A_21):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AMI/AHI Δ+1.53/+0.95로 변동 최대, AMI A측만 10.4으로 POR 대비 +1.5 확대 (B측 9.1 동등)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2164385"/>
            <a:ext cx="50292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H2/O2/High-bias ME (RQB3A_12):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AMI/AHI Δ+0.26/+0.48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2353666"/>
            <a:ext cx="50292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Wet+O2/High-bias ME (RQB3A_8):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AMI/AHI Δ+0.25/+0.02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71500" y="2542946"/>
            <a:ext cx="50292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H2/O2/T3+tilt trim (RQB3A_25):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AMI/AHI Δ+0.15/+0.01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2770632"/>
            <a:ext cx="50292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2959913"/>
            <a:ext cx="5029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Wet+O2/T12: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37.1Ω(+17%), CMBSRP 96/99%로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69%(-31%p)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CD 축소로 line 단면적 감소, open 열화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3338474"/>
            <a:ext cx="5029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Wet+O2/T4: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30.9Ω(-2%),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36%(-64%p)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99%로 POR 동등 → CD 확대로 space 감소, bridge성 short 지배적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3717036"/>
            <a:ext cx="5029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H2/O2/High-bias ME: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30.4Ω(-4%), CMBSRP 97/99%로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68%(-32%p)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line보다 via 연결부 열화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71500" y="4095598"/>
            <a:ext cx="502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Wet+O2/High-bias ME: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37.6Ω(+19%), CMBSRP 97/98%로 POR 동등,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32%(-68%p)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trench bottom corner micro-trenching → via 연결부 open 추정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4663440"/>
            <a:ext cx="50292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2-step H2/O2/T3+tilt trim: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27.7Ω(-12%), CMBSRP 98/97%로 POR 동등, VCHN 98%로 POR 동등 → 전 item POR 동등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71500" y="5080406"/>
            <a:ext cx="50292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571500" y="5269687"/>
            <a:ext cx="502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- 2-step H2/O2/T3+tilt trim 는 POR 대비 전 항목 동등 → 후보 조건, Wet+O2/T12·Wet+O2/T4·2-step H2/O2/High-bias ME·Wet+O2/High-bias ME 는 Open/Short 열화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571500" y="5837530"/>
            <a:ext cx="533186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Wet+O2/T4는 CMBSRP와 VCHN에서 같은 mode로 재현되어 split 기인으로 판단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571500" y="6026810"/>
            <a:ext cx="50292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Wet+O2/T4 CD targeting 후 short 재확인 필요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 TD 남지민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2026-10-05T10:09:26Z</dcterms:created>
  <dcterms:modified xsi:type="dcterms:W3CDTF">2026-10-05T10:09:26Z</dcterms:modified>
</cp:coreProperties>
</file>