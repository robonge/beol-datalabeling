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Line Rs cumulative distribution</a:t>
            </a:r>
            <a:endParaRPr lang="en-US" sz="1950" dirty="0"/>
          </a:p>
        </p:txBody>
      </p:sp>
      <p:pic>
        <p:nvPicPr>
          <p:cNvPr id="3" name="Image 0" descr="gen-dedup-e20ebac818cf3f6629c8ac0dfce67f1b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54.03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median 52.85 (-2.2%)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median 50.63 (-6.3%)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선미정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ASEI CD wafer map</a:t>
            </a:r>
            <a:endParaRPr lang="en-US" sz="2100" dirty="0"/>
          </a:p>
        </p:txBody>
      </p:sp>
      <p:pic>
        <p:nvPicPr>
          <p:cNvPr id="3" name="Image 0" descr="gen-dedup-6883460ce9897c36c102dba579030552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571500" y="1067105"/>
            <a:ext cx="3581705" cy="4095598"/>
          </a:xfrm>
          <a:prstGeom prst="rect">
            <a:avLst/>
          </a:prstGeom>
        </p:spPr>
      </p:pic>
      <p:pic>
        <p:nvPicPr>
          <p:cNvPr id="4" name="Image 1" descr="gen-dedup-dd404abd1200a6682077362705153802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304995" y="1067105"/>
            <a:ext cx="3581705" cy="4095598"/>
          </a:xfrm>
          <a:prstGeom prst="rect">
            <a:avLst/>
          </a:prstGeom>
        </p:spPr>
      </p:pic>
      <p:pic>
        <p:nvPicPr>
          <p:cNvPr id="5" name="Image 2" descr="gen-dedup-f802ec85bb0eda3a259b13695c50db16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8039405" y="1067105"/>
            <a:ext cx="3581705" cy="40955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trim: ASEI 8.1 (POR 7.9), edge 편차 POR 수준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56125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T7: ASEI 8.4 (POR 7.9), edge 편차 POR 수준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선미정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 ET fail die summary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5343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333195"/>
                <a:gridCol w="1333195"/>
                <a:gridCol w="1333195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(QEQMN045_6)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QEQMN045_13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QEQMN045_12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선미정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6f95487a842dca020a6cd0168bff3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848002" cy="857707"/>
          </a:xfrm>
          <a:prstGeom prst="rect">
            <a:avLst/>
          </a:prstGeom>
        </p:spPr>
      </p:pic>
      <p:pic>
        <p:nvPicPr>
          <p:cNvPr id="3" name="Image 1" descr="gen-dedup-7a5c354a7bf624cbd2d9723c9b39ca8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6202" y="952805"/>
            <a:ext cx="1304849" cy="85770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QEQMN045.65 ET results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2009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095805"/>
                <a:gridCol w="2095805"/>
                <a:gridCol w="2095805"/>
              </a:tblGrid>
              <a:tr h="244551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(QEQMN045_6)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QEQMN045_13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QEQMN045_12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T3+tilt trim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23.38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8.0/8.4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4455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244551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8382305" y="1848002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TiN MHM trench etch X-SEM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258007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3258007"/>
            <a:ext cx="47823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M2 trench etch recipe 변경 (T3+tilt trim, T7)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3473806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3473806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3728009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3944722"/>
            <a:ext cx="710123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(QEQMN045_13):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Δ+0.13/+0.12, AEI 8.2/8.5로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161434"/>
            <a:ext cx="7353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(QEQMN045_12):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Δ+0.67/+0.49로 변동 최대, AEI 8.4/8.5 (POR 8.0/8.4) 소폭 상향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415638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632350"/>
            <a:ext cx="66678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VCHN 93%로 POR 동등, VMA 89%(-5%p) → 전 item POR 동등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5064862"/>
            <a:ext cx="6667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VCHN 94%로 POR 동등 → 전 item POR 동등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524598" y="3295498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524598" y="3512210"/>
            <a:ext cx="461314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T3+tilt trim·T7 는 POR 대비 전 항목 동등 → 후보 조건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524598" y="3728009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 lot 재현성 확인 후 적용 검토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524598" y="3944722"/>
            <a:ext cx="45409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HMDS 처리 split 은 접촉각 80~88° 회복 여부 별도 확인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524598" y="4161434"/>
            <a:ext cx="4096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 faceting 여부 tilt SEM 확인 예정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선미정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by split</a:t>
            </a:r>
            <a:endParaRPr lang="en-US" sz="2100" dirty="0"/>
          </a:p>
        </p:txBody>
      </p:sp>
      <p:pic>
        <p:nvPicPr>
          <p:cNvPr id="3" name="Image 0" descr="gen-dedup-7d7862e7fc54a909c680f0eaf00a8673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T3+tilt trim VMA 89%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97%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T3+tilt trim 평균 94%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평균 95%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선미정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2026-10-05T09:56:54Z</dcterms:created>
  <dcterms:modified xsi:type="dcterms:W3CDTF">2026-10-05T09:56:54Z</dcterms:modified>
</cp:coreProperties>
</file>