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Via Rc cumulative distribution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9.65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120% median 9.80 (+1.6%)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median 10.51 (+9.0%)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upper tail → open성 fail 과 일치</a:t>
            </a:r>
            <a:endParaRPr lang="en-US" sz="1275" dirty="0"/>
          </a:p>
        </p:txBody>
      </p:sp>
      <p:pic>
        <p:nvPicPr>
          <p:cNvPr id="7" name="Image 0" descr="gen-dedup-72463aa194375fc7f6a14fce11df3f5e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019495606eb36eb4a23a5af71758b6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076249" cy="961949"/>
          </a:xfrm>
          <a:prstGeom prst="rect">
            <a:avLst/>
          </a:prstGeom>
        </p:spPr>
      </p:pic>
      <p:pic>
        <p:nvPicPr>
          <p:cNvPr id="3" name="Image 1" descr="gen-dedup-54c77d8aaa02a6a70eee77332a17bde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449" y="952805"/>
            <a:ext cx="2076602" cy="9619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KVKA RXD3I.62 ET results</a:t>
            </a:r>
            <a:endParaRPr lang="en-US" sz="2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19723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2095805"/>
                <a:gridCol w="2095805"/>
                <a:gridCol w="2095805"/>
              </a:tblGrid>
              <a:tr h="246545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(RXD3I_10)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RXD3I_11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RXD3I_15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54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OE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654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654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654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6545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6545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6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382305" y="1952244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 DD trench/via X-SEM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029407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3029407"/>
            <a:ext cx="43644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via etch over-etch 120%, 70% 조건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3245206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3245206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3499409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(Via OE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3716122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120% (RXD3I_11):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Δ+0.72로 변동 최대, ACI 10.7 (POR 9.9) 소폭 상향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3932834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(RXD3I_15):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Δ-0.35, ACI 9.6 (POR 9.9) 소폭 하향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187038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403750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120%: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98/95%로 POR 동등,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4619549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Open 65%(-35%p),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60%(-40%p)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via bottom 미개구 / 잔류막에 의한 open 추정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524598" y="3066898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524598" y="3283610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- 120% 는 POR 대비 전 항목 동등 → 후보 조건, 70% 는 Open 열화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524598" y="3716122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- 70%는 CMBSRP와 VCHN에서 같은 mode로 재현되어 split 기인으로 판단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24598" y="4148633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- 70% Open fail die 단면 분석 필요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2026-10-05T09:40:08Z</dcterms:created>
  <dcterms:modified xsi:type="dcterms:W3CDTF">2026-10-05T09:40:08Z</dcterms:modified>
</cp:coreProperties>
</file>