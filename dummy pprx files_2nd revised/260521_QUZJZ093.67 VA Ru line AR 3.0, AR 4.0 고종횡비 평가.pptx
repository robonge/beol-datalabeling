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a4c585c807d6fe4a9f0ee0fd7b4c89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305" y="952805"/>
            <a:ext cx="1676095" cy="1104595"/>
          </a:xfrm>
          <a:prstGeom prst="rect">
            <a:avLst/>
          </a:prstGeom>
        </p:spPr>
      </p:pic>
      <p:pic>
        <p:nvPicPr>
          <p:cNvPr id="3" name="Image 1" descr="gen-dedup-15d9a9c4b0fd6901aafeb958203299c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295" y="952805"/>
            <a:ext cx="1476756" cy="110459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KVED QUZJZ093.67 ET results</a:t>
            </a:r>
            <a:endParaRPr lang="en-US" sz="1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952805"/>
          <a:ext cx="7629754" cy="2886761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1257300"/>
                <a:gridCol w="1257300"/>
                <a:gridCol w="1257300"/>
                <a:gridCol w="1257300"/>
                <a:gridCol w="1257300"/>
              </a:tblGrid>
              <a:tr h="240563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(QNDDD033_25)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QUZJZ093_1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QUZJZ093_12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QUZJZ093_22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QUZJZ093_20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Line AR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 2.0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 3.0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 4.0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 3.0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 4.0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 etch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O2/Cl2 RIE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O2/Cl2 RIE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Long ME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Segmented E-C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Segmented E-C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22.74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23.00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23.79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22.56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23.11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ASEI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8.8/8.7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8.9/8.8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9.6/9.6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8.7/8.7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9.2/8.8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SiN ACI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7.9/7.4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8.1/7.3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9.1/7.6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7.9/7.2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8.1/7.6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 ACI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8.0/7.9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8.2/7.9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9.1/8.8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7.8/7.6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8.3/8.1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405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40563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89%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40563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 Rc (Ω)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67.2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68.2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74.4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66.9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67.4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8382305" y="2095805"/>
            <a:ext cx="3238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 Ru line TEM, AR 3~6 (imec) / Ru HAR line TEM</a:t>
            </a:r>
            <a:endParaRPr lang="en-US" sz="825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3943807"/>
            <a:ext cx="12435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780898" y="3943807"/>
            <a:ext cx="299283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VA Ru line AR 3.0, AR 4.0 고종횡비 평가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4098341"/>
            <a:ext cx="12435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780898" y="4098341"/>
            <a:ext cx="61539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571500" y="4283050"/>
            <a:ext cx="6667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(Line AR / Ru etch split, POR 대비)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571500" y="4438498"/>
            <a:ext cx="6667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3.0 (QUZJZ093_1):</a:t>
            </a:r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Δ+0.26/+0.39, ACI 8.9/8.8 · SiN ACI 8.1/7.3로 POR과 근접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4593031"/>
            <a:ext cx="66678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4.0/Long ME (QUZJZ093_12):</a:t>
            </a:r>
            <a:pPr algn="l" indent="0" marL="0">
              <a:lnSpc>
                <a:spcPct val="136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Δ+1.04/+0.80로 변동 최대, SiN ACI A측만 9.1으로 POR 대비 +1.2 확대 (B측 7.6 동등)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4903927"/>
            <a:ext cx="713689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3.0/Segmented E-C (QUZJZ093_22):</a:t>
            </a:r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Δ-0.18/-0.18, ACI 8.7/8.7 · SiN ACI 7.9/7.2로 POR과 근접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571500" y="5059375"/>
            <a:ext cx="6667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4.0/Segmented E-C (QUZJZ093_20):</a:t>
            </a:r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Δ+0.36/+0.29, ACI 9.2/8.8 (POR 8.8/8.7) 소폭 상향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5243170"/>
            <a:ext cx="6667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(Open·Short)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" y="5398618"/>
            <a:ext cx="6667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3.0:</a:t>
            </a:r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VA Rc 68.2Ω(+2%), CMBSRP 99%로 POR 동등, </a:t>
            </a:r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Short 96%(-4%p)</a:t>
            </a:r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전 item POR 동등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5554066"/>
            <a:ext cx="6667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4.0/Long ME:</a:t>
            </a:r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VA Rc 74.4Ω(+11%), CMBSRP 98%로 POR 동등, </a:t>
            </a:r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89%(-4%p)</a:t>
            </a:r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유의차 없음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571500" y="5709514"/>
            <a:ext cx="6667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3.0/Segmented E-C:</a:t>
            </a:r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VA Rc 66.9Ω(-0%), CMBSRP 97%로 POR 동등, VCHN 92/99%로 POR 동등 → 유의차 없음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571500" y="5864962"/>
            <a:ext cx="66678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4.0/Segmented E-C:</a:t>
            </a:r>
            <a:pPr algn="l" indent="0" marL="0">
              <a:lnSpc>
                <a:spcPct val="136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VA Rc 67.4Ω(+0%), CMBSRP 97%로 POR 동등, </a:t>
            </a:r>
            <a:pPr algn="l" indent="0" marL="0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Short 75%(-25%p)</a:t>
            </a:r>
            <a:pPr algn="l" indent="0" marL="0">
              <a:lnSpc>
                <a:spcPct val="136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고AR 식각 bottom 미분리 → bridge성 short 추정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7524598" y="3972154"/>
            <a:ext cx="40965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7524598" y="4127602"/>
            <a:ext cx="40965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AR 3.0·AR 4.0/Long ME·AR 3.0/Segmented E-C 는 POR 대비 전 항목 동등 → 후보 조건, AR 4.0/Segmented E-C 는 Short 열화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7524598" y="4438498"/>
            <a:ext cx="40965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AR 4.0/Segmented E-C는 CMBSRP와 VCHN에서 같은 mode로 재현되어 split 기인으로 판단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7524598" y="4748479"/>
            <a:ext cx="4626864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AR 4.0/Segmented E-C CD targeting 후 short 재확인 필요 (VA DC 기준)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설하은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die yield by split</a:t>
            </a:r>
            <a:endParaRPr lang="en-US" sz="2100" dirty="0"/>
          </a:p>
        </p:txBody>
      </p:sp>
      <p:pic>
        <p:nvPicPr>
          <p:cNvPr id="3" name="Image 0" descr="gen-dedup-1b1a4d5d97d231d39ed8b3b9fb9a540c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571500" y="1067105"/>
            <a:ext cx="7429500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82305" y="1429207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92%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382305" y="1687982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3.0 median 92%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382305" y="1946758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4.0/Long ME median 89%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382305" y="2206447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3.0/Segmented E-C median 91%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382305" y="2465222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4.0/Segmented E-C median 93%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설하은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 Line Rs cumulative distribution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5715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42.00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3.0 median 40.52 (-3.5%)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4.0/Long ME median 36.78 (-12.4%)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2206447"/>
            <a:ext cx="409834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3.0/Segmented E-C median 42.42 (+1.0%)</a:t>
            </a:r>
            <a:endParaRPr lang="en-US" sz="1275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2465222"/>
            <a:ext cx="409834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4.0/Segmented E-C median 40.26 (-4.1%)</a:t>
            </a:r>
            <a:endParaRPr lang="en-US" sz="1275" dirty="0"/>
          </a:p>
        </p:txBody>
      </p:sp>
      <p:pic>
        <p:nvPicPr>
          <p:cNvPr id="8" name="Image 0" descr="gen-dedup-a7e346a583809b010a1f2573df384a1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4381805" y="1067105"/>
            <a:ext cx="7239305" cy="49533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설하은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2026-10-05T12:18:20Z</dcterms:created>
  <dcterms:modified xsi:type="dcterms:W3CDTF">2026-10-05T12:18:20Z</dcterms:modified>
</cp:coreProperties>
</file>