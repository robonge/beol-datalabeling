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die yield by split</a:t>
            </a:r>
            <a:endParaRPr lang="en-US" sz="2100" dirty="0"/>
          </a:p>
        </p:txBody>
      </p:sp>
      <p:pic>
        <p:nvPicPr>
          <p:cNvPr id="3" name="Image 0" descr="gen-dedup-9a781bc6b3af03e418467010d2bf5a97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94%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 median 93%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T7/15% median 96%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T3/0% median 94%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76f8e66ce26fd577e5b33971ec2d3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571854" cy="733349"/>
          </a:xfrm>
          <a:prstGeom prst="rect">
            <a:avLst/>
          </a:prstGeom>
        </p:spPr>
      </p:pic>
      <p:pic>
        <p:nvPicPr>
          <p:cNvPr id="3" name="Image 1" descr="gen-dedup-cb904f5b723a7ead469a7b1e0292bef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054" y="952805"/>
            <a:ext cx="1580998" cy="7333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QRQMX093.64 ET results</a:t>
            </a:r>
            <a:endParaRPr lang="en-US" sz="2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4295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571854"/>
                <a:gridCol w="1571854"/>
                <a:gridCol w="1571854"/>
                <a:gridCol w="1571854"/>
              </a:tblGrid>
              <a:tr h="24295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(QKARK_12)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QRQMX_14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QRQMX_13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QRQMX_7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CMP OP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7.9/8.0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7.9/8.0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295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295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295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382305" y="1723644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 / Cu DD trench/via X-SEM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486607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3486607"/>
            <a:ext cx="371886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Trench etch / CMP OP split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3702406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3702406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3956609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CMP OP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4173322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 (QRQMX_14):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Δ+0.04, AEI 8.2 · ASI 7.9/8.0로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390034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T7/15% (QRQMX_13):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Δ+0.78로 변동 최대, AEI 8.7 (POR 8.1) 소폭 상향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605833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T3/0% (QRQMX_7):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Δ+0.44, AEI 8.5 (POR 8.1) 소폭 상향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860950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5076749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61%(-39%p)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93/99%로 POR 동등 → CMP 미연마 Cu/TaN residue 에 의한 line-to-line short 추정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5510174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T7/15%: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Open 80%(-19%p),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38%(-62%p)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77%(-23%p) → CD 확대로 space 감소, bridge성 short 지배적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942686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T3/0%: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Short 95%(-5%p),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63%(-37%p)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CMP 미연마 Cu/TaN residue 에 의한 line-to-line short 추정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524598" y="3524098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24598" y="3740810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fail mode는 split별로 구분됨 (15% Short / T7/15% Short / T3/0% VCHN)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4173322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T7/15%는 CMBSRP와 VCHN에서 같은 mode로 재현되어 split 기인으로 판단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524598" y="4605833"/>
            <a:ext cx="47594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T3/0% CD targeting 후 short 재확인 필요 (F4 DC 기준)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6486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85646"/>
                <a:gridCol w="1285646"/>
                <a:gridCol w="1285646"/>
                <a:gridCol w="1285646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(QKARK_12)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QRQMX_14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QRQMX_13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QRQMX_7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15%: Short fail die 집중 (CMBSRP)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351678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T7/15%: Short fail die 집중 (CMBSRP/VCHN)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77555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T3/0%: Short fail die 집중 (VCHN)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Via Rc cumulative distribution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15.22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 median 15.40 (+1.2%)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T7/15% median 14.89 (-2.2%)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T3/0% median 15.44 (+1.4%)</a:t>
            </a:r>
            <a:endParaRPr lang="en-US" sz="1275" dirty="0"/>
          </a:p>
        </p:txBody>
      </p:sp>
      <p:pic>
        <p:nvPicPr>
          <p:cNvPr id="7" name="Image 0" descr="gen-dedup-550ce07396ce60914f6e485bc84f8939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Line Rs cumulative distribution</a:t>
            </a:r>
            <a:endParaRPr lang="en-US" sz="2250" dirty="0"/>
          </a:p>
        </p:txBody>
      </p:sp>
      <p:pic>
        <p:nvPicPr>
          <p:cNvPr id="3" name="Image 0" descr="gen-dedup-f8ac77150e2842bf37b1e0fa4ad9b1a6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35.47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 median 35.12 (-1.0%)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T7/15% median 32.20 (-9.2%)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11043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T3/0% median 33.76 (-4.8%)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2026-10-05T09:40:20Z</dcterms:created>
  <dcterms:modified xsi:type="dcterms:W3CDTF">2026-10-05T09:40:20Z</dcterms:modified>
</cp:coreProperties>
</file>