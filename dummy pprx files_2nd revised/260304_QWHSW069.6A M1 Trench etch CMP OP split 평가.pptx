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ASI CD wafer map</a:t>
            </a:r>
            <a:endParaRPr lang="en-US" sz="2100" dirty="0"/>
          </a:p>
        </p:txBody>
      </p:sp>
      <p:pic>
        <p:nvPicPr>
          <p:cNvPr id="3" name="Image 0" descr="gen-dedup-765b63dd980c174079da08b4ea380e04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571500" y="1067105"/>
            <a:ext cx="3581705" cy="4095598"/>
          </a:xfrm>
          <a:prstGeom prst="rect">
            <a:avLst/>
          </a:prstGeom>
        </p:spPr>
      </p:pic>
      <p:pic>
        <p:nvPicPr>
          <p:cNvPr id="4" name="Image 1" descr="gen-dedup-5c48e90c717301ba4e1b5fa93cd65e9c.pn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4304995" y="1067105"/>
            <a:ext cx="3581705" cy="4095598"/>
          </a:xfrm>
          <a:prstGeom prst="rect">
            <a:avLst/>
          </a:prstGeom>
        </p:spPr>
      </p:pic>
      <p:pic>
        <p:nvPicPr>
          <p:cNvPr id="5" name="Image 2" descr="gen-dedup-91a62ba7cfd0280f80bf7e2b33d9712c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8039405" y="1067105"/>
            <a:ext cx="3581705" cy="409559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T21: ASI 9.2/9.4 (POR 9.2/9.4), edge 편차 POR 수준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56125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T4/0%: ASI 10.4/10.7 (POR 9.2/9.4), edge 편차 확대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성윤아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8f74882bbec0c55e2c29527dded0ce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398" y="990295"/>
            <a:ext cx="1447495" cy="952805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702" y="990295"/>
            <a:ext cx="2038198" cy="952805"/>
          </a:xfrm>
          <a:prstGeom prst="rect">
            <a:avLst/>
          </a:prstGeom>
        </p:spPr>
      </p:pic>
      <p:pic>
        <p:nvPicPr>
          <p:cNvPr id="4" name="Image 2" descr="gen-dedup-92310237d97a5a311537b6b0be0f894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795" y="990295"/>
            <a:ext cx="2048256" cy="9528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KVKB QWHSW069.6A ET results</a:t>
            </a:r>
            <a:endParaRPr lang="en-US" sz="1950" dirty="0"/>
          </a:p>
        </p:txBody>
      </p:sp>
      <p:sp>
        <p:nvSpPr>
          <p:cNvPr id="6" name="Text 1"/>
          <p:cNvSpPr txBox="1"/>
          <p:nvPr/>
        </p:nvSpPr>
        <p:spPr>
          <a:xfrm>
            <a:off x="5905195" y="198150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 / Cu DD via/trench X-SEM / Cu DD trench/via X-SEM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5195" y="2266798"/>
          <a:ext cx="5725058" cy="3762756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875995"/>
                <a:gridCol w="875995"/>
                <a:gridCol w="875995"/>
                <a:gridCol w="875995"/>
                <a:gridCol w="875995"/>
              </a:tblGrid>
              <a:tr h="34206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(QOMLR061_23)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QWHSW_21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QWHSW_5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QWHSW_12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QWHSW_7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T3+tilt trim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CMP OP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10.6/10.3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10.4/10.7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206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206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206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4206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819302" y="990295"/>
            <a:ext cx="37627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Trench etch / CMP OP split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461211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/ CMP OP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677924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T7/0% (QWHSW_21):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AHI/ASI Δ+0.62/+0.50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1894637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T21 (QWHSW_5):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AHI/ASI Δ+0.17/+0.07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110435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T4/0% (QWHSW_12):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AHI/ASI Δ+1.07/+1.21로 변동 최대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2327148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 (QWHSW_7):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AHI/ASI Δ+0.21/+0.16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2581351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2798064"/>
            <a:ext cx="5106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T7/0%: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96%(-4%p)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Open 96%(-4%p) → 유의차 없음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3230575"/>
            <a:ext cx="5106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T21: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95/99%로 POR 동등, VCHN 99/97%로 POR 동등 → 전 item POR 동등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3664001"/>
            <a:ext cx="51060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T4/0%: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46%(-54%p)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Short 73%(-27%p), CMA 85%(-13%p) → CMP 미연마 Cu/TaN residue 에 의한 line-to-line short 추정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312310"/>
            <a:ext cx="5106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96%(-4%p)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97/98%로 POR 동등 → 유의차 없음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4783226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" y="4999939"/>
            <a:ext cx="5106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T7/0%·T21·T3+tilt trim 는 POR 대비 전 항목 동등 → 후보 조건, T4/0% 는 Short 열화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71500" y="5432450"/>
            <a:ext cx="57104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T4/0%는 CMBSRP와 VCHN에서 같은 mode로 재현되어 split 기인으로 판단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71500" y="5649163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T4/0% CD targeting 후 short 재확인 필요 (TEM/EDX)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71500" y="5865876"/>
            <a:ext cx="5106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low-k PID 영향 FTIR(C-H peak) 확인 필요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성윤아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2026-10-05T09:57:34Z</dcterms:created>
  <dcterms:modified xsi:type="dcterms:W3CDTF">2026-10-05T09:57:34Z</dcterms:modified>
</cp:coreProperties>
</file>