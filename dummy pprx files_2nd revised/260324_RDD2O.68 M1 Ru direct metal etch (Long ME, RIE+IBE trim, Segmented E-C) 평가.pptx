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Ru ACI CD wafer map</a:t>
            </a:r>
            <a:endParaRPr lang="en-US" sz="2100" dirty="0"/>
          </a:p>
        </p:txBody>
      </p:sp>
      <p:pic>
        <p:nvPicPr>
          <p:cNvPr id="3" name="Image 0" descr="gen-dedup-19b8ff894d6f8907dfb2620a8630204f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5447995" cy="4095598"/>
          </a:xfrm>
          <a:prstGeom prst="rect">
            <a:avLst/>
          </a:prstGeom>
        </p:spPr>
      </p:pic>
      <p:pic>
        <p:nvPicPr>
          <p:cNvPr id="4" name="Image 1" descr="gen-dedup-4e0ba13fa0a12f428d457c345bc585ec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6172200" y="1067105"/>
            <a:ext cx="5447995" cy="409559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1500" y="53528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E-C: Ru ACI 8.5 (POR 8.7), edge 편차 POR 수준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현가영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51bdaa3bd404643eb6ee88ebe0a3d0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46" y="990295"/>
            <a:ext cx="1438351" cy="952805"/>
          </a:xfrm>
          <a:prstGeom prst="rect">
            <a:avLst/>
          </a:prstGeom>
        </p:spPr>
      </p:pic>
      <p:pic>
        <p:nvPicPr>
          <p:cNvPr id="3" name="Image 1" descr="gen-dedup-0cf6296f02ffe08820f08c7c6938f32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607" y="990295"/>
            <a:ext cx="1266444" cy="952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RDD2O.68 ET results</a:t>
            </a:r>
            <a:endParaRPr lang="en-US" sz="1950" dirty="0"/>
          </a:p>
        </p:txBody>
      </p:sp>
      <p:sp>
        <p:nvSpPr>
          <p:cNvPr id="5" name="Text 1"/>
          <p:cNvSpPr txBox="1"/>
          <p:nvPr/>
        </p:nvSpPr>
        <p:spPr>
          <a:xfrm>
            <a:off x="5876849" y="1981505"/>
            <a:ext cx="57442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 Ru line TEM, AR 3~6 (imec) / Ru HAR line TEM</a:t>
            </a:r>
            <a:endParaRPr lang="en-US" sz="8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6849" y="2266798"/>
          <a:ext cx="5772607" cy="315285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886054"/>
                <a:gridCol w="886054"/>
                <a:gridCol w="886054"/>
                <a:gridCol w="886054"/>
                <a:gridCol w="886054"/>
              </a:tblGrid>
              <a:tr h="350317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(RDD2O_24)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RDD2O_20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RDD2O_15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RDD2O_1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RDD2O_12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O2/Cl2 RIE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RIE+IBE trim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 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Segmented E-C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RIE+IBE trim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9.4/8.6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10.0/9.3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9.1/8.4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9.3/8.5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9.9/10.0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9.8/9.9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10.5/10.5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9.8/10.1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0317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50317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5031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63.0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71500" y="990295"/>
            <a:ext cx="1335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8" name="Text 3"/>
          <p:cNvSpPr txBox="1"/>
          <p:nvPr/>
        </p:nvSpPr>
        <p:spPr>
          <a:xfrm>
            <a:off x="800100" y="990295"/>
            <a:ext cx="48490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Ru direct metal etch (Long ME, RIE+IBE trim, Segmented E-C) 평가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36885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800100" y="1368857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596542"/>
            <a:ext cx="50776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etch split, POR 대비)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785823"/>
            <a:ext cx="57634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 (RDD2O_20):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Δ-0.18, AMI 9.2/8.4 · ACI 9.8/9.9로 POR과 근접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1975104"/>
            <a:ext cx="5077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 (RDD2O_15):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Δ+0.73로 변동 최대, AMI 10.0/9.3 (POR 9.4/8.6) 소폭 상향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2353666"/>
            <a:ext cx="57634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 (RDD2O_1):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Δ-0.20, AMI 9.1/8.4 · ACI 9.7/9.7로 POR과 근접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2542946"/>
            <a:ext cx="57634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 (RDD2O_12):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Δ-0.06, AMI 9.3/8.5 · ACI 9.8/10.1로 POR과 근접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2770632"/>
            <a:ext cx="50776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2959913"/>
            <a:ext cx="57634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64.3Ω(+4%), VCHN 97/95%로 POR 동등 → 전 item POR 동등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3149194"/>
            <a:ext cx="552297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63.0Ω(+2%), VCHN 97/95%로 POR 동등 → 전 item POR 동등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3338474"/>
            <a:ext cx="5077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58.8Ω(-5%), VCHN 97/96%로 POR 동등 → 전 item POR 동등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3717036"/>
            <a:ext cx="545896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V1 Rc 64.4Ω(+5%), VCHN 98/95%로 POR 동등 → 유의차 없음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3944722"/>
            <a:ext cx="50776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4134002"/>
            <a:ext cx="5077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RIE+IBE trim·Segmented E-C·RIE+IBE trim 는 POR 대비 전 항목 동등 → 후보 조건, Long ME 는 Short 열화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71500" y="4512564"/>
            <a:ext cx="50776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Long ME CD targeting 후 short 재확인 필요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571500" y="4701845"/>
            <a:ext cx="50776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Ru line bottom bridge 여부 TEM 확인 예정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571500" y="4891126"/>
            <a:ext cx="50776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SiN HM 잔막/산화 여부 EELS 확인 필요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현가영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2026-10-05T12:20:05Z</dcterms:created>
  <dcterms:modified xsi:type="dcterms:W3CDTF">2026-10-05T12:20:05Z</dcterms:modified>
</cp:coreProperties>
</file>