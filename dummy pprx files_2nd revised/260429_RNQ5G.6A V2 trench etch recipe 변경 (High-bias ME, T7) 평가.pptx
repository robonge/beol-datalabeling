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89e498a7504d0c750b85e053ad6d66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5105" y="4401007"/>
            <a:ext cx="3685946" cy="1714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RNQ5G.6A ET results</a:t>
            </a:r>
            <a:endParaRPr lang="en-US" sz="2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53405" y="990295"/>
          <a:ext cx="5877763" cy="3286354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133856"/>
                <a:gridCol w="1133856"/>
                <a:gridCol w="1133856"/>
                <a:gridCol w="1133856"/>
              </a:tblGrid>
              <a:tr h="298759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(RNQ5G_11)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RNQ5G_2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RNQ5G_7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RNQ5G_13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875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Trench etch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POR(-T3)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POR(-T3)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High-bias ME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9875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HMDS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120s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60s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9875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22.98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22.91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24.05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23.27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9875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9.6/9.7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9.5/9.7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10.6/10.8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9.8/9.7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875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8759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AHI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98759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8759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298759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98759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753405" y="6152998"/>
            <a:ext cx="58677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DD trench/via X-SEM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71500" y="990295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819302" y="990295"/>
            <a:ext cx="48774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V2 trench etch recipe 변경 (High-bias ME, T7) 평가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1207008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819302" y="1207008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71500" y="1461211"/>
            <a:ext cx="4953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(Trench etch / HMDS split, POR 대비)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71500" y="1677924"/>
            <a:ext cx="56391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120s (RNQ5G_2):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Δ-0.07, AMI 9.5/9.7 · AEI 9.6로 POR과 근접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71500" y="1894637"/>
            <a:ext cx="4953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T7/60s (RNQ5G_7):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Δ+1.07로 변동 최대, AMI 10.6/10.8 · AEI 10.6로 전 구간 +0.9~1.0 확대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71500" y="2327148"/>
            <a:ext cx="4953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High-bias ME (RNQ5G_13):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Δ+0.28, AMI 9.8/9.7 · AEI 9.9로 POR과 근접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71500" y="2798064"/>
            <a:ext cx="4953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 Open·Short)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71500" y="3014777"/>
            <a:ext cx="4953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120s: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97/99%로 POR 동등,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96%(-4%p)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전 item POR 동등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71500" y="3447288"/>
            <a:ext cx="4953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T7/60s: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90%(-10%p)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Open 96%(-4%p) → CD 확대로 space 감소, bridge성 short 지배적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71500" y="3879799"/>
            <a:ext cx="4953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High-bias ME: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99/99%로 POR 동등,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66%(-34%p)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line보다 via 연결부 열화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571500" y="4350715"/>
            <a:ext cx="4953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71500" y="4567428"/>
            <a:ext cx="49533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- 120s 는 POR 대비 전 항목 동등 → 후보 조건, T7/60s·High-bias ME 는 Open/Short 열화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71500" y="4999939"/>
            <a:ext cx="53821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High-bias ME Open fail die 단면 분석 필요 — EBAC 국소화 병행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571500" y="5216652"/>
            <a:ext cx="4953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TDDB (Cu+ drift) 결과 대기, 2 die hold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571500" y="5432450"/>
            <a:ext cx="49533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low-k PID 영향 FTIR(C-H peak) 확인 필요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조가영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2026-10-05T09:55:05Z</dcterms:created>
  <dcterms:modified xsi:type="dcterms:W3CDTF">2026-10-05T09:55:05Z</dcterms:modified>
</cp:coreProperties>
</file>