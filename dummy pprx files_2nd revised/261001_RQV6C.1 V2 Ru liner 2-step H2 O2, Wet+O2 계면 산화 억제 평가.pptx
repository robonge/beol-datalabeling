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0e3caea2a544f96bb98e38ea31441d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9146" y="4686300"/>
            <a:ext cx="5181905" cy="1485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KVKB RQV6C.1 ET results</a:t>
            </a:r>
            <a:endParaRPr lang="en-US" sz="2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9749" y="990295"/>
          <a:ext cx="5420563" cy="36868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019556"/>
                <a:gridCol w="1019556"/>
                <a:gridCol w="1019556"/>
                <a:gridCol w="1019556"/>
              </a:tblGrid>
              <a:tr h="307238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(RNLF0A_19)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RQV6C_20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RQV6C_21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RQV6C_15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23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liner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O2-ALD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2-step H2/O2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Wet+O2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2-step H2/O2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0723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23.35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23.31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0723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7.9/7.7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7.9/7.7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8.1/7.7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7.9/7.7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0723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10.2/10.2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10.2/10.3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0723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0723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9.3/9.4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9.2/9.3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9.4/9.5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9.4/9.3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0723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0723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07238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0723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0723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219749" y="6210605"/>
            <a:ext cx="54013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금속/Ru 계면 산화막 TEM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819302" y="990295"/>
            <a:ext cx="50584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V2 Ru liner 2-step H2/O2, Wet+O2 계면 산화 억제 평가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71500" y="1461211"/>
            <a:ext cx="54205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(Ru liner split, POR 대비)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71500" y="1677924"/>
            <a:ext cx="5420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(RQV6C_20):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Δ-0.05, AMI 7.9/7.7 · ACI 10.1/10.0로 POR과 근접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2110435"/>
            <a:ext cx="5420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 (RQV6C_21):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Δ+0.09로 변동 최대, AMI 8.1/7.7 · ACI 10.2/10.2로 POR과 근접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2543861"/>
            <a:ext cx="5420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(RQV6C_15):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Δ-0.04, AMI 7.9/7.7 · ACI 10.2/10.3로 POR과 근접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3014777"/>
            <a:ext cx="54205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71500" y="3230575"/>
            <a:ext cx="5420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39.4Ω(-24%), CMBSRP 97/97%로 POR 동등, VCHN 96/98%로 POR 동등 → 전 item POR 동등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71500" y="3664001"/>
            <a:ext cx="5420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50.8Ω(-2%), CMBSRP Short 95%(-4%p),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95%(-5%p)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유의차 없음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" y="4096512"/>
            <a:ext cx="5420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H2/O2: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38.5Ω(-26%)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98/98%로 POR 동등,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94%(-4%p)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유의차 없음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4567428"/>
            <a:ext cx="54205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71500" y="4783226"/>
            <a:ext cx="61063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- 2-step H2/O2·Wet+O2·2-step H2/O2 는 POR 대비 전 항목 동등 → 후보 조건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71500" y="4999939"/>
            <a:ext cx="54205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호환 가능 판단 (V2 DC 기준)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" y="5216652"/>
            <a:ext cx="54205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via chamfer 무너짐 / top pinch-off void 여부 TEM 확인 예정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71500" y="5432450"/>
            <a:ext cx="54205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측벽 fence / residue 여부 TEM 확인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571500" y="5649163"/>
            <a:ext cx="54205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Via bottom Ta 잔류 여부 STEM-EELS 확인 예정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왕하은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2026-10-05T10:11:00Z</dcterms:created>
  <dcterms:modified xsi:type="dcterms:W3CDTF">2026-10-05T10:11:00Z</dcterms:modified>
</cp:coreProperties>
</file>