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4a0e0f7d1703335a0bd2c4c66877f5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607" y="1276502"/>
            <a:ext cx="5848502" cy="3276295"/>
          </a:xfrm>
          <a:prstGeom prst="rect">
            <a:avLst/>
          </a:prstGeom>
        </p:spPr>
      </p:pic>
      <p:pic>
        <p:nvPicPr>
          <p:cNvPr id="3" name="Image 1" descr="gen-dedup-bfd4229567a6020de77c6fdd85764e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398" y="4686300"/>
            <a:ext cx="1657807" cy="1485900"/>
          </a:xfrm>
          <a:prstGeom prst="rect">
            <a:avLst/>
          </a:prstGeom>
        </p:spPr>
      </p:pic>
      <p:pic>
        <p:nvPicPr>
          <p:cNvPr id="4" name="Image 2" descr="gen-dedup-be5d7c3aea6e36bf0beb2f3391b232f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244" y="4686300"/>
            <a:ext cx="1657807" cy="14859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QNIUN011.68 ET results</a:t>
            </a:r>
            <a:endParaRPr lang="en-US" sz="2250" dirty="0"/>
          </a:p>
        </p:txBody>
      </p:sp>
      <p:sp>
        <p:nvSpPr>
          <p:cNvPr id="6" name="Text 1"/>
          <p:cNvSpPr txBox="1"/>
          <p:nvPr/>
        </p:nvSpPr>
        <p:spPr>
          <a:xfrm>
            <a:off x="5772607" y="990295"/>
            <a:ext cx="914400" cy="257861"/>
          </a:xfrm>
          <a:prstGeom prst="rect">
            <a:avLst/>
          </a:prstGeom>
          <a:noFill/>
          <a:ln w="25400">
            <a:solidFill>
              <a:srgbClr val="C62828"/>
            </a:solidFill>
          </a:ln>
        </p:spPr>
        <p:txBody>
          <a:bodyPr wrap="square" lIns="101600" tIns="12700" rIns="101600" bIns="12700" rtlCol="0" anchor="ctr"/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125" dirty="0"/>
          </a:p>
        </p:txBody>
      </p:sp>
      <p:sp>
        <p:nvSpPr>
          <p:cNvPr id="7" name="Text 2"/>
          <p:cNvSpPr txBox="1"/>
          <p:nvPr/>
        </p:nvSpPr>
        <p:spPr>
          <a:xfrm>
            <a:off x="5772607" y="6210605"/>
            <a:ext cx="58485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Barrier/Cu 계면 HR-TEM</a:t>
            </a:r>
            <a:endParaRPr lang="en-US" sz="82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99029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800100" y="990295"/>
            <a:ext cx="4686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V2 RSBM TaN ALD cycle 100cy, 45cy, 50cy window 평가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117957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800100" y="117957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407262"/>
            <a:ext cx="4972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(ALD cycle / Pre-treat split, POR 대비)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596542"/>
            <a:ext cx="550743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50cy/Skip (QNIUN011_8):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Δ-0.01, AEI 9.2 · AHI 9.6로 POR과 근접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1785823"/>
            <a:ext cx="4972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100cy/Skip (QNIUN011_20):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Δ+0.37로 변동 최대, AEI 9.3 (POR 9.0) 소폭 상향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164385"/>
            <a:ext cx="510692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(QNIUN011_7):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Δ-0.03, AEI 9.0 · AHI 9.7로 POR과 근접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353666"/>
            <a:ext cx="56583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45cy/Acetic wet (QNIUN011_24):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Δ-0.08, AEI 9.1 · AHI 9.5로 POR과 근접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581351"/>
            <a:ext cx="4972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770632"/>
            <a:ext cx="4972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50cy/Skip: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94.4Ω(+122%)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87%(-13%p),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67%(-29%p)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Cu native oxide 잔류로 bottom 계면 저항 증가, via open 추정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149194"/>
            <a:ext cx="4972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100cy/Skip: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120.0Ω(+183%)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67%(-29%p)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527755"/>
            <a:ext cx="4972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78.1Ω(+84%)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77%(-23%p),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30%(-66%p)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Cu native oxide 잔류로 bottom 계면 저항 증가, via open 추정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906317"/>
            <a:ext cx="4972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45cy/Acetic wet: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43.7Ω(+3%), CMBSRP 97%로 POR 동등, VCHN 94/94%로 POR 동등 → 전 item POR 동등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323283"/>
            <a:ext cx="4972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512564"/>
            <a:ext cx="4972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- 45cy/Acetic wet 는 POR 대비 전 항목 동등 → 후보 조건, 50cy/Skip·100cy/Skip·Skip 는 Open 열화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4891126"/>
            <a:ext cx="56583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- 50cy/Skip·Skip는 CMBSRP와 VCHN에서 같은 mode로 재현되어 split 기인으로 판단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5080406"/>
            <a:ext cx="4972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Skip Open fail die 단면 분석 필요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71500" y="5269687"/>
            <a:ext cx="4972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(Cu+ drift) 결과 대기, 2 die hold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위소희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Via Rc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42.5Ω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50cy/Skip median 94.4Ω (+122.3%)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100cy/Skip median 120.0Ω (+182.7%)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median 78.1Ω (+84.0%)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45cy/Acetic wet median 43.7Ω (+3.0%)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50cy/Skip·100cy/Skip·Skip upper tail → via open성 fail 과 일치</a:t>
            </a:r>
            <a:endParaRPr lang="en-US" sz="1275" dirty="0"/>
          </a:p>
        </p:txBody>
      </p:sp>
      <p:pic>
        <p:nvPicPr>
          <p:cNvPr id="9" name="Image 0" descr="gen-dedup-a3d4d7487e8c305d8981d40075f18ce8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위소희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die yield by split</a:t>
            </a:r>
            <a:endParaRPr lang="en-US" sz="2100" dirty="0"/>
          </a:p>
        </p:txBody>
      </p:sp>
      <p:pic>
        <p:nvPicPr>
          <p:cNvPr id="3" name="Image 0" descr="gen-dedup-427f65ba12486d24a4efff4d164b0708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50cy/Skip median 66%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100cy/Skip median 67%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median 31%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246522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45cy/Acetic wet median 94%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위소희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2026-10-05T10:10:38Z</dcterms:created>
  <dcterms:modified xsi:type="dcterms:W3CDTF">2026-10-05T10:10:38Z</dcterms:modified>
</cp:coreProperties>
</file>