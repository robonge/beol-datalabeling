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eb98821ad91f968a6fe8f300af4efb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990295"/>
            <a:ext cx="714146" cy="952805"/>
          </a:xfrm>
          <a:prstGeom prst="rect">
            <a:avLst/>
          </a:prstGeom>
        </p:spPr>
      </p:pic>
      <p:pic>
        <p:nvPicPr>
          <p:cNvPr id="3" name="Image 1" descr="gen-dedup-051bdaa3bd404643eb6ee88ebe0a3d0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456" y="990295"/>
            <a:ext cx="1438351" cy="952805"/>
          </a:xfrm>
          <a:prstGeom prst="rect">
            <a:avLst/>
          </a:prstGeom>
        </p:spPr>
      </p:pic>
      <p:pic>
        <p:nvPicPr>
          <p:cNvPr id="4" name="Image 2" descr="gen-dedup-bcdf24cb0c91cde777d78e8de404a05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6702" y="990295"/>
            <a:ext cx="1895551" cy="952805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QRNGU000.6D ET results</a:t>
            </a:r>
            <a:endParaRPr lang="en-US" sz="2100" dirty="0"/>
          </a:p>
        </p:txBody>
      </p:sp>
      <p:sp>
        <p:nvSpPr>
          <p:cNvPr id="6" name="Text 1"/>
          <p:cNvSpPr txBox="1"/>
          <p:nvPr/>
        </p:nvSpPr>
        <p:spPr>
          <a:xfrm>
            <a:off x="571500" y="1981505"/>
            <a:ext cx="557235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line TEM (AR≈3) / HAR Ru line TEM, AR 3~6 (imec) / 16nm pitch Ru line TEM (imec)</a:t>
            </a:r>
            <a:endParaRPr lang="en-US" sz="825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2266798"/>
          <a:ext cx="5572354" cy="4267505"/>
        </p:xfrm>
        <a:graphic>
          <a:graphicData uri="http://schemas.openxmlformats.org/drawingml/2006/table">
            <a:tbl>
              <a:tblPr/>
              <a:tblGrid>
                <a:gridCol w="667512"/>
                <a:gridCol w="667512"/>
                <a:gridCol w="2117750"/>
                <a:gridCol w="2118665"/>
              </a:tblGrid>
              <a:tr h="304822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(QRNGU000_23)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QRNGU000_7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22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Thermal ALE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04822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 depo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PVD Ru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PVD Ru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04822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Airgap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Low-k fill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Low-k fill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04822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22.68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22.66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04822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ASEI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04822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SiN ACI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9.8/10.3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9.7/10.3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04822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 ACI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04822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0482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04822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0482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04822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 Rc (Ω)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  <a:tr h="304822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 Rc (Ω)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73.8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77.8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8" name="Text 2"/>
          <p:cNvSpPr txBox="1"/>
          <p:nvPr/>
        </p:nvSpPr>
        <p:spPr>
          <a:xfrm>
            <a:off x="6372454" y="990295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9" name="Text 3"/>
          <p:cNvSpPr txBox="1"/>
          <p:nvPr/>
        </p:nvSpPr>
        <p:spPr>
          <a:xfrm>
            <a:off x="6620256" y="990295"/>
            <a:ext cx="382767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M2 ALE / Ru depo / Airgap split 평가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6372454" y="1207008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1" name="Text 5"/>
          <p:cNvSpPr txBox="1"/>
          <p:nvPr/>
        </p:nvSpPr>
        <p:spPr>
          <a:xfrm>
            <a:off x="6620256" y="1207008"/>
            <a:ext cx="82021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6372454" y="1461211"/>
            <a:ext cx="5248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(ALE / Ru depo split, POR 대비)</a:t>
            </a:r>
            <a:endParaRPr lang="en-US" sz="1200" dirty="0"/>
          </a:p>
        </p:txBody>
      </p:sp>
      <p:sp>
        <p:nvSpPr>
          <p:cNvPr id="13" name="Text 7"/>
          <p:cNvSpPr txBox="1"/>
          <p:nvPr/>
        </p:nvSpPr>
        <p:spPr>
          <a:xfrm>
            <a:off x="6372454" y="1677924"/>
            <a:ext cx="5248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Thermal ALE (QRNGU000_7):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Δ-0.02/-0.07, SiN ACI 9.7/10.3 · Ru ACI 7.9로 POR과 근접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6372454" y="2148840"/>
            <a:ext cx="5248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 Open·Short)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6372454" y="2365553"/>
            <a:ext cx="5248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Thermal ALE: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 Rc 60.3Ω(+0%), VA Rc 77.8Ω(+6%),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Open 90%(-6%p)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VCHN 99/97%로 POR 동등 → 전 item POR 동등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6372454" y="2836469"/>
            <a:ext cx="5248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6372454" y="3052267"/>
            <a:ext cx="5248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Thermal ALE 는 POR 대비 전 항목 동등 → 후보 조건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6372454" y="3268980"/>
            <a:ext cx="5248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호환 가능 판단 (M2 DC 기준)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6372454" y="3485693"/>
            <a:ext cx="5248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TDDB / EM 결과 대기, 2 die hold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6372454" y="3701491"/>
            <a:ext cx="5248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EM / TDDB 신뢰성 결과 대기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 TD 황경수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ET fail die summary</a:t>
            </a:r>
            <a:endParaRPr lang="en-US" sz="2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1067105"/>
          <a:ext cx="4200754" cy="1962302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1429207"/>
                <a:gridCol w="1429207"/>
              </a:tblGrid>
              <a:tr h="32705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(QRNGU000_23)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QRNGU000_7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05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2705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2705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2705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2705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Total die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1500" y="3258007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split fail die POR 수준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 TD 황경수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2026-10-05T12:19:43Z</dcterms:created>
  <dcterms:modified xsi:type="dcterms:W3CDTF">2026-10-05T12:19:43Z</dcterms:modified>
</cp:coreProperties>
</file>