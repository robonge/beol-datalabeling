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89e498a7504d0c750b85e053ad6d6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4466844" cy="2076602"/>
          </a:xfrm>
          <a:prstGeom prst="rect">
            <a:avLst/>
          </a:prstGeom>
        </p:spPr>
      </p:pic>
      <p:pic>
        <p:nvPicPr>
          <p:cNvPr id="3" name="Image 1" descr="gen-dedup-09b5de32318dd47d40652fe27cc7fec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154" y="1067105"/>
            <a:ext cx="4095598" cy="2076602"/>
          </a:xfrm>
          <a:prstGeom prst="rect">
            <a:avLst/>
          </a:prstGeom>
        </p:spPr>
      </p:pic>
      <p:pic>
        <p:nvPicPr>
          <p:cNvPr id="4" name="Image 2" descr="gen-dedup-bfd4229567a6020de77c6fdd85764e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705" y="1067105"/>
            <a:ext cx="2314346" cy="20766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T4/TaN 1.7/HCLK fail die 단면 분석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3181198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Cu/liner/barrier TEM-EDS / EDS mapping (Cu/Si/O/Ta)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56250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 계면 Ta 불연속 — EDX line scan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382127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chamfer 부 barrier overhang 확인</a:t>
            </a:r>
            <a:endParaRPr lang="en-US" sz="12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08096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RXO1KC_16 (T4/TaN 1.7/HCLK)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AMI CD wafer map</a:t>
            </a:r>
            <a:endParaRPr lang="en-US" sz="2100" dirty="0"/>
          </a:p>
        </p:txBody>
      </p:sp>
      <p:pic>
        <p:nvPicPr>
          <p:cNvPr id="3" name="Image 0" descr="gen-dedup-a91b2ed66c67a4d87ed33b9b064a1832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571500" y="1067105"/>
            <a:ext cx="5447995" cy="4381805"/>
          </a:xfrm>
          <a:prstGeom prst="rect">
            <a:avLst/>
          </a:prstGeom>
        </p:spPr>
      </p:pic>
      <p:pic>
        <p:nvPicPr>
          <p:cNvPr id="4" name="Image 1" descr="gen-dedup-102e44724b43aa6319a4b7a855a9ec88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6172200" y="1067105"/>
            <a:ext cx="5447995" cy="43818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63910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T12/Co liner/pSiCOH: AMI 7.7/8.2 (POR 7.9/8.1), edge 편차 POR 수준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Line Rs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50.60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4000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T12/Co liner/pSiCOH median 52.10 (+3.0%)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4000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T4/Co liner/pSiCOH median 41.43 (-18.1%)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T4/TaN 1.7/HCLK median 43.42 (-14.2%)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T4/TaN 1.7/HCLK upper tail → open성 fail 과 일치</a:t>
            </a:r>
            <a:endParaRPr lang="en-US" sz="1275" dirty="0"/>
          </a:p>
        </p:txBody>
      </p:sp>
      <p:pic>
        <p:nvPicPr>
          <p:cNvPr id="8" name="Image 0" descr="gen-dedup-5e57e80f3579e84f603e0ec09485a413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2310237d97a5a311537b6b0be0f89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2048256" cy="952805"/>
          </a:xfrm>
          <a:prstGeom prst="rect">
            <a:avLst/>
          </a:prstGeom>
        </p:spPr>
      </p:pic>
      <p:pic>
        <p:nvPicPr>
          <p:cNvPr id="3" name="Image 1" descr="gen-dedup-afbbcfe52b231e9de72fc78173e88ca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53005"/>
            <a:ext cx="5772607" cy="37911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KVIP RXO1KC.6C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1981505"/>
            <a:ext cx="5772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2266798"/>
            <a:ext cx="914400" cy="257861"/>
          </a:xfrm>
          <a:prstGeom prst="rect">
            <a:avLst/>
          </a:prstGeom>
          <a:noFill/>
          <a:ln w="25400">
            <a:solidFill>
              <a:srgbClr val="C62828"/>
            </a:solidFill>
          </a:ln>
        </p:spPr>
        <p:txBody>
          <a:bodyPr wrap="square" lIns="101600" tIns="12700" rIns="101600" bIns="12700" rtlCol="0" anchor="ctr"/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572707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19595" y="990295"/>
            <a:ext cx="411297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Trench etch / BM / LK depo split 평가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572707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819595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572707" y="1461211"/>
            <a:ext cx="5048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BM split, POR 대비)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72707" y="1677924"/>
            <a:ext cx="5048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T12/Co liner/pSiCOH (RXO1KC_13):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Δ-0.08, AMI 7.7/8.2 · AEI 8.8로 POR과 근접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572707" y="2110435"/>
            <a:ext cx="5048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T4/Co liner/pSiCOH (RXO1KC_20):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Δ+1.65로 변동 최대, AMI 9.6/9.6 · AEI 10.7로 전 구간 +1.6~1.7 확대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572707" y="2543861"/>
            <a:ext cx="5048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T4/TaN 1.7/HCLK (RXO1KC_16):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Δ+1.03, AMI 9.2/9.5 · AEI 10.2로 전 구간 +1.2~1.2 확대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572707" y="3014777"/>
            <a:ext cx="5048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72707" y="3230575"/>
            <a:ext cx="50484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T12/Co liner/pSiCOH: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95/99%로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66%(-31%p)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low-k plasma damage(Si-OH) 로 leakage 증가, short성 fail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72707" y="3879799"/>
            <a:ext cx="5048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T4/Co liner/pSiCOH: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97/97%로 POR 동등, VCHN 94/95%로 POR 동등 → 유의차 없음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572707" y="4312310"/>
            <a:ext cx="5048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T4/TaN 1.7/HCLK: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97/98%로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67%(-30%p)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CD는 POR 수준이므로 LK 막질 변경에 따른 fill/계면 불량 의심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572707" y="4783226"/>
            <a:ext cx="5048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572707" y="4999939"/>
            <a:ext cx="5048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T4/Co liner/pSiCOH 는 POR 대비 전 항목 동등 → 후보 조건, T12/Co liner/pSiCOH·T4/TaN 1.7/HCLK 는 Open/Short 열화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72707" y="5432450"/>
            <a:ext cx="5048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T4/TaN 1.7/HCLK Open fail die 단면 분석 필요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2026-10-05T09:40:46Z</dcterms:created>
  <dcterms:modified xsi:type="dcterms:W3CDTF">2026-10-05T09:40:46Z</dcterms:modified>
</cp:coreProperties>
</file>