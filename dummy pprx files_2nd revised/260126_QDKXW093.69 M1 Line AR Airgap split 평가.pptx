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cf6296f02ffe08820f08c7c6938f32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46" y="990295"/>
            <a:ext cx="1266444" cy="952805"/>
          </a:xfrm>
          <a:prstGeom prst="rect">
            <a:avLst/>
          </a:prstGeom>
        </p:spPr>
      </p:pic>
      <p:pic>
        <p:nvPicPr>
          <p:cNvPr id="3" name="Image 1" descr="gen-dedup-051bdaa3bd404643eb6ee88ebe0a3d0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990295"/>
            <a:ext cx="1438351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QDKXW093.69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448349" y="1981505"/>
            <a:ext cx="51727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HAR line TEM / HAR Ru line TEM, AR 3~6 (imec)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8349" y="2266798"/>
          <a:ext cx="5172761" cy="3762756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639166"/>
                <a:gridCol w="639166"/>
                <a:gridCol w="639166"/>
                <a:gridCol w="639166"/>
                <a:gridCol w="639166"/>
                <a:gridCol w="640080"/>
              </a:tblGrid>
              <a:tr h="34206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(RDX5DA_10)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QDKXW093_18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QDKXW093_15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QDKXW093_14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QDKXW093_2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QDKXW093_7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 AR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10.6/10.8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790956" y="990295"/>
            <a:ext cx="266456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Line AR / Airgap split 평가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159459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790956" y="1159459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356055"/>
            <a:ext cx="56491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(Line AR / Airgap split, POR 대비)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524305"/>
            <a:ext cx="63349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 (QDKXW093_18):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Δ+0.02, ACI 9.4/9.0 · Ru ACI 10.1/10.4로 POR과 근접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693469"/>
            <a:ext cx="63349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 (QDKXW093_15):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Δ+0.53로 변동 최대, ACI 9.8/8.8 (POR 9.3/9.0) 소폭 상향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861718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3.0/Airgap+cap opt (QDKXW093_14):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Δ+0.23, ACI 9.5/9.1 · Ru ACI 10.2/10.4로 POR과 근접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198218"/>
            <a:ext cx="586496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(QDKXW093_2):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Δ+0.18, ACI 9.5/9.0 · Ru ACI 10.2/10.4로 POR과 근접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367382"/>
            <a:ext cx="63349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3.0/Airgap (QDKXW093_7):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Δ+0.17, ACI 9.5/9.1 · Ru ACI 10.2/10.3로 POR과 근접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563978"/>
            <a:ext cx="56491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732227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Airgap+cap opt: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55.6Ω(-4%), VA Rc 52.2Ω(-7%), CMBSRP 98/99%로 POR 동등, VCHN 98%로 POR 동등 → 유의차 없음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069641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48.4Ω(-17%), VA Rc 51.2Ω(-9%), CMBSRP Open 82%(-18%p),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53%(-47%p)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76%(-24%p) → 고AR 식각 bottom 미분리 → bridge성 short 추정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406140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3.0/Airgap+cap opt: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56.6Ω(-3%), VA Rc 55.9Ω(-1%),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96%(-4%p)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99%로 POR 동등 → 전 item POR 동등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743554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62.0Ω(+7%), VA Rc 54.4Ω(-4%), CMBSRP 98/98%로 POR 동등, VCHN 99%로 POR 동등 → 전 item POR 동등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080053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3.0/Airgap: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57.2Ω(-1%), VA Rc 54.9Ω(-3%), CMBSRP 97/99%로 POR 동등, VCHN 98%로 POR 동등 → 전 item POR 동등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445813"/>
            <a:ext cx="56491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614062"/>
            <a:ext cx="5649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Airgap+cap opt·AR 3.0/Airgap+cap opt·AR 3.0·AR 3.0/Airgap 는 POR 대비 전 항목 동등 → 후보 조건, AR 4.0/Airgap 는 Short 열화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4951476"/>
            <a:ext cx="56491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4.0/Airgap는 CMBSRP와 VCHN에서 같은 mode로 재현되어 split 기인으로 판단</a:t>
            </a:r>
            <a:endParaRPr lang="en-US" sz="975" dirty="0"/>
          </a:p>
        </p:txBody>
      </p:sp>
      <p:sp>
        <p:nvSpPr>
          <p:cNvPr id="26" name="Text 21"/>
          <p:cNvSpPr txBox="1"/>
          <p:nvPr/>
        </p:nvSpPr>
        <p:spPr>
          <a:xfrm>
            <a:off x="571500" y="5119726"/>
            <a:ext cx="564916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4.0/Airgap CD targeting 후 short 재확인 필요 (TEM/EDX)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육지민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2026-10-05T12:20:57Z</dcterms:created>
  <dcterms:modified xsi:type="dcterms:W3CDTF">2026-10-05T12:20:57Z</dcterms:modified>
</cp:coreProperties>
</file>