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9d3af580fc2467a3f78231f881acfc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46" y="990295"/>
            <a:ext cx="1057046" cy="952805"/>
          </a:xfrm>
          <a:prstGeom prst="rect">
            <a:avLst/>
          </a:prstGeom>
        </p:spPr>
      </p:pic>
      <p:pic>
        <p:nvPicPr>
          <p:cNvPr id="3" name="Image 1" descr="gen-dedup-9f39037f10430a1f15273409f8450b5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702" y="990295"/>
            <a:ext cx="1067105" cy="952805"/>
          </a:xfrm>
          <a:prstGeom prst="rect">
            <a:avLst/>
          </a:prstGeom>
        </p:spPr>
      </p:pic>
      <p:pic>
        <p:nvPicPr>
          <p:cNvPr id="4" name="Image 2" descr="gen-dedup-9efa8833d230cc117a9432b69c7c1c1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702" y="990295"/>
            <a:ext cx="1876349" cy="9528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QIBRX055.63 ET results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5820156" y="1981505"/>
            <a:ext cx="58009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Barrier/Cu 계면 HR-TEM / Cu/liner/barrier TEM-EDS</a:t>
            </a:r>
            <a:endParaRPr lang="en-US" sz="825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20156" y="2266798"/>
          <a:ext cx="5800954" cy="3791102"/>
        </p:xfrm>
        <a:graphic>
          <a:graphicData uri="http://schemas.openxmlformats.org/drawingml/2006/table">
            <a:tbl>
              <a:tblPr/>
              <a:tblGrid>
                <a:gridCol w="667512"/>
                <a:gridCol w="667512"/>
                <a:gridCol w="2232050"/>
                <a:gridCol w="2232965"/>
              </a:tblGrid>
              <a:tr h="315925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(RNN8I_18)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QIBRX055_2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92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1.4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92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scheme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Via-first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Trench-first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92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92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592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5925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5925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5925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5925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592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1592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819302" y="990295"/>
            <a:ext cx="4014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BM barrier/liner 변경 (TaN 1.4) 평가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1461211"/>
            <a:ext cx="50200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(BM / Via scheme split, POR 대비)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677924"/>
            <a:ext cx="5020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1.4/Trench-first (QIBRX055_2):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ASEI Δ+0.40, AMI 9.9/9.9 (POR 9.6/9.5) 소폭 상향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2148840"/>
            <a:ext cx="50200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365553"/>
            <a:ext cx="50200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1.4/Trench-first: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Open 82%(-12%p),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49%(-51%p)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CMA 92%(-8%p), VMA 77%(-17%p) → barrier 불연속 또는 pinch-off void 에 의한 via open 추정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3052267"/>
            <a:ext cx="50200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268980"/>
            <a:ext cx="5020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TaN 1.4/Trench-first Open mode 지배적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3701491"/>
            <a:ext cx="5020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TaN 1.4/Trench-first는 CMBSRP와 VCHN에서 같은 mode로 재현되어 split 기인으로 판단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4134002"/>
            <a:ext cx="50200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TaN 1.4/Trench-first Open fail die 단면 분석 필요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4350715"/>
            <a:ext cx="525322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HTOL/EM 진행 시 Cu recess 초기 대비 2~3배 증가 여부 monitor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2026-10-05T09:39:54Z</dcterms:created>
  <dcterms:modified xsi:type="dcterms:W3CDTF">2026-10-05T09:39:54Z</dcterms:modified>
</cp:coreProperties>
</file>