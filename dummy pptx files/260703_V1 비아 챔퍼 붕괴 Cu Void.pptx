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ef4600ba-aa0d-9aa6-7e22-beaa6d1d9162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Recess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초기 (WAT 통과)</c:v>
                  </c:pt>
                  <c:pt idx="1">
                    <c:v>스트레스 후 (하한)</c:v>
                  </c:pt>
                  <c:pt idx="2">
                    <c:v>스트레스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VFTL · SHOULDER LOSS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무너짐 → PVD 오버행 → 핀치오프 Void → 배리어 단절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연쇄 메커니즘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평가 · HTOL / TDDB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스트레스 후 Cu Recess 2–3배 — 평가 방법과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937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RECESS 상대 깊이 — 수십 H 열·전기 응력 후 2–3배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280160"/>
            <a:ext cx="5973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방법·판독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591056"/>
          <a:ext cx="5973775" cy="914400"/>
        </p:xfrm>
        <a:graphic>
          <a:graphicData uri="http://schemas.openxmlformats.org/drawingml/2006/table">
            <a:tbl>
              <a:tblPr/>
              <a:tblGrid>
                <a:gridCol w="889711"/>
                <a:gridCol w="2033626"/>
                <a:gridCol w="305043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측정·판독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단계별 TEM + EDX 매핑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비아 프로파일, 모서리 Ta 두께, 바닥 Cu Recess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과도 플라즈마 파워 조건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비아 바닥·챔퍼 Cu 산화·유실, TaN 단절 관찰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HTOL / 고전류 EM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WAT 통과 칩도 수십 h 후 Recess 2–3배 → 급격 고장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TDDB (E / E² 모델)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챔퍼 경유 Cu⁺ 드리프트 → 트랩 포화 → 단락 경로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Void(Open)와 배리어 단절(TDDB) — 두 경로가 동시에 수명을 깎는다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경로 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Cu Gap-fill 실패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오버행으로 좁아진 입구가 도금액이 바닥을 채우기 전에 막힘(Top pinch-off). 비아 하단·트렌치 경계에 거대 Void → 비아 저항 비정상 상승, 최악 Open.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경로 2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Barrier Step Coverage 붕괴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무너진 챔퍼 측벽에 TaN이 극히 얇거나 없음(Zero Step Coverage). Cu 원자가 다공성 Low-k로 침투하는 것을 막는 핵심 방어막 단절.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장기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HTOL·EM·TDDB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WAT 통과 칩도 수십 h 응력 후 Recess 2–3배 → 급격 고장. Cu⁺가 Si-OH와 반응해 트랩 포화 → 절연막 관통 단락 경로 (E / E² 모델).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Via Chamfer Collapse Cu Void</dc:title>
  <dc:subject>PptxGenJS Presentation</dc:subject>
  <dc:creator>공정 AI팀</dc:creator>
  <cp:lastModifiedBy>공정 AI팀</cp:lastModifiedBy>
  <cp:revision>1</cp:revision>
  <dcterms:created xsi:type="dcterms:W3CDTF">2026-10-03T16:30:16Z</dcterms:created>
  <dcterms:modified xsi:type="dcterms:W3CDTF">2026-10-03T16:30:16Z</dcterms:modified>
</cp:coreProperties>
</file>