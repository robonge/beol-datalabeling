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a9d86c9a739cdaf2aa61ab0f902b00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1324051" cy="1304849"/>
          </a:xfrm>
          <a:prstGeom prst="rect">
            <a:avLst/>
          </a:prstGeom>
        </p:spPr>
      </p:pic>
      <p:pic>
        <p:nvPicPr>
          <p:cNvPr id="3" name="Image 1" descr="gen-dedup-3a99cfb37b290bb6eb6678cb33d85e2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1" y="1067105"/>
            <a:ext cx="2857500" cy="1304849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KVED RDLUU.69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11099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3020263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-0.08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355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2409444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Ru/dielectric 계면 TEM-EDS / FSAV TEM (Mx / Mx+1)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942746" y="4667098"/>
            <a:ext cx="32086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I1 etch pillar ESL 삽입 평가</a:t>
            </a:r>
            <a:endParaRPr lang="en-US" sz="1275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9103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12" name="Text 7"/>
          <p:cNvSpPr txBox="1"/>
          <p:nvPr/>
        </p:nvSpPr>
        <p:spPr>
          <a:xfrm>
            <a:off x="942746" y="49103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1526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B(PE-FSAV) 진행 시 ATOI CD 동등 수준 (Δ-0.04 nm)</a:t>
            </a:r>
            <a:endParaRPr lang="en-US" sz="1275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3958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CMBSRP/MinA/CMA POR 대비 동등수준 / VCHN/VMA 소폭 열화</a:t>
            </a:r>
            <a:endParaRPr lang="en-US" sz="1275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6391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(I1 DC 기준)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I1 Line Rs by wafer</a:t>
            </a:r>
            <a:endParaRPr lang="en-US" sz="2325" dirty="0"/>
          </a:p>
        </p:txBody>
      </p:sp>
      <p:pic>
        <p:nvPicPr>
          <p:cNvPr id="3" name="Image 0" descr="gen-dedup-d766c1bbddb39d3bd839510d618e09be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745.6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744.2 (-0.2%)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745.5 (-0.0%)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미미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2026-10-04T13:24:53Z</dcterms:created>
  <dcterms:modified xsi:type="dcterms:W3CDTF">2026-10-04T13:24:53Z</dcterms:modified>
</cp:coreProperties>
</file>