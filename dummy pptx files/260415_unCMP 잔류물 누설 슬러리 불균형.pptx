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99ee7f4e-610c-d29a-f01c-fc0e95c28d11}">
          <p14:sldIdLst>
            <p14:sldId id="256"/>
            <p14:sldId id="258"/>
          </p14:sldIdLst>
        </p14:section>
        <p14:section name="일정" id="{59512f1e-f960-5470-e046-eda3525e0349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미연마 잔류물 · 원인 · 평가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— 슬러리 화학 불균형·지형 요인과 EBAC 기반 평가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결함 발생 원인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11277295" cy="914400"/>
        </p:xfrm>
        <a:graphic>
          <a:graphicData uri="http://schemas.openxmlformats.org/drawingml/2006/table">
            <a:tbl>
              <a:tblPr/>
              <a:tblGrid>
                <a:gridCol w="2665476"/>
                <a:gridCol w="4921301"/>
                <a:gridCol w="369051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23944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11277295" cy="914400"/>
        </p:xfrm>
        <a:graphic>
          <a:graphicData uri="http://schemas.openxmlformats.org/drawingml/2006/table">
            <a:tbl>
              <a:tblPr/>
              <a:tblGrid>
                <a:gridCol w="2460650"/>
                <a:gridCol w="3690518"/>
                <a:gridCol w="512612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조치 · 상충 관계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조치별 효과·부작용과 공정 창의 딜레마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조치 옵션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589520" cy="914400"/>
        </p:xfrm>
        <a:graphic>
          <a:graphicData uri="http://schemas.openxmlformats.org/drawingml/2006/table">
            <a:tbl>
              <a:tblPr/>
              <a:tblGrid>
                <a:gridCol w="2396642"/>
                <a:gridCol w="2796235"/>
                <a:gridCol w="23966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39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un/overCMP 상충 축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7589520" cy="914400"/>
        </p:xfrm>
        <a:graphic>
          <a:graphicData uri="http://schemas.openxmlformats.org/drawingml/2006/table">
            <a:tbl>
              <a:tblPr/>
              <a:tblGrid>
                <a:gridCol w="1239012"/>
                <a:gridCol w="2168042"/>
                <a:gridCol w="2168042"/>
                <a:gridCol w="201350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unCMP Residue Leakage</dc:title>
  <dc:subject>PptxGenJS Presentation</dc:subject>
  <dc:creator>공정 AI팀</dc:creator>
  <cp:lastModifiedBy>공정 AI팀</cp:lastModifiedBy>
  <cp:revision>1</cp:revision>
  <dcterms:created xsi:type="dcterms:W3CDTF">2026-10-03T16:30:16Z</dcterms:created>
  <dcterms:modified xsi:type="dcterms:W3CDTF">2026-10-03T16:30:16Z</dcterms:modified>
</cp:coreProperties>
</file>