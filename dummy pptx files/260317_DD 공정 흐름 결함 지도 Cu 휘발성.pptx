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8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85d11d70-24fe-0bee-4805-a5cb09adaf3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지연 상대값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배선</c:v>
                  </c:pt>
                  <c:pt idx="1">
                    <c:v>Cu 배선 (하한)</c:v>
                  </c:pt>
                  <c:pt idx="2">
                    <c:v>Cu 배선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DD 공정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다마신 채택 배경과 이중 상감 흐름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28646"/>
                <a:gridCol w="364297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Al 배선 (RIE 서브트랙티브)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배선 (다마신)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RIE 식각 용이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휘발성 할로겐 화합물(CuCl₂, CuF) 미형성 → RIE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RC 지연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30–40% 감소 (낮은 비저항)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저항성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한계 도달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훨씬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식각(트렌치+비아) → 배리어/시드 → ECP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이중 상감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트렌치+비아 동시 충진, 공정 단계·비용 절감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집적화 과제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Via-First / Trench-First 두 흐름. 첨단 노드는 다공성 Low-k(k ≤ 2.5) 보호를 위해 금속 하드마스크(MHM) 통합 공정 채택.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유전체는 기계적 강도가 약하고 화학적 변형에 취약 → 후속 공정 결함의 근원.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nm 이하 노드에서 식각·금속화·CMP 상호작용이 수율·신뢰성 이슈로 직결.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RC 지연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배선의 RC 지연 30–40% 감소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지연 상대값 — CU는 AL 대비 30–40% 감소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그러나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Cu는 휘발성 할로겐 화합물을 만들지 않아 RIE 불가 → 다마신 필수.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다마신은 CMP를 요구 → un/overCMP 창 문제 내장.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Low-k는 강도·화학 변형에 취약 → 식각 손상 민감.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결함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네 가지 결함 — 발생 공정·직접 결과·신뢰성 파급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095"/>
                <a:gridCol w="2013509"/>
                <a:gridCol w="3624682"/>
                <a:gridCol w="2819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404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 기인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87952"/>
            <a:ext cx="545576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침식·펀치스루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비아 챔퍼 무너짐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8404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 기인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4187952"/>
            <a:ext cx="545576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잔류물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overCMP Dishing/Erosion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Process Flow Defect Map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