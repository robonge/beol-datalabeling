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하드마스크·Metal Short" id="{0c206d1e-a459-5fd4-0830-dcdd2d88905a}">
          <p14:sldIdLst>
            <p14:sldId id="256"/>
            <p14:sldId id="258"/>
            <p14:sldId id="259"/>
          </p14:sldIdLst>
        </p14:section>
        <p14:section name="일정" id="{4220c4dd-0f9b-4132-522d-0fbd25fc48a2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누설</c:v>
                </c:pt>
              </c:strCache>
            </c:strRef>
          </c:tx>
          <c:spPr>
            <a:solidFill>
              <a:srgbClr val="00B8A9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B8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D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6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온전 구조</c:v>
                  </c:pt>
                  <c:pt idx="1">
                    <c:v>국부 침식</c:v>
                  </c:pt>
                  <c:pt idx="2">
                    <c:v>펀치스루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50</c:v>
                </c:pt>
                <c:pt idx="2">
                  <c:v>300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E5E7EB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"/>
          <c:min val="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결함 원인 · MHM EROSION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하드마스크 침식 → Low-k 손상 → 펀치스루 → Metal Short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794053"/>
                <a:gridCol w="3035808"/>
                <a:gridCol w="275965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Si-CH₃ → Si-OH 전환 (O₂·플루오로카본)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유전율 급증, 누설 전류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MHM 적용 (TiN/TaN, 32 nm~)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PR 스트립·식각 중 Low-k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자체 침식 시작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ARDE 극복 과식각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이온 각도 분산 → 모서리(Shoulder)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국부 두께 부족·조기 소실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직접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식각 저항성 낮음 → CD 확장, 측벽 거칠기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좁은 스페이스 절연막 소실 → 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배리어/시드 PVD + ECP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병합된 트렌치에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인접 배선 금속 브릿지 → Metal Short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잔류물·금속 섬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옥사이드 마스크 패터닝 시 마이크로마스킹 → 금속 식각 후 잔류물, 차단된 금속 섬(Blocked etch metal island).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Cl 기반 플라즈마의 금속 측벽 공격, CHF₃ 과도 패시베이션 시 폴리머 잔류물 관찰.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하드마스크 두께 마진 확보가 배선 간 누설 억제와 신뢰성 보장의 최우선 선결 조건.</a:t>
            </a:r>
            <a:endParaRPr lang="en-US" sz="100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하드마스크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하드마스크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3576218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MHM 두께 split 투입 (3수준)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트렌치 식각 과식각 시간 split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57200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85216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FTIR/XPS 탄소 고갈 측정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85216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307738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07738" y="1627632"/>
            <a:ext cx="3576218" cy="0"/>
          </a:xfrm>
          <a:prstGeom prst="line">
            <a:avLst/>
          </a:prstGeom>
          <a:noFill/>
          <a:ln w="9525">
            <a:solidFill>
              <a:srgbClr val="00D9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07738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35754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Comb-Serpentine E-test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435754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07738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35754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FIB-TEM 단면 5점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435754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307738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435754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Voltage Ramp 누설 모니터링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435754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8158277" y="1280160"/>
            <a:ext cx="357621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58277" y="1627632"/>
            <a:ext cx="3576218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58277" y="1755648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86293" y="1828800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TDDB 125 °C 1000 h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286293" y="2212848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W04–W09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58277" y="2596896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86293" y="2670048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ARDE 모서리 침식 정량화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286293" y="3054096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158277" y="3438144"/>
            <a:ext cx="3576218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86293" y="3511296"/>
            <a:ext cx="33201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하드마스크 마진 스펙 제안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286293" y="3895344"/>
            <a:ext cx="332018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W10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57607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 = 평가 주차. TDDB 1000 h는 W04 투입 기준 W09 종료.</a:t>
            </a:r>
            <a:endParaRPr lang="en-US" sz="900" dirty="0"/>
          </a:p>
        </p:txBody>
      </p:sp>
      <p:sp>
        <p:nvSpPr>
          <p:cNvPr id="39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평가 방법 · 결과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전기·물리·화학 교차 검증과 평가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방법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189634"/>
                <a:gridCol w="2718511"/>
                <a:gridCol w="4077310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검출 대상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Comb-Serpentine 구조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Open/Short Failure, Line-to-Line Leakage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Voltage Ramp / TDDB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절연 파괴 시간, SILC 증가 패턴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FIB 절단 → TEM + EDS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하드마스크 잔존 두께, 트렌치 폭 확장, 브릿지 유무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화학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FTIR / XPS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탄소 고갈층 두께, Si-OH 생성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656769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결과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67665"/>
          <a:ext cx="7985455" cy="914400"/>
        </p:xfrm>
        <a:graphic>
          <a:graphicData uri="http://schemas.openxmlformats.org/drawingml/2006/table">
            <a:tbl>
              <a:tblPr/>
              <a:tblGrid>
                <a:gridCol w="2191817"/>
                <a:gridCol w="4697273"/>
                <a:gridCol w="1096366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평가 항목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손상 구조 결과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Comb 간 누설 전류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정상 대비 수백 배 급증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브릿지 저항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설계 스펙 이탈, 최악 Hard Short (수율 0%)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온전 구조 대비 수십 배 단축 (Cu⁺ 드리프트 가속)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단면 (ARDE)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좁은 패턴일수록 Shoulder 침식 심화, Defect adder 증가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하드마스크 두께 마진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누설 억제·신뢰성의 최우선 선결 조건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716975" y="1280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716975" y="1645920"/>
            <a:ext cx="30175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누설이 초기 전하 트랩으로 감소 → SILC 증가 → 절연 파괴 패턴 추적.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FIB-TEM/EDS로 하드마스크 잔존 두께·트렌치 폭·브릿지 직접 확인.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716975" y="5303520"/>
            <a:ext cx="3017520" cy="0"/>
          </a:xfrm>
          <a:prstGeom prst="line">
            <a:avLst/>
          </a:prstGeom>
          <a:noFill/>
          <a:ln w="9525">
            <a:solidFill>
              <a:srgbClr val="FF6B6B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716975" y="5376672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하드마스크 두께 마진 확보가 배선 간 누설 억제와 신뢰성 보장의 최우선 선결 조건.</a:t>
            </a:r>
            <a:endParaRPr lang="en-US" sz="100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누설 전류 · TDDB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손상 구조의 누설 급증과 TTF 단축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4864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5852160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COMB 누설 전류 상대값 (설명용: '수백 배' 기술 기반)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280160"/>
            <a:ext cx="54251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판독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1609344"/>
            <a:ext cx="5425135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펀치스루 영역 Comb 누설 수백 배 급증, 브릿지 저항 스펙 이탈 → Hard Short 시 수율 0%.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손상 유전막 TTF 수십 배 단축 — 친수성 경로 따라 Cu⁺ 드리프트 가속.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ARDE: 좁은 패턴일수록 Shoulder 침식·Defect adder 급증.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09360" y="5212080"/>
            <a:ext cx="5425135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09360" y="5285232"/>
            <a:ext cx="54251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하드마스크 두께 마진 확보가 배선 간 누설 억제와 신뢰성 보장의 최우선 선결 조건.</a:t>
            </a:r>
            <a:endParaRPr lang="en-US" sz="100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turquoise">
  <a:themeElements>
    <a:clrScheme name="Turquoise DS turquoise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B8A9"/>
      </a:accent1>
      <a:accent2>
        <a:srgbClr val="00D9FF"/>
      </a:accent2>
      <a:accent3>
        <a:srgbClr val="FF6B6B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turquois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M2 Hardmask Erosion Metal Short</dc:title>
  <dc:subject>PptxGenJS Presentation</dc:subject>
  <dc:creator>공정 AI팀</dc:creator>
  <cp:lastModifiedBy>공정 AI팀</cp:lastModifiedBy>
  <cp:revision>1</cp:revision>
  <dcterms:created xsi:type="dcterms:W3CDTF">2026-10-03T16:30:16Z</dcterms:created>
  <dcterms:modified xsi:type="dcterms:W3CDTF">2026-10-03T16:30:16Z</dcterms:modified>
</cp:coreProperties>
</file>