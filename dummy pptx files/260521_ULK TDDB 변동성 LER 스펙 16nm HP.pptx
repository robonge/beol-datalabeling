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신뢰성" id="{66a80715-7353-e6d9-6f43-93bc54b4959a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수명 감소 (자릿수)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멱법칙 (power law)</c:v>
                  </c:pt>
                  <c:pt idx="1">
                    <c:v>√E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자릿수 (log10)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SP-07 · 신뢰성 · TDDB 변동성 · TED 2025 / MR 2017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간격·LER 변동이 TDDB 수명에 미치는 영향 (16 nm HP)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684678"/>
                <a:gridCol w="2327148"/>
                <a:gridCol w="4654296"/>
                <a:gridCol w="1611173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변수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수명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다이간 간격 편차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1σ = 0.6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멱법칙 ~3자릿수↓ / √E ~1자릿수↓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LER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1σ = 1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LER 1σ &gt; 0.6 nm부터 LER 지배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전계 가속 모델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멱법칙 vs √E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수명 예측 100배 차이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참조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선간 간격 7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EUV 패터닝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10년 수명 달성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선간 간격 5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FSAV 공정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10년 수명 달성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E6F8F6"/>
          </a:solidFill>
          <a:ln w="12700">
            <a:solidFill>
              <a:srgbClr val="E6F8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166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가속 모델 확정 전까지 수명 예측은 조건부. 패터닝 스펙은 LER 1σ 0.6 nm을 분기점으로 설정.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SP-07 · 신뢰성 · 가속 모델 비교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전계 가속 모델에 따른 수명 감소 — 100배 갈린다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217920" cy="48463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58521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이상적 직선 대비 수명 감소 (자릿수), 16 NM HP, 간격 Σ 0.6 NM + LER Σ 1 NM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1280160"/>
            <a:ext cx="4739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모델 선택이 곧 스펙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1664208"/>
            <a:ext cx="4739335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멱법칙 가정 시 ~3자릿수, √E 가정 시 ~1자릿수 수명 감소 — 같은 데이터, 100배 차이.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거칠기 작을 때는 간격 변동이, LER 1σ &gt; 0.6 nm부터는 LER이 지배.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패터닝 스펙 분기점: LER 1σ 0.6 nm.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SP-07 · 신뢰성 · 모델 계보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임계값이 아니라 퍼콜레이션 경로의 통계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2015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Croes — 종합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Croes 2015: 넓은 전계 범위에서 impact damage 모델과 멱법칙이 데이터를 가장 잘 설명. 수명 ∝ 1/간격 가정.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218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2017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338218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Kocaay — LER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38218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Kocaay 2017: 거칠기 작을 때 간격 변동 지배, LER 1σ &gt; 0.6 nm부터 LER 지배.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다이간 간격 편차 1σ 0.6 nm + LER 1σ 1 nm 입력 시 수명 감소 정량화.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19237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9237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2025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Fang — 3D 모델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Fang 2025: 위치별 최단 금속–금속 퍼콜레이션 경로 → 고장확률 → 최약고리 통계 (2단계). 비아 오정렬·T2T·LER·간격 변동 포함.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결론: 선–선 간격 7 nm는 EUV 패터닝, 5 nm는 FSAV 공정으로 10년 수명 달성 가능.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SP-07 · 신뢰성 · 3D TDDB 평가 흐름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3D TDDB 모델 평가 흐름과 입력 변수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레이아웃·변동 입력 (오정렬·T2T·LER·간격)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83475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94955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7835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7835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977835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위치별 최단 금속–금속 퍼콜레이션 경로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21230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32710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15590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5590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315590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위치별 고장확률 산출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58985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70465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53345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53345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653345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최약고리 통계로 합산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96740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08220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91100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91100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991100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10년 수명 기준 변동 스펙 도출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6949440" cy="914400"/>
        </p:xfrm>
        <a:graphic>
          <a:graphicData uri="http://schemas.openxmlformats.org/drawingml/2006/table">
            <a:tbl>
              <a:tblPr/>
              <a:tblGrid>
                <a:gridCol w="2509114"/>
                <a:gridCol w="2123237"/>
                <a:gridCol w="23161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입력 변수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값 / 가정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비고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다이간 간격 편차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1σ 0.6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16 nm HP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LER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1σ 1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&gt;0.6 nm부터 지배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전계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멱법칙 / √E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100배 차이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선간 간격 목표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7 nm / 5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EUV / FSAV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7726680" y="3017520"/>
            <a:ext cx="4007815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7909560" y="3154680"/>
            <a:ext cx="3642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판정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909560" y="3566160"/>
            <a:ext cx="36420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7 nm 간격 PASS (EUV), 5 nm 간격 PASS (FSAV 전제).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가속 모델 미확정 구간은 조건부 유지.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ULK TDDB 변동성과 스펙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