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afb8e5c8-7126-22f6-299b-1bcb205ce4e8}">
          <p14:sldIdLst>
            <p14:sldId id="256"/>
          </p14:sldIdLst>
        </p14:section>
        <p14:section name="unCMP" id="{4ae5c440-43d3-ee99-5aba-5c6e317c1f14}">
          <p14:sldIdLst>
            <p14:sldId id="257"/>
          </p14:sldIdLst>
        </p14:section>
        <p14:section name="종합" id="{2e58780f-8c30-5bfe-69d0-b6069bb076bd}">
          <p14:sldIdLst>
            <p14:sldId id="258"/>
            <p14:sldId id="259"/>
          </p14:sldIdLst>
        </p14:section>
        <p14:section name="일정" id="{0a726dbb-529a-0cba-c990-f10770b0614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Comb 누설 (하드마스크)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TDDB TTF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온전 구조</c:v>
                  </c:pt>
                  <c:pt idx="1">
                    <c:v>유전막 손상 구조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Metal Short 경로 1 — 하드마스크 침식·펀치스루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잔류물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Metal Short 경로 2 — unCMP 잔류물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평가 방법 비교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두 경로의 평가 방법 — 공통 구조와 차이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하드마스크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39896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unCMP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공통: Comb-Serpentine E-test.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차이: 하드마스크는 FIB-TEM·FTIR, unCMP는 EBAC 국소화·AFM.</a:t>
            </a:r>
            <a:endParaRPr lang="en-US" sz="105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 비교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누설 급증과 TTF 단축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TTF 상대값 — 수십 배 단축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7295" cy="914400"/>
        </p:xfrm>
        <a:graphic>
          <a:graphicData uri="http://schemas.openxmlformats.org/drawingml/2006/table">
            <a:tbl>
              <a:tblPr/>
              <a:tblGrid>
                <a:gridCol w="3561588"/>
                <a:gridCol w="4155034"/>
                <a:gridCol w="35615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7738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5754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5754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3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Metal Short Hardmask unCMP Merged</dc:title>
  <dc:subject>PptxGenJS Presentation</dc:subject>
  <dc:creator>공정 AI팀</dc:creator>
  <cp:lastModifiedBy>공정 AI팀</cp:lastModifiedBy>
  <cp:revision>1</cp:revision>
  <dcterms:created xsi:type="dcterms:W3CDTF">2026-10-03T16:30:18Z</dcterms:created>
  <dcterms:modified xsi:type="dcterms:W3CDTF">2026-10-03T16:30:18Z</dcterms:modified>
</cp:coreProperties>
</file>