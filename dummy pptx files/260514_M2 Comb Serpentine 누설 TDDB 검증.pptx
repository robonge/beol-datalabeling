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f5e7ddbb-e25a-de7d-abcb-82260b6fa52b}">
          <p14:sldIdLst>
            <p14:sldId id="256"/>
            <p14:sldId id="257"/>
            <p14:sldId id="259"/>
          </p14:sldIdLst>
        </p14:section>
        <p14:section name="일정" id="{bf38c784-4b49-c415-496b-82e61ecdb80f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Comb 누설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TDDB TTF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온전 구조</c:v>
                  </c:pt>
                  <c:pt idx="1">
                    <c:v>유전막 손상 구조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검증 방법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Comb-Serpentine·TDDB·FIB-TEM · 검증 방법과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7985455" cy="914400"/>
        </p:xfrm>
        <a:graphic>
          <a:graphicData uri="http://schemas.openxmlformats.org/drawingml/2006/table">
            <a:tbl>
              <a:tblPr/>
              <a:tblGrid>
                <a:gridCol w="2191817"/>
                <a:gridCol w="4697273"/>
                <a:gridCol w="1096366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dd_flow_schemat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1280160"/>
            <a:ext cx="3017520" cy="15361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2862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 패터닝 흐름 (VIA-FIRST / TRENCH-FIRST) — 참고 도식, CC BY ELECTRONICS 2022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3584448"/>
            <a:ext cx="301752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그림은 유사 구조 참고용 — 본 split 샘플이 아님.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누설 · 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누설 전류와 TDDB TTF · 손상 구조 vs 온전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TTF 상대값 — 수십 배 단축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누설 패턴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초기 전하 트랩으로 감소 → SILC 증가 → 절연 파괴.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 확인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38218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FIB 절단 → TEM/EDS: 잔존 두께·CD 확장·브릿지.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화학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9237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FTIR/XPS 탄소 고갈층·Si-OH 정량.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trench_xsec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9709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2296807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트렌치 단면 TEM (기준 / 에어갭 제외 / 포함) — 유사 구조 참고, CC BY ELECTRONICS 2022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Done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2478938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438144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85216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210458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Doing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10458" y="1627632"/>
            <a:ext cx="247893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10458" y="1755648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8474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338474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10458" y="2596896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38474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338474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10458" y="3438144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38474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338474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5963717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63717" y="1627632"/>
            <a:ext cx="2478938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63717" y="1755648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1733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091733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63717" y="2596896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91733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091733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963717" y="3438144"/>
            <a:ext cx="247893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91733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091733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평가 설계 포인트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전기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구조와 조건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Comb-Serpentine으로 미세 CD 확장·브릿지 극대화 검출.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Voltage Ramp·정전압 TDDB 병행.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39776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물리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국소화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단락 검출 지점 FIB 절단.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TEM/EDS로 브릿지 조성 확인.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39776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판정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마진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하드마스크 두께 마진 = 선결 조건.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좁은 패턴 Shoulder 침식 우선 관리.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Comb Serpentine Leakage TDDB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