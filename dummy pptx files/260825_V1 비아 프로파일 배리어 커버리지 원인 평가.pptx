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비아 챔퍼" id="{8ee332b2-4e67-0bb3-dcaa-c911c4d4ad5e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Recess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초기 (WAT 통과)</c:v>
                  </c:pt>
                  <c:pt idx="1">
                    <c:v>스트레스 후 (하한)</c:v>
                  </c:pt>
                  <c:pt idx="2">
                    <c:v>스트레스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원인 · 평가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무너짐 — 원인 단계와 평가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원인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597457"/>
                <a:gridCol w="3193999"/>
                <a:gridCol w="3193999"/>
              </a:tblGrid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VFTL 흐름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M1까지 비아 선식각 → 재포토 → 트렌치 식각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비아 상단 모서리 장시간 플라즈마 노출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ARDE 극복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입사 에너지·과식각 시간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BARC 희생층에도 모서리 집중 식각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각도 분산·시스 스퍼터링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최상단 모서리 집중 타격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챔퍼 무너짐 (Shoulder Loss), V자형·나팔형 프로파일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PVD TaN/Ta + Cu 시드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직진성 → 무너진 모서리에 두껍게 누적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오버행(Overhang), 입구 축소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ECP Cu 충진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입구 선폐쇄 (Top pinch-off)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비아 하단·경계 Void → 비아 R↑, Open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배리어 측벽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Zero Step Coverage 영역 발생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Cu → Low-k 침투 방어선 단절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77284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8180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측정·판독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단계별 TEM + EDX 매핑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비아 프로파일, 모서리 Ta 두께, 바닥 Cu Recess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과도 플라즈마 파워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비아 바닥·챔퍼 Cu 산화·유실, TaN 단절 관찰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HTOL / 고전류 EM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WAT 통과 칩도 수십 h 후 Recess 2–3배 → 급격 고장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신뢰성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TDDB (E / E² 모델)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챔퍼 경유 Cu⁺ 드리프트 → 트랩 포화 → 단락 경로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침투한 Cu⁺는 수분(Si-OH)과 반응해 Low-k 내부 전하 트랩을 포화시키고 절연막을 단숨에 관통.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전기장이 활성화 에너지를 낮춘다는 E-Model / E²-Model로 해석.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구조적 무너짐 → 확산 방어선 파괴 + 유전막 화학적 취약성 극대화 → 전기적 수명 근본 박탈.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연쇄 메커니즘.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RECESS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열·전기 응력 후 Cu Recess 2–3배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RECESS 상대 깊이 — 수십 H 열·전기 응력 후 2–3배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280160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609344"/>
            <a:ext cx="54251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초기 WAT 통과 ≠ 신뢰성 통과 — 수십 h 후 급격 고장.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플라즈마 파워 과다 시 비아 바닥·챔퍼 Cu 산화·유실, TaN 단절.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ALD Ru 라이너로 오버행·핀치오프 확률 저감 (복구 기술 참조).</a:t>
            </a:r>
            <a:endParaRPr lang="en-US" sz="105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V1 Via Profile Barrier Coverage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