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신뢰성" id="{2e171777-5cc5-978e-aa5d-c21f175ad119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트랩 준위 (eV)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OSG3.0 φ_T</c:v>
                  </c:pt>
                  <c:pt idx="1">
                    <c:v>SiO₂ φ_T</c:v>
                  </c:pt>
                  <c:pt idx="2">
                    <c:v>Al₂O₃ Φ(하)</c:v>
                  </c:pt>
                  <c:pt idx="3">
                    <c:v>Al₂O₃ Φ(상)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</c:v>
                </c:pt>
                <c:pt idx="1">
                  <c:v>0.77</c:v>
                </c:pt>
                <c:pt idx="2">
                  <c:v>1.33</c:v>
                </c:pt>
                <c:pt idx="3">
                  <c:v>1.36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상대 유전율 εᵣ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εᵣ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OSG3.0</c:v>
                  </c:pt>
                  <c:pt idx="1">
                    <c:v>SiO₂</c:v>
                  </c:pt>
                  <c:pt idx="2">
                    <c:v>Al₂O₃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4.2</c:v>
                </c:pt>
                <c:pt idx="2">
                  <c:v>8.9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SP-07b · 신뢰성 · MIM 유전체 · IEEE TED 2025 (GIUSI)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SiO₂ / Al₂O₃ / OSG3.0 MIM — 전도 기구·누설·LF 잡음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227125"/>
                <a:gridCol w="1841602"/>
                <a:gridCol w="1994306"/>
                <a:gridCol w="2761488"/>
                <a:gridCol w="920801"/>
                <a:gridCol w="1380744"/>
                <a:gridCol w="115031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유전체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두께 / εᵣ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지배 전도 기구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트랩 준위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누설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LF 잡음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SiO₂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6 nm / 4.2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Poole-Frenkel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φ_T 0.77 ± 0.01 eV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최저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최저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Al₂O₃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5 nm / 8.9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FN 트랩보조 터널링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Φ 1.36 (상) / 1.33 eV (하)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최대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중간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OSG3.0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12 nm / 3.0 (기공 7%)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호핑 / 비정상 PF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φ_T 0.44 eV · 호핑 0.6 nm · Ea 0.47 eV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중간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최악 (RTS 다발)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73075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조건: TiN 전극, 25–200 °C, 최대 ~12 MV/cm.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누설·잡음 모두 SiO₂가 최고. Al₂O₃는 누설 최대, OSG3.0은 잡음 최악 + 비정상 RTS 이벤트로 전기적 불안정.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SP-07b · 트랩 준위 · 유전율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트랩 준위와 유전율 — 낮은 k의 대가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01488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5135728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33008" y="1280160"/>
            <a:ext cx="5501488" cy="3840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8" name="Chart 1" descr=""/>
          <p:cNvGraphicFramePr/>
          <p:nvPr/>
        </p:nvGraphicFramePr>
        <p:xfrm>
          <a:off x="6415888" y="1463040"/>
          <a:ext cx="5135728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303520"/>
            <a:ext cx="11277295" cy="822960"/>
          </a:xfrm>
          <a:prstGeom prst="roundRect">
            <a:avLst>
              <a:gd name="adj" fmla="val 17778"/>
            </a:avLst>
          </a:prstGeom>
          <a:solidFill>
            <a:srgbClr val="FFF4F1"/>
          </a:solidFill>
          <a:ln w="12700">
            <a:solidFill>
              <a:srgbClr val="FFF4F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53949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해석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OSG3.0은 εᵣ 3.0으로 정전용량은 유리하지만 φ_T 0.44 eV의 얕은 트랩과 0.6 nm 호핑으로 RTS 잡음이 다발 — 정전용량만 보고 고를 수 없음.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SP-07b · 판독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유전체마다 전도 기구가 다르다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271016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SIO₂ 6 NM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Poole-Frenkel · PASS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φ_T 0.77 ± 0.01 eV. 누설·잡음 모두 최저 — 기준 유전체.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1280160"/>
            <a:ext cx="1371600" cy="23774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280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AL₂O₃ 5 NM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338218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FN 트랩보조 터널링 · FAIL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Φ 1.36 eV(상부) / 1.33 eV(하부). εᵣ 8.9로 정전용량은 최대지만 누설이 가장 큼.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19237" y="1280160"/>
            <a:ext cx="1572768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9237" y="128016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OSG3.0 12 NM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호핑 / 비정상 PF · 조건부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φ_T 0.44 eV, 호핑거리 0.6 nm, Ea 0.47 eV, 기공률 7%. 잡음 최악 + 비정상 RTS 이벤트로 전기적 불안정.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11277295" cy="914400"/>
          </a:xfrm>
          <a:prstGeom prst="roundRect">
            <a:avLst>
              <a:gd name="adj" fmla="val 16000"/>
            </a:avLst>
          </a:prstGeom>
          <a:solidFill>
            <a:srgbClr val="E6F8F6"/>
          </a:solidFill>
          <a:ln w="12700">
            <a:solidFill>
              <a:srgbClr val="E6F8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저유전율 도입 대가는 정전용량만이 아님 — 유전체 자체 품질 항목을 split 평가에 포함.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oral">
  <a:themeElements>
    <a:clrScheme name="Turquoise DS 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B8A9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 유전체 저주파 잡음 split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