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2317b282-6815-5064-c824-3a2a08e37750}">
          <p14:sldIdLst>
            <p14:sldId id="256"/>
            <p14:sldId id="257"/>
            <p14:sldId id="259"/>
          </p14:sldIdLst>
        </p14:section>
        <p14:section name="일정" id="{4f8cccb1-425b-5d58-8578-d71547ed47f7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Comb 누설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TDDB TTF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온전 구조</c:v>
                  </c:pt>
                  <c:pt idx="1">
                    <c:v>유전막 손상 구조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평가 방법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Comb-Serpentine·TDDB·FIB-TEM — 평가 방법과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11277295" cy="914400"/>
        </p:xfrm>
        <a:graphic>
          <a:graphicData uri="http://schemas.openxmlformats.org/drawingml/2006/table">
            <a:tbl>
              <a:tblPr/>
              <a:tblGrid>
                <a:gridCol w="1679753"/>
                <a:gridCol w="3838651"/>
                <a:gridCol w="5758891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11277295" cy="914400"/>
        </p:xfrm>
        <a:graphic>
          <a:graphicData uri="http://schemas.openxmlformats.org/drawingml/2006/table">
            <a:tbl>
              <a:tblPr/>
              <a:tblGrid>
                <a:gridCol w="3096158"/>
                <a:gridCol w="6633972"/>
                <a:gridCol w="1548079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누설 · 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누설 전류와 TDDB TTF — 손상 구조 vs 온전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TTF 상대값 — 수십 배 단축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누설 패턴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초기 전하 트랩으로 감소 → SILC 증가 → 절연 파괴.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 확인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38218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FIB 절단 → TEM/EDS: 잔존 두께·CD 확장·브릿지.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화학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9237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FTIR/XPS 탄소 고갈층·Si-OH 정량.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7738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5754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5754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3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평가 설계 포인트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전기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구조와 조건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Comb-Serpentine으로 미세 CD 확장·브릿지 극대화 검출.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Voltage Ramp·정전압 TDDB 병행.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물리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국소화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단락 검출 지점 FIB 절단.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TEM/EDS로 브릿지 조성 확인.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판정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마진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하드마스크 두께 마진 = 선결 조건.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좁은 패턴 Shoulder 침식 우선 관리.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Comb Serpentine TDDB Eval Methods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