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8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배경" id="{84ddbaa1-dff8-4c17-f798-44faa64a5ac0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RC 지연 상대값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 배선</c:v>
                  </c:pt>
                  <c:pt idx="1">
                    <c:v>Cu 배선 (하한)</c:v>
                  </c:pt>
                  <c:pt idx="2">
                    <c:v>Cu 배선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70</c:v>
                </c:pt>
                <c:pt idx="2">
                  <c:v>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 · DD 공정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Cu 다마신 채택 배경과 이중 상감 흐름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2428646"/>
                <a:gridCol w="364297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Al 배선 (RIE 서브트랙티브)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배선 (다마신)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패터닝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RIE 식각 용이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휘발성 할로겐 화합물(CuCl₂, CuF) 미형성 → RIE 불가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RC 지연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30–40% 감소 (낮은 비저항)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 저항성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한계 도달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훨씬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식각(트렌치+비아) → 배리어/시드 → ECP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이중 상감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트렌치+비아 동시 충진, 공정 단계·비용 절감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cu_line_schemat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3624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688282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배선 배리어·라이너·캡 구조와 CU 체적 잠식 — 참고 도식, CC BY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3044898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집적화 과제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374082"/>
            <a:ext cx="3367735" cy="2798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Via-First / Trench-First 두 흐름. 첨단 노드는 다공성 Low-k(k ≤ 2.5) 보호를 위해 금속 하드마스크(MHM) 통합 공정 채택.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다공성 유전체는 기계적 강도가 약하고 화학적 변형에 취약 → 후속 공정 결함의 근원.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10 nm 이하 노드에서 식각·금속화·CMP 상호작용이 수율·신뢰성 이슈로 직결.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 · RC 지연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Cu 배선의 RC 지연 30–40% 감소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 지연 상대값 — CU는 AL 대비 30–40% 감소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280160"/>
            <a:ext cx="5425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그러나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609344"/>
            <a:ext cx="54251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Cu는 휘발성 할로겐 화합물을 만들지 않아 RIE 불가 → 다마신 필수.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다마신은 CMP를 요구 → un/overCMP 창 문제 내장.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다공성 Low-k는 강도·화학 변형에 취약 → 식각 손상 민감.</a:t>
            </a:r>
            <a:endParaRPr lang="en-US" sz="105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 · 불량 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네 가지 불량 · 발생 공정·직접 결과·신뢰성 영향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711135" cy="914400"/>
        </p:xfrm>
        <a:graphic>
          <a:graphicData uri="http://schemas.openxmlformats.org/drawingml/2006/table">
            <a:tbl>
              <a:tblPr/>
              <a:tblGrid>
                <a:gridCol w="1927555"/>
                <a:gridCol w="1377086"/>
                <a:gridCol w="2478938"/>
                <a:gridCol w="19275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결함 유형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발생 공정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직접 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파급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고갈 /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트렌치·비아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CD 확장,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 수십 배 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unCMP 잔류물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Cu/배리어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Cu·TaN 잔류 → 횡방향 누설·단락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Dishing /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과연마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 감소 → 선저항 +10–20%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J↑·줄 발열 → EM MTTF 급감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 과식각 (VFTL)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오버행 → 핀치오프 → Cu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Open, 배리어 단절 → TDDB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cu_rdl_fi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27203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34095" y="40462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배선 FIB 단면 (AS-FABRICATED) — DISHING/형상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494276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식각 기인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841748"/>
            <a:ext cx="5455768" cy="133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하드마스크 침식·펀치스루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비아 챔퍼 무너짐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278728" y="4494276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연마 기인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4841748"/>
            <a:ext cx="5455768" cy="133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unCMP 잔류물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overCMP Dishing/Erosion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DD Flow Defect Mapping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