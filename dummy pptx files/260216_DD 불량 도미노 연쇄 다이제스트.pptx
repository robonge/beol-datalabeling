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종합" id="{fd394fe5-1aea-f67c-172a-1b657be2be73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불량 도미노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불량별 1차·2차 효과와 최종 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856232"/>
                <a:gridCol w="1998878"/>
                <a:gridCol w="1998878"/>
                <a:gridCol w="185623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1차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2차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최종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침식·펀치스루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손상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확장·브릿지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Metal Short, 누설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Open, TDDB 파멸적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Preston 압력 집중 →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→ 줄 발열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기하급수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미세 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즉각 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창 협소화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1754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25013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식각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침식·펀치스루 → 플라즈마 손상 → Metal Short.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챔퍼 무너짐 → 오버행 → Void·배리어 단절.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338218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연마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overCMP → Dishing/Erosion → 단면적↓ → J↑·줄 발열 → EM 가속.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 → 잔류 브릿지 → WAT 불량.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19237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HMDS·ALD Ru/Co·에어갭으로 수명 연장, 1.5 nm 이후 Semi-DD + BSPDN.</a:t>
            </a:r>
            <a:endParaRPr lang="en-US" sz="105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CMP 공정 창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unCMP와 overCMP 사이의 좁은 공정 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167689"/>
                <a:gridCol w="2189074"/>
                <a:gridCol w="2189074"/>
                <a:gridCol w="204368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</a:rPr>
              <a:t>+10%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저항 Failure 기준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A8D8"/>
                </a:solidFill>
              </a:rPr>
              <a:t>pA → 수십 Ω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unCMP 선간 전류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06624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10–20%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090672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수 nm Dishing 저항 상승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511296"/>
            <a:ext cx="3367735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연마를 줄이면 잔류 브릿지, 늘리면 Dishing — 더미 필 최적화와 함께 극히 좁은 마진에서 통제.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Failure Chain Digest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