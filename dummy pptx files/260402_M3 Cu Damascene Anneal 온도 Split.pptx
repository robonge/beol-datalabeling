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슬라이드는 평가 전체의 외연을 정의하는 첫 페이지입니다. 별도 표지가 없으므로 첫 장이 곧 도입부 역할을 합니다. 발표 시 Cu 어닐링 온도가 350도와 400도 두 split 으로 구성된 이유 — 예전 baseline 대비 50도 상향 시 안정성을 보고 싶었던 내부 요청 — 를 짚고, 이후 슬라이드 8장까지 CD 변동과 단면 분석으로 좁혀지고, 마지막 세 장은 누적 분포와 W2W 비교로 닫힌다는 흐름을 안내합니다. 본 수의 데이터는 모두 더미이므로 절대 인용하지 말 것을 미리 고지합니다.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슬라이드는 평가가 어떤 wafer로 구성되어 있고 무엇을 어디까지 잴 것인지를 한 번에 보여주는 매트릭스 페이지입니다. W03이 350도 baseline, W07이 400도 test, W11이 350도 repeat로 reproducibility 확인용이라는 점을 짚고, 이후 슬라이드에서는 wafer별 CD 변동과 단면을 W03과 W07을 기준으로 비교하고 W11은 reproducibility 참고로 본다는 흐름을 안내합니다. 마지막 행에서 단면은 W03과 W07에서만 site를 뽑았다는 점을 분명히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350°C baseline의 대표 단면을 보는 슬라이드입니다. 좌측 큰 단면 이미지(공개 BEOL reference 이미지)와 우측 측정값 테이블을 한 화면에서 같이 봅니다. 발표 시 AASI / ASEI / AMI / ACI 네 항목 모두 spec 안에 있고 sidewall angle도 86도 이상이라는 점을 짚습니다. site 1은 wafer 중심부이고 recess나 void가 관측되지 않는다는 점이 키 테이크어웨이입니다. dummy 데이터이므로 절대 수치를 인용하지 않도록 주의합니다.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400°C 대표 단면을 350°C baseline과 나란히 놓고 비교하는 슬라이드입니다. 두 이미지를 위쪽 절반에 두고 아래 절반에는 델타 테이블을 둡니다. 발표 시 350에서 400으로 50도가 올라가도 AASI / ASEI 변동이 ±0.04 nm에 불과하다는 점을 짚고, 대신 Cu grain size가 +14 nm 추정되어 anneal 강화의 흔적이 미세하게 남는다는 점을 짚습니다. sidewall angle 도 0.5도 정도만 감소해 spec 내에서 큰 차이가 아님을 분명히 합니다. dummy 데이터이므로 절대 인용하지 않도록 분명히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SEM 이상 사례 4건을 보여주는 슬라이드입니다. 2x2 그리드의 각 카드별로 Case A는 ULK 상부 손상, Case B는 line footing, Case C는 interface 박리 의심, Case D는 pre-pit / local roughness 사례입니다. 발표 시 4건 모두 spec-in이지만 위치가 edge, ring, lot-dependent라는 패턴을 짚고, 400°C 데이터가 일부 site에서 footing을 보인다는 점이 anneal 강화의 trade-off 가능성이 있는지 후속 슬라이드의 within-wafer uniformity로 연결된다는 점을 짚습니다. dummy 데이터임을 분명히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 계면 분석 슬라이드입니다. 좌측에 TEM reference 이미지를, 우측에 스택별 두께 비교 테이블과 메모를 둡니다. 발표 시 400°C에서도 cap, Ru, TaN, Ta의 두께가 거의 동일하게 유지되어 barrier stack이 anneal 강화에 견딘다는 점을 짚고, 다만 Cu bulk grain이 약 14 nm 성장해 Rc 감소의 미세 원인이 될 수 있다는 점을 후행 슬라이드의 Rs/Rc 분포로 연결합니다. dummy 데이터이므로 절대 인용하지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AASI CD 변동 슬라이드입니다. 한 wafer당 69 site에서 측정한 mean, 3σ, min, max, range, target δ, spec-in rate를 표로 정리합니다. 발표 시 W07 400°C가 3σ 0.58 nm로 가장 좁고 (348 site 분석 시), W11 350°C repeat에서 한 site만 spec에 가까이 가는 변동이 있다는 것을 짚고, 400°C anneal이 CD 분포를 오히려 더 tight하게 만든다는 점이 흥미롭다고 합니다. dummy 데이터이므로 실측 인용 금지를 분명히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AMI와 ACI 변동을 함께 보는 슬라이드입니다. 9.2와 8.6 nm이라는 매우 작은 CD 영역의 변동을 평가합니다. 발표 시 W07 400°C에서 AMI는 +0.03 nm 굵어지고 ACI는 −0.04 nm 얇아지는 비대칭이 관측된다는 점을 짚고, 두 변동이 spec 안에 머무는 한 큰 문제는 아니지만 같은 anneal 강화에도 두 metric이 다른 방향으로 미세하게 움직인다는 점이 흥미롭다는 점을 짚습니다. 350°C repeat인 W11의 ACI가 +0.03 nm로 가장 spec에서 멀리 있는 편이지만 여전히 in-spec임을 분명히 합니다. dummy 데이터임을 강조합니다.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in-wafer 균일성과 69pt wafer map 슬라이드입니다. 좌측에 W03의 9x9 wafer map이 크게 있고 12개의 가장자리 cell은 회색 점선으로 edge-excluded 표시, 나머지 69개 활성 cell은 AASI 값을 보여줍니다. 우측에 3 wafer 균일성 표 + 7x7 mini map 3개와 observation이 있습니다. 발표 시 W07 400°C가 WIWNU% 2.48로 가장 tight하고, W11이 3.03으로 분산이 더 크다는 점을 짚으며, 패턴이 split-specific라기보다 lot-specific하다는 점을 분명히 합니다. dummy 데이터임을 분명히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전기 분포와 종합 슬라이드입니다. 좌측에 Rs line의 percentile 표 40 die/wafer, 우측에 Rc via chain 표 32 chain/wafer. 발표 시 두 지표 모두 400°C에서 median이 작은 폭으로 감소해 grain 성장의 영향이 자연스럽게 반영되고, P10/P90 모두 9~12 Ω/sq 안에 머무른다는 점이 spec-friendly한 분포 변화라는 점을 짚습니다. W3 wafer가 99% 안에 들어가 max 308 Ω/sq로 320 Ω/sq 한도 아래, Rc는 5.62×10⁻⁹ Ω·μm²로 spec 한도 6.0 안. W11 repeat lot도 reproducibility 양호. dummy 데이터임을 분명히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4.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slideLayout" Target="../slideLayouts/slideLayout1.xml"/><Relationship Id="rId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8.png"/><Relationship Id="rId10" Type="http://schemas.openxmlformats.org/officeDocument/2006/relationships/image" Target="../media/image-9-10.png"/><Relationship Id="rId11" Type="http://schemas.openxmlformats.org/officeDocument/2006/relationships/slideLayout" Target="../slideLayouts/slideLayout1.xml"/><Relationship Id="rId1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slideLayout" Target="../slideLayouts/slideLayout1.xml"/><Relationship Id="rId9"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image" Target="../media/image-11-8.png"/><Relationship Id="rId10" Type="http://schemas.openxmlformats.org/officeDocument/2006/relationships/image" Target="../media/image-11-10.png"/><Relationship Id="rId11" Type="http://schemas.openxmlformats.org/officeDocument/2006/relationships/slideLayout" Target="../slideLayouts/slideLayout1.xml"/><Relationship Id="rId1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EFE6D3"/>
        </a:solidFill>
      </p:bgPr>
    </p:bg>
    <p:spTree>
      <p:nvGrpSpPr>
        <p:cNvPr id="1" name=""/>
        <p:cNvGrpSpPr/>
        <p:nvPr/>
      </p:nvGrpSpPr>
      <p:grpSpPr>
        <a:xfrm>
          <a:off x="0" y="0"/>
          <a:ext cx="0" cy="0"/>
          <a:chOff x="0" y="0"/>
          <a:chExt cx="0" cy="0"/>
        </a:xfrm>
      </p:grpSpPr>
      <p:sp>
        <p:nvSpPr>
          <p:cNvPr id="3" name="Shape 0"/>
          <p:cNvSpPr/>
          <p:nvPr/>
        </p:nvSpPr>
        <p:spPr>
          <a:xfrm>
            <a:off x="0" y="0"/>
            <a:ext cx="914400" cy="10287000"/>
          </a:xfrm>
          <a:prstGeom prst="rect">
            <a:avLst/>
          </a:prstGeom>
          <a:solidFill>
            <a:srgbClr val="26201A"/>
          </a:solidFill>
          <a:ln w="12700">
            <a:solidFill>
              <a:srgbClr val="FFFFFF">
                <a:alpha val="0"/>
              </a:srgbClr>
            </a:solidFill>
            <a:prstDash val="solid"/>
          </a:ln>
        </p:spPr>
      </p:sp>
      <p:sp>
        <p:nvSpPr>
          <p:cNvPr id="4" name="Shape 1"/>
          <p:cNvSpPr/>
          <p:nvPr/>
        </p:nvSpPr>
        <p:spPr>
          <a:xfrm>
            <a:off x="1333195" y="8762695"/>
            <a:ext cx="15620695" cy="666598"/>
          </a:xfrm>
          <a:prstGeom prst="rect">
            <a:avLst/>
          </a:prstGeom>
          <a:solidFill>
            <a:srgbClr val="26201A"/>
          </a:solidFill>
          <a:ln w="12700">
            <a:solidFill>
              <a:srgbClr val="FFFFFF">
                <a:alpha val="0"/>
              </a:srgbClr>
            </a:solidFill>
            <a:prstDash val="solid"/>
          </a:ln>
        </p:spPr>
      </p:sp>
      <p:pic>
        <p:nvPicPr>
          <p:cNvPr id="5" name="Image 0" descr="gen-dedup-ee2797a7343da27f4ed793666bd877a1.png">    </p:cNvPr>
          <p:cNvPicPr>
            <a:picLocks noChangeAspect="1"/>
          </p:cNvPicPr>
          <p:nvPr/>
        </p:nvPicPr>
        <p:blipFill>
          <a:blip r:embed="rId1"/>
          <a:srcRect l="-411" r="-411" t="0" b="0"/>
          <a:stretch/>
        </p:blipFill>
        <p:spPr>
          <a:xfrm>
            <a:off x="1333195" y="8762695"/>
            <a:ext cx="57607" cy="666598"/>
          </a:xfrm>
          <a:prstGeom prst="rect">
            <a:avLst/>
          </a:prstGeom>
        </p:spPr>
      </p:pic>
      <p:sp>
        <p:nvSpPr>
          <p:cNvPr id="6" name="Text 2"/>
          <p:cNvSpPr txBox="1"/>
          <p:nvPr/>
        </p:nvSpPr>
        <p:spPr>
          <a:xfrm>
            <a:off x="0" y="1904695"/>
            <a:ext cx="372161" cy="2286000"/>
          </a:xfrm>
          <a:prstGeom prst="rect">
            <a:avLst/>
          </a:prstGeom>
          <a:noFill/>
          <a:ln/>
        </p:spPr>
        <p:txBody>
          <a:bodyPr wrap="square" lIns="0" tIns="0" rIns="0" bIns="0" rtlCol="0" anchor="ctr"/>
          <a:lstStyle/>
          <a:p>
            <a:pPr algn="l" indent="0" marL="0">
              <a:lnSpc>
                <a:spcPct val="100000"/>
              </a:lnSpc>
              <a:buNone/>
            </a:pPr>
            <a:r>
              <a:rPr lang="en-US" sz="825" spc="264" kern="0" dirty="0">
                <a:solidFill>
                  <a:srgbClr val="D6C79C"/>
                </a:solidFill>
                <a:latin typeface="IBM Plex Mono" pitchFamily="34" charset="0"/>
                <a:ea typeface="IBM Plex Mono" pitchFamily="34" charset="-122"/>
                <a:cs typeface="IBM Plex Mono" pitchFamily="34" charset="-120"/>
              </a:rPr>
              <a:t>SECTION 01 / 11</a:t>
            </a:r>
            <a:endParaRPr lang="en-US" sz="825" dirty="0"/>
          </a:p>
        </p:txBody>
      </p:sp>
      <p:sp>
        <p:nvSpPr>
          <p:cNvPr id="7" name="Text 3"/>
          <p:cNvSpPr txBox="1"/>
          <p:nvPr/>
        </p:nvSpPr>
        <p:spPr>
          <a:xfrm>
            <a:off x="0" y="5333695"/>
            <a:ext cx="391363" cy="1905610"/>
          </a:xfrm>
          <a:prstGeom prst="rect">
            <a:avLst/>
          </a:prstGeom>
          <a:noFill/>
          <a:ln/>
        </p:spPr>
        <p:txBody>
          <a:bodyPr wrap="square" lIns="0" tIns="0" rIns="0" bIns="0" rtlCol="0" anchor="ctr"/>
          <a:lstStyle/>
          <a:p>
            <a:pPr algn="l" indent="0" marL="0">
              <a:lnSpc>
                <a:spcPct val="100000"/>
              </a:lnSpc>
              <a:buNone/>
            </a:pPr>
            <a:r>
              <a:rPr lang="en-US" sz="975" spc="215" kern="0" dirty="0">
                <a:solidFill>
                  <a:srgbClr val="EFE6D3"/>
                </a:solidFill>
                <a:latin typeface="Noto Sans KR" pitchFamily="34" charset="0"/>
                <a:ea typeface="Noto Sans KR" pitchFamily="34" charset="-122"/>
                <a:cs typeface="Noto Sans KR" pitchFamily="34" charset="-120"/>
              </a:rPr>
              <a:t>OBJECTIVE</a:t>
            </a:r>
            <a:endParaRPr lang="en-US" sz="975" dirty="0"/>
          </a:p>
        </p:txBody>
      </p:sp>
      <p:sp>
        <p:nvSpPr>
          <p:cNvPr id="8" name="Text 4"/>
          <p:cNvSpPr txBox="1"/>
          <p:nvPr/>
        </p:nvSpPr>
        <p:spPr>
          <a:xfrm>
            <a:off x="14688007" y="413309"/>
            <a:ext cx="3143707" cy="625450"/>
          </a:xfrm>
          <a:prstGeom prst="rect">
            <a:avLst/>
          </a:prstGeom>
          <a:noFill/>
          <a:ln/>
        </p:spPr>
        <p:txBody>
          <a:bodyPr wrap="square" lIns="0" tIns="0" rIns="0" bIns="0" rtlCol="0" anchor="t"/>
          <a:lstStyle/>
          <a:p>
            <a:pPr algn="r" indent="0" marL="0">
              <a:lnSpc>
                <a:spcPts val="1560"/>
              </a:lnSpc>
              <a:buNone/>
            </a:pPr>
            <a:r>
              <a:rPr lang="en-US" sz="975" spc="98" kern="0" dirty="0">
                <a:solidFill>
                  <a:srgbClr val="665B46"/>
                </a:solidFill>
                <a:latin typeface="IBM Plex Mono" pitchFamily="34" charset="0"/>
                <a:ea typeface="IBM Plex Mono" pitchFamily="34" charset="-122"/>
                <a:cs typeface="IBM Plex Mono" pitchFamily="34" charset="-120"/>
              </a:rPr>
              <a:t>DOC · BEOL-12</a:t>
            </a:r>
            <a:pPr algn="r" indent="0" marL="0">
              <a:lnSpc>
                <a:spcPts val="1560"/>
              </a:lnSpc>
              <a:buNone/>
            </a:pPr>
            <a:endParaRPr lang="en-US" sz="975" dirty="0"/>
          </a:p>
          <a:p>
            <a:pPr algn="r" indent="0" marL="0">
              <a:lnSpc>
                <a:spcPts val="1560"/>
              </a:lnSpc>
              <a:buNone/>
            </a:pPr>
            <a:r>
              <a:rPr lang="en-US" sz="975" spc="98" kern="0" dirty="0">
                <a:solidFill>
                  <a:srgbClr val="B4631D"/>
                </a:solidFill>
                <a:latin typeface="IBM Plex Mono" pitchFamily="34" charset="0"/>
                <a:ea typeface="IBM Plex Mono" pitchFamily="34" charset="-122"/>
                <a:cs typeface="IBM Plex Mono" pitchFamily="34" charset="-120"/>
              </a:rPr>
              <a:t>FILE 12 / 20</a:t>
            </a:r>
            <a:pPr algn="r" indent="0" marL="0">
              <a:lnSpc>
                <a:spcPts val="1560"/>
              </a:lnSpc>
              <a:buNone/>
            </a:pPr>
            <a:endParaRPr lang="en-US" sz="975" dirty="0"/>
          </a:p>
          <a:p>
            <a:pPr algn="r" indent="0" marL="0">
              <a:lnSpc>
                <a:spcPts val="1560"/>
              </a:lnSpc>
              <a:buNone/>
            </a:pPr>
            <a:r>
              <a:rPr lang="en-US" sz="975" spc="98" kern="0" dirty="0">
                <a:solidFill>
                  <a:srgbClr val="665B46"/>
                </a:solidFill>
                <a:latin typeface="IBM Plex Mono" pitchFamily="34" charset="0"/>
                <a:ea typeface="IBM Plex Mono" pitchFamily="34" charset="-122"/>
                <a:cs typeface="IBM Plex Mono" pitchFamily="34" charset="-120"/>
              </a:rPr>
              <a:t>REV.0 · DUMMY</a:t>
            </a:r>
            <a:endParaRPr lang="en-US" sz="975" dirty="0"/>
          </a:p>
        </p:txBody>
      </p:sp>
      <p:sp>
        <p:nvSpPr>
          <p:cNvPr id="9" name="Text 5"/>
          <p:cNvSpPr txBox="1"/>
          <p:nvPr/>
        </p:nvSpPr>
        <p:spPr>
          <a:xfrm>
            <a:off x="1333195" y="571500"/>
            <a:ext cx="12764110" cy="143561"/>
          </a:xfrm>
          <a:prstGeom prst="rect">
            <a:avLst/>
          </a:prstGeom>
          <a:noFill/>
          <a:ln/>
        </p:spPr>
        <p:txBody>
          <a:bodyPr wrap="none" lIns="0" tIns="0" rIns="0" bIns="0" rtlCol="0" anchor="ctr"/>
          <a:lstStyle/>
          <a:p>
            <a:pPr algn="l" indent="0" marL="0">
              <a:buNone/>
            </a:pPr>
            <a:r>
              <a:rPr lang="en-US" sz="900" spc="288" kern="0" dirty="0">
                <a:solidFill>
                  <a:srgbClr val="B4631D"/>
                </a:solidFill>
                <a:latin typeface="IBM Plex Mono" pitchFamily="34" charset="0"/>
                <a:ea typeface="IBM Plex Mono" pitchFamily="34" charset="-122"/>
                <a:cs typeface="IBM Plex Mono" pitchFamily="34" charset="-120"/>
              </a:rPr>
              <a:t>M3 · Cu DAMASCENE · ANNEAL SPLIT</a:t>
            </a:r>
            <a:endParaRPr lang="en-US" sz="900" dirty="0"/>
          </a:p>
        </p:txBody>
      </p:sp>
      <p:sp>
        <p:nvSpPr>
          <p:cNvPr id="10" name="Text 6"/>
          <p:cNvSpPr txBox="1"/>
          <p:nvPr/>
        </p:nvSpPr>
        <p:spPr>
          <a:xfrm>
            <a:off x="1333195" y="847649"/>
            <a:ext cx="12764110" cy="486461"/>
          </a:xfrm>
          <a:prstGeom prst="rect">
            <a:avLst/>
          </a:prstGeom>
          <a:noFill/>
          <a:ln/>
        </p:spPr>
        <p:txBody>
          <a:bodyPr wrap="none" lIns="0" tIns="0" rIns="0" bIns="0" rtlCol="0" anchor="ctr"/>
          <a:lstStyle/>
          <a:p>
            <a:pPr algn="l" indent="0" marL="0">
              <a:buNone/>
            </a:pPr>
            <a:r>
              <a:rPr lang="en-US" sz="3600" b="1" spc="-36" kern="0" dirty="0">
                <a:solidFill>
                  <a:srgbClr val="1C1D24"/>
                </a:solidFill>
                <a:latin typeface="Noto Sans KR" pitchFamily="34" charset="0"/>
                <a:ea typeface="Noto Sans KR" pitchFamily="34" charset="-122"/>
                <a:cs typeface="Noto Sans KR" pitchFamily="34" charset="-120"/>
              </a:rPr>
              <a:t>본 평가의 목적과 split 설계</a:t>
            </a:r>
            <a:endParaRPr lang="en-US" sz="3600" dirty="0"/>
          </a:p>
        </p:txBody>
      </p:sp>
      <p:pic>
        <p:nvPicPr>
          <p:cNvPr id="11" name="Image 1" descr="gen-dedup-761d4fd6e7dc3de7b6acca5c62ab11d2.png">    </p:cNvPr>
          <p:cNvPicPr>
            <a:picLocks noChangeAspect="1"/>
          </p:cNvPicPr>
          <p:nvPr/>
        </p:nvPicPr>
        <p:blipFill>
          <a:blip r:embed="rId2"/>
          <a:srcRect l="-2083" r="-2083" t="0" b="0"/>
          <a:stretch/>
        </p:blipFill>
        <p:spPr>
          <a:xfrm>
            <a:off x="1333195" y="1537106"/>
            <a:ext cx="12763195" cy="9144"/>
          </a:xfrm>
          <a:prstGeom prst="rect">
            <a:avLst/>
          </a:prstGeom>
        </p:spPr>
      </p:pic>
      <p:sp>
        <p:nvSpPr>
          <p:cNvPr id="12" name="Text 7"/>
          <p:cNvSpPr txBox="1"/>
          <p:nvPr/>
        </p:nvSpPr>
        <p:spPr>
          <a:xfrm>
            <a:off x="1333195" y="1904695"/>
            <a:ext cx="5143500" cy="133502"/>
          </a:xfrm>
          <a:prstGeom prst="rect">
            <a:avLst/>
          </a:prstGeom>
          <a:noFill/>
          <a:ln/>
        </p:spPr>
        <p:txBody>
          <a:bodyPr wrap="none" lIns="0" tIns="0" rIns="0" bIns="0" rtlCol="0" anchor="ctr"/>
          <a:lstStyle/>
          <a:p>
            <a:pPr algn="l" indent="0" marL="0">
              <a:buNone/>
            </a:pPr>
            <a:r>
              <a:rPr lang="en-US" sz="825" spc="231" kern="0" dirty="0">
                <a:solidFill>
                  <a:srgbClr val="B4631D"/>
                </a:solidFill>
                <a:latin typeface="IBM Plex Mono" pitchFamily="34" charset="0"/>
                <a:ea typeface="IBM Plex Mono" pitchFamily="34" charset="-122"/>
                <a:cs typeface="IBM Plex Mono" pitchFamily="34" charset="-120"/>
              </a:rPr>
              <a:t>01 · BACKGROUND</a:t>
            </a:r>
            <a:endParaRPr lang="en-US" sz="825" dirty="0"/>
          </a:p>
        </p:txBody>
      </p:sp>
      <p:sp>
        <p:nvSpPr>
          <p:cNvPr id="13" name="Text 8"/>
          <p:cNvSpPr txBox="1"/>
          <p:nvPr/>
        </p:nvSpPr>
        <p:spPr>
          <a:xfrm>
            <a:off x="1333195" y="2171700"/>
            <a:ext cx="5143500" cy="305410"/>
          </a:xfrm>
          <a:prstGeom prst="rect">
            <a:avLst/>
          </a:prstGeom>
          <a:noFill/>
          <a:ln/>
        </p:spPr>
        <p:txBody>
          <a:bodyPr wrap="none" lIns="0" tIns="0" rIns="0" bIns="0" rtlCol="0" anchor="ctr"/>
          <a:lstStyle/>
          <a:p>
            <a:pPr algn="l" indent="0" marL="0">
              <a:buNone/>
            </a:pPr>
            <a:r>
              <a:rPr lang="en-US" sz="1800" b="1" dirty="0">
                <a:solidFill>
                  <a:srgbClr val="1C1D24"/>
                </a:solidFill>
                <a:latin typeface="Noto Sans KR" pitchFamily="34" charset="0"/>
                <a:ea typeface="Noto Sans KR" pitchFamily="34" charset="-122"/>
                <a:cs typeface="Noto Sans KR" pitchFamily="34" charset="-120"/>
              </a:rPr>
              <a:t>Cu 어닐링 온도 변화에 따른 후속 평가</a:t>
            </a:r>
            <a:endParaRPr lang="en-US" sz="1800" dirty="0"/>
          </a:p>
        </p:txBody>
      </p:sp>
      <p:sp>
        <p:nvSpPr>
          <p:cNvPr id="14" name="Text 9"/>
          <p:cNvSpPr txBox="1"/>
          <p:nvPr/>
        </p:nvSpPr>
        <p:spPr>
          <a:xfrm>
            <a:off x="1333195" y="2639873"/>
            <a:ext cx="5143500" cy="1010412"/>
          </a:xfrm>
          <a:prstGeom prst="rect">
            <a:avLst/>
          </a:prstGeom>
          <a:noFill/>
          <a:ln/>
        </p:spPr>
        <p:txBody>
          <a:bodyPr wrap="square" lIns="0" tIns="0" rIns="0" bIns="0" rtlCol="0" anchor="ctr"/>
          <a:lstStyle/>
          <a:p>
            <a:pPr algn="l" indent="0" marL="0">
              <a:lnSpc>
                <a:spcPts val="1980"/>
              </a:lnSpc>
              <a:buNone/>
            </a:pPr>
            <a:r>
              <a:rPr lang="en-US" sz="1200" dirty="0">
                <a:solidFill>
                  <a:srgbClr val="36322A"/>
                </a:solidFill>
                <a:latin typeface="Noto Sans KR" pitchFamily="34" charset="0"/>
                <a:ea typeface="Noto Sans KR" pitchFamily="34" charset="-122"/>
                <a:cs typeface="Noto Sans KR" pitchFamily="34" charset="-120"/>
              </a:rPr>
              <a:t>M3 단의 Cu damascene 구조에서 후속 anneal 온도가 CD variation, line/via 전기 저항, 계면 안정성에 미치는 영향을 정량 비교하기 위한 평가. 본 수는 테스트용 더미 데이터를 다루며, 보고 항목 정렬과 표 형식의 기준선을 정의하는 데 의의가 있다.</a:t>
            </a:r>
            <a:endParaRPr lang="en-US" sz="1200" dirty="0"/>
          </a:p>
        </p:txBody>
      </p:sp>
      <p:sp>
        <p:nvSpPr>
          <p:cNvPr id="15" name="Shape 10"/>
          <p:cNvSpPr/>
          <p:nvPr/>
        </p:nvSpPr>
        <p:spPr>
          <a:xfrm>
            <a:off x="1333195" y="3816706"/>
            <a:ext cx="5143500" cy="666598"/>
          </a:xfrm>
          <a:prstGeom prst="rect">
            <a:avLst/>
          </a:prstGeom>
          <a:solidFill>
            <a:srgbClr val="B4631D">
              <a:alpha val="6000"/>
            </a:srgbClr>
          </a:solidFill>
          <a:ln/>
        </p:spPr>
      </p:sp>
      <p:sp>
        <p:nvSpPr>
          <p:cNvPr id="16" name="Shape 11"/>
          <p:cNvSpPr/>
          <p:nvPr/>
        </p:nvSpPr>
        <p:spPr>
          <a:xfrm>
            <a:off x="1333195" y="3816706"/>
            <a:ext cx="28346" cy="666598"/>
          </a:xfrm>
          <a:prstGeom prst="rect">
            <a:avLst/>
          </a:prstGeom>
          <a:solidFill>
            <a:srgbClr val="B4631D"/>
          </a:solidFill>
          <a:ln w="12700">
            <a:solidFill>
              <a:srgbClr val="B4631D">
                <a:alpha val="0"/>
              </a:srgbClr>
            </a:solidFill>
            <a:prstDash val="solid"/>
          </a:ln>
        </p:spPr>
      </p:sp>
      <p:sp>
        <p:nvSpPr>
          <p:cNvPr id="17" name="Text 12"/>
          <p:cNvSpPr txBox="1"/>
          <p:nvPr/>
        </p:nvSpPr>
        <p:spPr>
          <a:xfrm>
            <a:off x="1514246" y="3950208"/>
            <a:ext cx="4810658" cy="133502"/>
          </a:xfrm>
          <a:prstGeom prst="rect">
            <a:avLst/>
          </a:prstGeom>
          <a:noFill/>
          <a:ln/>
        </p:spPr>
        <p:txBody>
          <a:bodyPr wrap="none" lIns="0" tIns="0" rIns="0" bIns="0" rtlCol="0" anchor="ctr"/>
          <a:lstStyle/>
          <a:p>
            <a:pPr algn="l" indent="0" marL="0">
              <a:buNone/>
            </a:pPr>
            <a:r>
              <a:rPr lang="en-US" sz="825" spc="149" kern="0" dirty="0">
                <a:solidFill>
                  <a:srgbClr val="B4631D"/>
                </a:solidFill>
                <a:latin typeface="IBM Plex Mono" pitchFamily="34" charset="0"/>
                <a:ea typeface="IBM Plex Mono" pitchFamily="34" charset="-122"/>
                <a:cs typeface="IBM Plex Mono" pitchFamily="34" charset="-120"/>
              </a:rPr>
              <a:t>CONTEXT</a:t>
            </a:r>
            <a:endParaRPr lang="en-US" sz="825" dirty="0"/>
          </a:p>
        </p:txBody>
      </p:sp>
      <p:sp>
        <p:nvSpPr>
          <p:cNvPr id="18" name="Text 13"/>
          <p:cNvSpPr txBox="1"/>
          <p:nvPr/>
        </p:nvSpPr>
        <p:spPr>
          <a:xfrm>
            <a:off x="1514246" y="4141318"/>
            <a:ext cx="4810658" cy="210312"/>
          </a:xfrm>
          <a:prstGeom prst="rect">
            <a:avLst/>
          </a:prstGeom>
          <a:noFill/>
          <a:ln/>
        </p:spPr>
        <p:txBody>
          <a:bodyPr wrap="none" lIns="0" tIns="0" rIns="0" bIns="0" rtlCol="0" anchor="ctr"/>
          <a:lstStyle/>
          <a:p>
            <a:pPr algn="l" indent="0" marL="0">
              <a:buNone/>
            </a:pPr>
            <a:r>
              <a:rPr lang="en-US" sz="1050" dirty="0">
                <a:solidFill>
                  <a:srgbClr val="36322A"/>
                </a:solidFill>
                <a:latin typeface="Noto Sans KR" pitchFamily="34" charset="0"/>
                <a:ea typeface="Noto Sans KR" pitchFamily="34" charset="-122"/>
                <a:cs typeface="Noto Sans KR" pitchFamily="34" charset="-120"/>
              </a:rPr>
              <a:t>RSBM 듀얼 damascene · ULK (k&lt;2.6) · Ta/TaN+Ru liner</a:t>
            </a:r>
            <a:endParaRPr lang="en-US" sz="1050" dirty="0"/>
          </a:p>
        </p:txBody>
      </p:sp>
      <p:sp>
        <p:nvSpPr>
          <p:cNvPr id="19" name="Text 14"/>
          <p:cNvSpPr txBox="1"/>
          <p:nvPr/>
        </p:nvSpPr>
        <p:spPr>
          <a:xfrm>
            <a:off x="6858000" y="1904695"/>
            <a:ext cx="5143500" cy="133502"/>
          </a:xfrm>
          <a:prstGeom prst="rect">
            <a:avLst/>
          </a:prstGeom>
          <a:noFill/>
          <a:ln/>
        </p:spPr>
        <p:txBody>
          <a:bodyPr wrap="none" lIns="0" tIns="0" rIns="0" bIns="0" rtlCol="0" anchor="ctr"/>
          <a:lstStyle/>
          <a:p>
            <a:pPr algn="l" indent="0" marL="0">
              <a:buNone/>
            </a:pPr>
            <a:r>
              <a:rPr lang="en-US" sz="825" spc="231" kern="0" dirty="0">
                <a:solidFill>
                  <a:srgbClr val="2C5B62"/>
                </a:solidFill>
                <a:latin typeface="IBM Plex Mono" pitchFamily="34" charset="0"/>
                <a:ea typeface="IBM Plex Mono" pitchFamily="34" charset="-122"/>
                <a:cs typeface="IBM Plex Mono" pitchFamily="34" charset="-120"/>
              </a:rPr>
              <a:t>02 · SCOPE</a:t>
            </a:r>
            <a:endParaRPr lang="en-US" sz="825" dirty="0"/>
          </a:p>
        </p:txBody>
      </p:sp>
      <p:sp>
        <p:nvSpPr>
          <p:cNvPr id="20" name="Text 15"/>
          <p:cNvSpPr txBox="1"/>
          <p:nvPr/>
        </p:nvSpPr>
        <p:spPr>
          <a:xfrm>
            <a:off x="6858000" y="2171700"/>
            <a:ext cx="5143500" cy="305410"/>
          </a:xfrm>
          <a:prstGeom prst="rect">
            <a:avLst/>
          </a:prstGeom>
          <a:noFill/>
          <a:ln/>
        </p:spPr>
        <p:txBody>
          <a:bodyPr wrap="none" lIns="0" tIns="0" rIns="0" bIns="0" rtlCol="0" anchor="ctr"/>
          <a:lstStyle/>
          <a:p>
            <a:pPr algn="l" indent="0" marL="0">
              <a:buNone/>
            </a:pPr>
            <a:r>
              <a:rPr lang="en-US" sz="1800" b="1" dirty="0">
                <a:solidFill>
                  <a:srgbClr val="1C1D24"/>
                </a:solidFill>
                <a:latin typeface="Noto Sans KR" pitchFamily="34" charset="0"/>
                <a:ea typeface="Noto Sans KR" pitchFamily="34" charset="-122"/>
                <a:cs typeface="Noto Sans KR" pitchFamily="34" charset="-120"/>
              </a:rPr>
              <a:t>평가 범위 및 측정 항목</a:t>
            </a:r>
            <a:endParaRPr lang="en-US" sz="18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6858000" y="2639873"/>
          <a:ext cx="5143500" cy="3057754"/>
        </p:xfrm>
        <a:graphic>
          <a:graphicData uri="http://schemas.openxmlformats.org/drawingml/2006/table">
            <a:tbl>
              <a:tblPr/>
              <a:tblGrid>
                <a:gridCol w="1314673"/>
                <a:gridCol w="3828827"/>
              </a:tblGrid>
              <a:tr h="382219">
                <a:tc>
                  <a:txBody>
                    <a:bodyPr/>
                    <a:lstStyle/>
                    <a:p>
                      <a:pPr indent="0" marL="0">
                        <a:buNone/>
                      </a:pPr>
                      <a:r>
                        <a:rPr lang="en-US" sz="975" dirty="0">
                          <a:solidFill>
                            <a:srgbClr val="665B46"/>
                          </a:solidFill>
                          <a:latin typeface="IBM Plex Mono" pitchFamily="34" charset="0"/>
                          <a:ea typeface="IBM Plex Mono" pitchFamily="34" charset="-122"/>
                          <a:cs typeface="IBM Plex Mono" pitchFamily="34" charset="-120"/>
                        </a:rPr>
                        <a:t>Metal layer</a:t>
                      </a:r>
                      <a:endParaRPr lang="en-US" sz="975" dirty="0">
                        <a:latin typeface="IBM Plex Mono" charset="0"/>
                        <a:ea typeface="IBM Plex Mono" charset="0"/>
                        <a:cs typeface="IBM Plex Mono" charset="0"/>
                      </a:endParaRPr>
                    </a:p>
                  </a:txBody>
                  <a:tcPr marL="0" marR="75895" marT="95098" marB="95098" anchor="ctr">
                    <a:lnL w="0" cap="flat" cmpd="sng" algn="ctr">
                      <a:solidFill>
                        <a:srgbClr val="BFB38D"/>
                      </a:solidFill>
                      <a:prstDash val="solid"/>
                      <a:round/>
                      <a:headEnd type="none" w="med" len="med"/>
                      <a:tailEnd type="none" w="med" len="med"/>
                    </a:lnL>
                    <a:lnR w="0" cap="flat" cmpd="sng" algn="ctr">
                      <a:solidFill>
                        <a:srgbClr val="BFB38D"/>
                      </a:solidFill>
                      <a:prstDash val="solid"/>
                      <a:round/>
                      <a:headEnd type="none" w="med" len="med"/>
                      <a:tailEnd type="none" w="med" len="med"/>
                    </a:lnR>
                    <a:lnT w="9525" cap="flat" cmpd="sng" algn="ctr">
                      <a:solidFill>
                        <a:srgbClr val="BFB38D"/>
                      </a:solidFill>
                      <a:prstDash val="solid"/>
                      <a:round/>
                      <a:headEnd type="none" w="med" len="med"/>
                      <a:tailEnd type="none" w="med" len="med"/>
                    </a:lnT>
                    <a:lnB w="9525" cap="flat" cmpd="sng" algn="ctr">
                      <a:solidFill>
                        <a:srgbClr val="BFB38D"/>
                      </a:solidFill>
                      <a:prstDash val="solid"/>
                      <a:round/>
                      <a:headEnd type="none" w="med" len="med"/>
                      <a:tailEnd type="none" w="med" len="med"/>
                    </a:lnB>
                  </a:tcPr>
                </a:tc>
                <a:tc>
                  <a:txBody>
                    <a:bodyPr/>
                    <a:lstStyle/>
                    <a:p>
                      <a:pPr indent="0" marL="0">
                        <a:buNone/>
                      </a:pPr>
                      <a:r>
                        <a:rPr lang="en-US" sz="1050" dirty="0">
                          <a:solidFill>
                            <a:srgbClr val="1C1D24"/>
                          </a:solidFill>
                          <a:latin typeface="IBM Plex Mono" pitchFamily="34" charset="0"/>
                          <a:ea typeface="IBM Plex Mono" pitchFamily="34" charset="-122"/>
                          <a:cs typeface="IBM Plex Mono" pitchFamily="34" charset="-120"/>
                        </a:rPr>
                        <a:t>M3</a:t>
                      </a:r>
                      <a:endParaRPr lang="en-US" sz="1050" dirty="0">
                        <a:latin typeface="IBM Plex Mono" charset="0"/>
                        <a:ea typeface="IBM Plex Mono" charset="0"/>
                        <a:cs typeface="IBM Plex Mono" charset="0"/>
                      </a:endParaRPr>
                    </a:p>
                  </a:txBody>
                  <a:tcPr marL="0" marR="0" marT="95098" marB="95098" anchor="ctr">
                    <a:lnL w="0" cap="flat" cmpd="sng" algn="ctr">
                      <a:solidFill>
                        <a:srgbClr val="BFB38D"/>
                      </a:solidFill>
                      <a:prstDash val="solid"/>
                      <a:round/>
                      <a:headEnd type="none" w="med" len="med"/>
                      <a:tailEnd type="none" w="med" len="med"/>
                    </a:lnL>
                    <a:lnR w="0" cap="flat" cmpd="sng" algn="ctr">
                      <a:solidFill>
                        <a:srgbClr val="BFB38D"/>
                      </a:solidFill>
                      <a:prstDash val="solid"/>
                      <a:round/>
                      <a:headEnd type="none" w="med" len="med"/>
                      <a:tailEnd type="none" w="med" len="med"/>
                    </a:lnR>
                    <a:lnT w="9525" cap="flat" cmpd="sng" algn="ctr">
                      <a:solidFill>
                        <a:srgbClr val="BFB38D"/>
                      </a:solidFill>
                      <a:prstDash val="solid"/>
                      <a:round/>
                      <a:headEnd type="none" w="med" len="med"/>
                      <a:tailEnd type="none" w="med" len="med"/>
                    </a:lnT>
                    <a:lnB w="9525" cap="flat" cmpd="sng" algn="ctr">
                      <a:solidFill>
                        <a:srgbClr val="BFB38D"/>
                      </a:solidFill>
                      <a:prstDash val="solid"/>
                      <a:round/>
                      <a:headEnd type="none" w="med" len="med"/>
                      <a:tailEnd type="none" w="med" len="med"/>
                    </a:lnB>
                  </a:tcPr>
                </a:tc>
              </a:tr>
              <a:tr h="382219">
                <a:tc>
                  <a:txBody>
                    <a:bodyPr/>
                    <a:lstStyle/>
                    <a:p>
                      <a:pPr indent="0" marL="0">
                        <a:buNone/>
                      </a:pPr>
                      <a:r>
                        <a:rPr lang="en-US" sz="975" dirty="0">
                          <a:solidFill>
                            <a:srgbClr val="665B46"/>
                          </a:solidFill>
                          <a:latin typeface="IBM Plex Mono" pitchFamily="34" charset="0"/>
                          <a:ea typeface="IBM Plex Mono" pitchFamily="34" charset="-122"/>
                          <a:cs typeface="IBM Plex Mono" pitchFamily="34" charset="-120"/>
                        </a:rPr>
                        <a:t>Split factor</a:t>
                      </a:r>
                      <a:endParaRPr lang="en-US" sz="975" dirty="0">
                        <a:latin typeface="IBM Plex Mono" charset="0"/>
                        <a:ea typeface="IBM Plex Mono" charset="0"/>
                        <a:cs typeface="IBM Plex Mono" charset="0"/>
                      </a:endParaRPr>
                    </a:p>
                  </a:txBody>
                  <a:tcPr marL="0" marR="75895" marT="95098" marB="95098" anchor="ctr">
                    <a:lnL w="0" cap="flat" cmpd="sng" algn="ctr">
                      <a:solidFill>
                        <a:srgbClr val="BFB38D"/>
                      </a:solidFill>
                      <a:prstDash val="solid"/>
                      <a:round/>
                      <a:headEnd type="none" w="med" len="med"/>
                      <a:tailEnd type="none" w="med" len="med"/>
                    </a:lnL>
                    <a:lnR w="0" cap="flat" cmpd="sng" algn="ctr">
                      <a:solidFill>
                        <a:srgbClr val="BFB38D"/>
                      </a:solidFill>
                      <a:prstDash val="solid"/>
                      <a:round/>
                      <a:headEnd type="none" w="med" len="med"/>
                      <a:tailEnd type="none" w="med" len="med"/>
                    </a:lnR>
                    <a:lnT w="0" cap="flat" cmpd="sng" algn="ctr">
                      <a:solidFill>
                        <a:srgbClr val="BFB38D"/>
                      </a:solidFill>
                      <a:prstDash val="solid"/>
                      <a:round/>
                      <a:headEnd type="none" w="med" len="med"/>
                      <a:tailEnd type="none" w="med" len="med"/>
                    </a:lnT>
                    <a:lnB w="9525" cap="flat" cmpd="sng" algn="ctr">
                      <a:solidFill>
                        <a:srgbClr val="BFB38D"/>
                      </a:solidFill>
                      <a:prstDash val="solid"/>
                      <a:round/>
                      <a:headEnd type="none" w="med" len="med"/>
                      <a:tailEnd type="none" w="med" len="med"/>
                    </a:lnB>
                  </a:tcPr>
                </a:tc>
                <a:tc>
                  <a:txBody>
                    <a:bodyPr/>
                    <a:lstStyle/>
                    <a:p>
                      <a:pPr indent="0" marL="0">
                        <a:buNone/>
                      </a:pPr>
                      <a:r>
                        <a:rPr lang="en-US" sz="1050" dirty="0">
                          <a:solidFill>
                            <a:srgbClr val="1C1D24"/>
                          </a:solidFill>
                          <a:latin typeface="IBM Plex Mono" pitchFamily="34" charset="0"/>
                          <a:ea typeface="IBM Plex Mono" pitchFamily="34" charset="-122"/>
                          <a:cs typeface="IBM Plex Mono" pitchFamily="34" charset="-120"/>
                        </a:rPr>
                        <a:t>Cu anneal temp — 350 vs 400°C</a:t>
                      </a:r>
                      <a:endParaRPr lang="en-US" sz="1050" dirty="0">
                        <a:latin typeface="IBM Plex Mono" charset="0"/>
                        <a:ea typeface="IBM Plex Mono" charset="0"/>
                        <a:cs typeface="IBM Plex Mono" charset="0"/>
                      </a:endParaRPr>
                    </a:p>
                  </a:txBody>
                  <a:tcPr marL="0" marR="0" marT="95098" marB="95098" anchor="ctr">
                    <a:lnL w="0" cap="flat" cmpd="sng" algn="ctr">
                      <a:solidFill>
                        <a:srgbClr val="BFB38D"/>
                      </a:solidFill>
                      <a:prstDash val="solid"/>
                      <a:round/>
                      <a:headEnd type="none" w="med" len="med"/>
                      <a:tailEnd type="none" w="med" len="med"/>
                    </a:lnL>
                    <a:lnR w="0" cap="flat" cmpd="sng" algn="ctr">
                      <a:solidFill>
                        <a:srgbClr val="BFB38D"/>
                      </a:solidFill>
                      <a:prstDash val="solid"/>
                      <a:round/>
                      <a:headEnd type="none" w="med" len="med"/>
                      <a:tailEnd type="none" w="med" len="med"/>
                    </a:lnR>
                    <a:lnT w="0" cap="flat" cmpd="sng" algn="ctr">
                      <a:solidFill>
                        <a:srgbClr val="BFB38D"/>
                      </a:solidFill>
                      <a:prstDash val="solid"/>
                      <a:round/>
                      <a:headEnd type="none" w="med" len="med"/>
                      <a:tailEnd type="none" w="med" len="med"/>
                    </a:lnT>
                    <a:lnB w="9525" cap="flat" cmpd="sng" algn="ctr">
                      <a:solidFill>
                        <a:srgbClr val="BFB38D"/>
                      </a:solidFill>
                      <a:prstDash val="solid"/>
                      <a:round/>
                      <a:headEnd type="none" w="med" len="med"/>
                      <a:tailEnd type="none" w="med" len="med"/>
                    </a:lnB>
                  </a:tcPr>
                </a:tc>
              </a:tr>
              <a:tr h="382219">
                <a:tc>
                  <a:txBody>
                    <a:bodyPr/>
                    <a:lstStyle/>
                    <a:p>
                      <a:pPr indent="0" marL="0">
                        <a:buNone/>
                      </a:pPr>
                      <a:r>
                        <a:rPr lang="en-US" sz="975" dirty="0">
                          <a:solidFill>
                            <a:srgbClr val="665B46"/>
                          </a:solidFill>
                          <a:latin typeface="IBM Plex Mono" pitchFamily="34" charset="0"/>
                          <a:ea typeface="IBM Plex Mono" pitchFamily="34" charset="-122"/>
                          <a:cs typeface="IBM Plex Mono" pitchFamily="34" charset="-120"/>
                        </a:rPr>
                        <a:t>Wafer 수</a:t>
                      </a:r>
                      <a:endParaRPr lang="en-US" sz="975" dirty="0">
                        <a:latin typeface="IBM Plex Mono" charset="0"/>
                        <a:ea typeface="IBM Plex Mono" charset="0"/>
                        <a:cs typeface="IBM Plex Mono" charset="0"/>
                      </a:endParaRPr>
                    </a:p>
                  </a:txBody>
                  <a:tcPr marL="0" marR="75895" marT="95098" marB="95098" anchor="ctr">
                    <a:lnL w="0" cap="flat" cmpd="sng" algn="ctr">
                      <a:solidFill>
                        <a:srgbClr val="BFB38D"/>
                      </a:solidFill>
                      <a:prstDash val="solid"/>
                      <a:round/>
                      <a:headEnd type="none" w="med" len="med"/>
                      <a:tailEnd type="none" w="med" len="med"/>
                    </a:lnL>
                    <a:lnR w="0" cap="flat" cmpd="sng" algn="ctr">
                      <a:solidFill>
                        <a:srgbClr val="BFB38D"/>
                      </a:solidFill>
                      <a:prstDash val="solid"/>
                      <a:round/>
                      <a:headEnd type="none" w="med" len="med"/>
                      <a:tailEnd type="none" w="med" len="med"/>
                    </a:lnR>
                    <a:lnT w="0" cap="flat" cmpd="sng" algn="ctr">
                      <a:solidFill>
                        <a:srgbClr val="BFB38D"/>
                      </a:solidFill>
                      <a:prstDash val="solid"/>
                      <a:round/>
                      <a:headEnd type="none" w="med" len="med"/>
                      <a:tailEnd type="none" w="med" len="med"/>
                    </a:lnT>
                    <a:lnB w="9525" cap="flat" cmpd="sng" algn="ctr">
                      <a:solidFill>
                        <a:srgbClr val="BFB38D"/>
                      </a:solidFill>
                      <a:prstDash val="solid"/>
                      <a:round/>
                      <a:headEnd type="none" w="med" len="med"/>
                      <a:tailEnd type="none" w="med" len="med"/>
                    </a:lnB>
                  </a:tcPr>
                </a:tc>
                <a:tc>
                  <a:txBody>
                    <a:bodyPr/>
                    <a:lstStyle/>
                    <a:p>
                      <a:pPr indent="0" marL="0">
                        <a:buNone/>
                      </a:pPr>
                      <a:r>
                        <a:rPr lang="en-US" sz="1050" dirty="0">
                          <a:solidFill>
                            <a:srgbClr val="1C1D24"/>
                          </a:solidFill>
                          <a:latin typeface="IBM Plex Mono" pitchFamily="34" charset="0"/>
                          <a:ea typeface="IBM Plex Mono" pitchFamily="34" charset="-122"/>
                          <a:cs typeface="IBM Plex Mono" pitchFamily="34" charset="-120"/>
                        </a:rPr>
                        <a:t>3 매 (Split A 2매, Split B 1매)</a:t>
                      </a:r>
                      <a:endParaRPr lang="en-US" sz="1050" dirty="0">
                        <a:latin typeface="IBM Plex Mono" charset="0"/>
                        <a:ea typeface="IBM Plex Mono" charset="0"/>
                        <a:cs typeface="IBM Plex Mono" charset="0"/>
                      </a:endParaRPr>
                    </a:p>
                  </a:txBody>
                  <a:tcPr marL="0" marR="0" marT="95098" marB="95098" anchor="ctr">
                    <a:lnL w="0" cap="flat" cmpd="sng" algn="ctr">
                      <a:solidFill>
                        <a:srgbClr val="BFB38D"/>
                      </a:solidFill>
                      <a:prstDash val="solid"/>
                      <a:round/>
                      <a:headEnd type="none" w="med" len="med"/>
                      <a:tailEnd type="none" w="med" len="med"/>
                    </a:lnL>
                    <a:lnR w="0" cap="flat" cmpd="sng" algn="ctr">
                      <a:solidFill>
                        <a:srgbClr val="BFB38D"/>
                      </a:solidFill>
                      <a:prstDash val="solid"/>
                      <a:round/>
                      <a:headEnd type="none" w="med" len="med"/>
                      <a:tailEnd type="none" w="med" len="med"/>
                    </a:lnR>
                    <a:lnT w="0" cap="flat" cmpd="sng" algn="ctr">
                      <a:solidFill>
                        <a:srgbClr val="BFB38D"/>
                      </a:solidFill>
                      <a:prstDash val="solid"/>
                      <a:round/>
                      <a:headEnd type="none" w="med" len="med"/>
                      <a:tailEnd type="none" w="med" len="med"/>
                    </a:lnT>
                    <a:lnB w="9525" cap="flat" cmpd="sng" algn="ctr">
                      <a:solidFill>
                        <a:srgbClr val="BFB38D"/>
                      </a:solidFill>
                      <a:prstDash val="solid"/>
                      <a:round/>
                      <a:headEnd type="none" w="med" len="med"/>
                      <a:tailEnd type="none" w="med" len="med"/>
                    </a:lnB>
                  </a:tcPr>
                </a:tc>
              </a:tr>
              <a:tr h="382219">
                <a:tc>
                  <a:txBody>
                    <a:bodyPr/>
                    <a:lstStyle/>
                    <a:p>
                      <a:pPr indent="0" marL="0">
                        <a:buNone/>
                      </a:pPr>
                      <a:r>
                        <a:rPr lang="en-US" sz="975" dirty="0">
                          <a:solidFill>
                            <a:srgbClr val="665B46"/>
                          </a:solidFill>
                          <a:latin typeface="IBM Plex Mono" pitchFamily="34" charset="0"/>
                          <a:ea typeface="IBM Plex Mono" pitchFamily="34" charset="-122"/>
                          <a:cs typeface="IBM Plex Mono" pitchFamily="34" charset="-120"/>
                        </a:rPr>
                        <a:t>CD target</a:t>
                      </a:r>
                      <a:endParaRPr lang="en-US" sz="975" dirty="0">
                        <a:latin typeface="IBM Plex Mono" charset="0"/>
                        <a:ea typeface="IBM Plex Mono" charset="0"/>
                        <a:cs typeface="IBM Plex Mono" charset="0"/>
                      </a:endParaRPr>
                    </a:p>
                  </a:txBody>
                  <a:tcPr marL="0" marR="75895" marT="95098" marB="95098" anchor="ctr">
                    <a:lnL w="0" cap="flat" cmpd="sng" algn="ctr">
                      <a:solidFill>
                        <a:srgbClr val="BFB38D"/>
                      </a:solidFill>
                      <a:prstDash val="solid"/>
                      <a:round/>
                      <a:headEnd type="none" w="med" len="med"/>
                      <a:tailEnd type="none" w="med" len="med"/>
                    </a:lnL>
                    <a:lnR w="0" cap="flat" cmpd="sng" algn="ctr">
                      <a:solidFill>
                        <a:srgbClr val="BFB38D"/>
                      </a:solidFill>
                      <a:prstDash val="solid"/>
                      <a:round/>
                      <a:headEnd type="none" w="med" len="med"/>
                      <a:tailEnd type="none" w="med" len="med"/>
                    </a:lnR>
                    <a:lnT w="0" cap="flat" cmpd="sng" algn="ctr">
                      <a:solidFill>
                        <a:srgbClr val="BFB38D"/>
                      </a:solidFill>
                      <a:prstDash val="solid"/>
                      <a:round/>
                      <a:headEnd type="none" w="med" len="med"/>
                      <a:tailEnd type="none" w="med" len="med"/>
                    </a:lnT>
                    <a:lnB w="9525" cap="flat" cmpd="sng" algn="ctr">
                      <a:solidFill>
                        <a:srgbClr val="BFB38D"/>
                      </a:solidFill>
                      <a:prstDash val="solid"/>
                      <a:round/>
                      <a:headEnd type="none" w="med" len="med"/>
                      <a:tailEnd type="none" w="med" len="med"/>
                    </a:lnB>
                  </a:tcPr>
                </a:tc>
                <a:tc>
                  <a:txBody>
                    <a:bodyPr/>
                    <a:lstStyle/>
                    <a:p>
                      <a:pPr indent="0" marL="0">
                        <a:buNone/>
                      </a:pPr>
                      <a:r>
                        <a:rPr lang="en-US" sz="1050" dirty="0">
                          <a:solidFill>
                            <a:srgbClr val="1C1D24"/>
                          </a:solidFill>
                          <a:latin typeface="IBM Plex Mono" pitchFamily="34" charset="0"/>
                          <a:ea typeface="IBM Plex Mono" pitchFamily="34" charset="-122"/>
                          <a:cs typeface="IBM Plex Mono" pitchFamily="34" charset="-120"/>
                        </a:rPr>
                        <a:t>AASI 23.4 · ASEI 18.3 · AMI 9.2 · ACI 8.6</a:t>
                      </a:r>
                      <a:endParaRPr lang="en-US" sz="1050" dirty="0">
                        <a:latin typeface="IBM Plex Mono" charset="0"/>
                        <a:ea typeface="IBM Plex Mono" charset="0"/>
                        <a:cs typeface="IBM Plex Mono" charset="0"/>
                      </a:endParaRPr>
                    </a:p>
                  </a:txBody>
                  <a:tcPr marL="0" marR="0" marT="95098" marB="95098" anchor="ctr">
                    <a:lnL w="0" cap="flat" cmpd="sng" algn="ctr">
                      <a:solidFill>
                        <a:srgbClr val="BFB38D"/>
                      </a:solidFill>
                      <a:prstDash val="solid"/>
                      <a:round/>
                      <a:headEnd type="none" w="med" len="med"/>
                      <a:tailEnd type="none" w="med" len="med"/>
                    </a:lnL>
                    <a:lnR w="0" cap="flat" cmpd="sng" algn="ctr">
                      <a:solidFill>
                        <a:srgbClr val="BFB38D"/>
                      </a:solidFill>
                      <a:prstDash val="solid"/>
                      <a:round/>
                      <a:headEnd type="none" w="med" len="med"/>
                      <a:tailEnd type="none" w="med" len="med"/>
                    </a:lnR>
                    <a:lnT w="0" cap="flat" cmpd="sng" algn="ctr">
                      <a:solidFill>
                        <a:srgbClr val="BFB38D"/>
                      </a:solidFill>
                      <a:prstDash val="solid"/>
                      <a:round/>
                      <a:headEnd type="none" w="med" len="med"/>
                      <a:tailEnd type="none" w="med" len="med"/>
                    </a:lnT>
                    <a:lnB w="9525" cap="flat" cmpd="sng" algn="ctr">
                      <a:solidFill>
                        <a:srgbClr val="BFB38D"/>
                      </a:solidFill>
                      <a:prstDash val="solid"/>
                      <a:round/>
                      <a:headEnd type="none" w="med" len="med"/>
                      <a:tailEnd type="none" w="med" len="med"/>
                    </a:lnB>
                  </a:tcPr>
                </a:tc>
              </a:tr>
              <a:tr h="382219">
                <a:tc>
                  <a:txBody>
                    <a:bodyPr/>
                    <a:lstStyle/>
                    <a:p>
                      <a:pPr indent="0" marL="0">
                        <a:buNone/>
                      </a:pPr>
                      <a:r>
                        <a:rPr lang="en-US" sz="975" dirty="0">
                          <a:solidFill>
                            <a:srgbClr val="665B46"/>
                          </a:solidFill>
                          <a:latin typeface="IBM Plex Mono" pitchFamily="34" charset="0"/>
                          <a:ea typeface="IBM Plex Mono" pitchFamily="34" charset="-122"/>
                          <a:cs typeface="IBM Plex Mono" pitchFamily="34" charset="-120"/>
                        </a:rPr>
                        <a:t>전기 항목</a:t>
                      </a:r>
                      <a:endParaRPr lang="en-US" sz="975" dirty="0">
                        <a:latin typeface="IBM Plex Mono" charset="0"/>
                        <a:ea typeface="IBM Plex Mono" charset="0"/>
                        <a:cs typeface="IBM Plex Mono" charset="0"/>
                      </a:endParaRPr>
                    </a:p>
                  </a:txBody>
                  <a:tcPr marL="0" marR="75895" marT="95098" marB="95098" anchor="ctr">
                    <a:lnL w="0" cap="flat" cmpd="sng" algn="ctr">
                      <a:solidFill>
                        <a:srgbClr val="BFB38D"/>
                      </a:solidFill>
                      <a:prstDash val="solid"/>
                      <a:round/>
                      <a:headEnd type="none" w="med" len="med"/>
                      <a:tailEnd type="none" w="med" len="med"/>
                    </a:lnL>
                    <a:lnR w="0" cap="flat" cmpd="sng" algn="ctr">
                      <a:solidFill>
                        <a:srgbClr val="BFB38D"/>
                      </a:solidFill>
                      <a:prstDash val="solid"/>
                      <a:round/>
                      <a:headEnd type="none" w="med" len="med"/>
                      <a:tailEnd type="none" w="med" len="med"/>
                    </a:lnR>
                    <a:lnT w="0" cap="flat" cmpd="sng" algn="ctr">
                      <a:solidFill>
                        <a:srgbClr val="BFB38D"/>
                      </a:solidFill>
                      <a:prstDash val="solid"/>
                      <a:round/>
                      <a:headEnd type="none" w="med" len="med"/>
                      <a:tailEnd type="none" w="med" len="med"/>
                    </a:lnT>
                    <a:lnB w="9525" cap="flat" cmpd="sng" algn="ctr">
                      <a:solidFill>
                        <a:srgbClr val="BFB38D"/>
                      </a:solidFill>
                      <a:prstDash val="solid"/>
                      <a:round/>
                      <a:headEnd type="none" w="med" len="med"/>
                      <a:tailEnd type="none" w="med" len="med"/>
                    </a:lnB>
                  </a:tcPr>
                </a:tc>
                <a:tc>
                  <a:txBody>
                    <a:bodyPr/>
                    <a:lstStyle/>
                    <a:p>
                      <a:pPr indent="0" marL="0">
                        <a:buNone/>
                      </a:pPr>
                      <a:r>
                        <a:rPr lang="en-US" sz="1050" dirty="0">
                          <a:solidFill>
                            <a:srgbClr val="1C1D24"/>
                          </a:solidFill>
                          <a:latin typeface="IBM Plex Mono" pitchFamily="34" charset="0"/>
                          <a:ea typeface="IBM Plex Mono" pitchFamily="34" charset="-122"/>
                          <a:cs typeface="IBM Plex Mono" pitchFamily="34" charset="-120"/>
                        </a:rPr>
                        <a:t>Rs line · Rc via chain</a:t>
                      </a:r>
                      <a:endParaRPr lang="en-US" sz="1050" dirty="0">
                        <a:latin typeface="IBM Plex Mono" charset="0"/>
                        <a:ea typeface="IBM Plex Mono" charset="0"/>
                        <a:cs typeface="IBM Plex Mono" charset="0"/>
                      </a:endParaRPr>
                    </a:p>
                  </a:txBody>
                  <a:tcPr marL="0" marR="0" marT="95098" marB="95098" anchor="ctr">
                    <a:lnL w="0" cap="flat" cmpd="sng" algn="ctr">
                      <a:solidFill>
                        <a:srgbClr val="BFB38D"/>
                      </a:solidFill>
                      <a:prstDash val="solid"/>
                      <a:round/>
                      <a:headEnd type="none" w="med" len="med"/>
                      <a:tailEnd type="none" w="med" len="med"/>
                    </a:lnL>
                    <a:lnR w="0" cap="flat" cmpd="sng" algn="ctr">
                      <a:solidFill>
                        <a:srgbClr val="BFB38D"/>
                      </a:solidFill>
                      <a:prstDash val="solid"/>
                      <a:round/>
                      <a:headEnd type="none" w="med" len="med"/>
                      <a:tailEnd type="none" w="med" len="med"/>
                    </a:lnR>
                    <a:lnT w="0" cap="flat" cmpd="sng" algn="ctr">
                      <a:solidFill>
                        <a:srgbClr val="BFB38D"/>
                      </a:solidFill>
                      <a:prstDash val="solid"/>
                      <a:round/>
                      <a:headEnd type="none" w="med" len="med"/>
                      <a:tailEnd type="none" w="med" len="med"/>
                    </a:lnT>
                    <a:lnB w="9525" cap="flat" cmpd="sng" algn="ctr">
                      <a:solidFill>
                        <a:srgbClr val="BFB38D"/>
                      </a:solidFill>
                      <a:prstDash val="solid"/>
                      <a:round/>
                      <a:headEnd type="none" w="med" len="med"/>
                      <a:tailEnd type="none" w="med" len="med"/>
                    </a:lnB>
                  </a:tcPr>
                </a:tc>
              </a:tr>
              <a:tr h="382219">
                <a:tc>
                  <a:txBody>
                    <a:bodyPr/>
                    <a:lstStyle/>
                    <a:p>
                      <a:pPr indent="0" marL="0">
                        <a:buNone/>
                      </a:pPr>
                      <a:r>
                        <a:rPr lang="en-US" sz="975" dirty="0">
                          <a:solidFill>
                            <a:srgbClr val="665B46"/>
                          </a:solidFill>
                          <a:latin typeface="IBM Plex Mono" pitchFamily="34" charset="0"/>
                          <a:ea typeface="IBM Plex Mono" pitchFamily="34" charset="-122"/>
                          <a:cs typeface="IBM Plex Mono" pitchFamily="34" charset="-120"/>
                        </a:rPr>
                        <a:t>in-line 측정</a:t>
                      </a:r>
                      <a:endParaRPr lang="en-US" sz="975" dirty="0">
                        <a:latin typeface="IBM Plex Mono" charset="0"/>
                        <a:ea typeface="IBM Plex Mono" charset="0"/>
                        <a:cs typeface="IBM Plex Mono" charset="0"/>
                      </a:endParaRPr>
                    </a:p>
                  </a:txBody>
                  <a:tcPr marL="0" marR="75895" marT="95098" marB="95098" anchor="ctr">
                    <a:lnL w="0" cap="flat" cmpd="sng" algn="ctr">
                      <a:solidFill>
                        <a:srgbClr val="BFB38D"/>
                      </a:solidFill>
                      <a:prstDash val="solid"/>
                      <a:round/>
                      <a:headEnd type="none" w="med" len="med"/>
                      <a:tailEnd type="none" w="med" len="med"/>
                    </a:lnL>
                    <a:lnR w="0" cap="flat" cmpd="sng" algn="ctr">
                      <a:solidFill>
                        <a:srgbClr val="BFB38D"/>
                      </a:solidFill>
                      <a:prstDash val="solid"/>
                      <a:round/>
                      <a:headEnd type="none" w="med" len="med"/>
                      <a:tailEnd type="none" w="med" len="med"/>
                    </a:lnR>
                    <a:lnT w="0" cap="flat" cmpd="sng" algn="ctr">
                      <a:solidFill>
                        <a:srgbClr val="BFB38D"/>
                      </a:solidFill>
                      <a:prstDash val="solid"/>
                      <a:round/>
                      <a:headEnd type="none" w="med" len="med"/>
                      <a:tailEnd type="none" w="med" len="med"/>
                    </a:lnT>
                    <a:lnB w="9525" cap="flat" cmpd="sng" algn="ctr">
                      <a:solidFill>
                        <a:srgbClr val="BFB38D"/>
                      </a:solidFill>
                      <a:prstDash val="solid"/>
                      <a:round/>
                      <a:headEnd type="none" w="med" len="med"/>
                      <a:tailEnd type="none" w="med" len="med"/>
                    </a:lnB>
                  </a:tcPr>
                </a:tc>
                <a:tc>
                  <a:txBody>
                    <a:bodyPr/>
                    <a:lstStyle/>
                    <a:p>
                      <a:pPr indent="0" marL="0">
                        <a:buNone/>
                      </a:pPr>
                      <a:r>
                        <a:rPr lang="en-US" sz="1050" dirty="0">
                          <a:solidFill>
                            <a:srgbClr val="1C1D24"/>
                          </a:solidFill>
                          <a:latin typeface="IBM Plex Mono" pitchFamily="34" charset="0"/>
                          <a:ea typeface="IBM Plex Mono" pitchFamily="34" charset="-122"/>
                          <a:cs typeface="IBM Plex Mono" pitchFamily="34" charset="-120"/>
                        </a:rPr>
                        <a:t>CD-SEM 69 site / wafer · 4 개 layer 각각</a:t>
                      </a:r>
                      <a:endParaRPr lang="en-US" sz="1050" dirty="0">
                        <a:latin typeface="IBM Plex Mono" charset="0"/>
                        <a:ea typeface="IBM Plex Mono" charset="0"/>
                        <a:cs typeface="IBM Plex Mono" charset="0"/>
                      </a:endParaRPr>
                    </a:p>
                  </a:txBody>
                  <a:tcPr marL="0" marR="0" marT="95098" marB="95098" anchor="ctr">
                    <a:lnL w="0" cap="flat" cmpd="sng" algn="ctr">
                      <a:solidFill>
                        <a:srgbClr val="BFB38D"/>
                      </a:solidFill>
                      <a:prstDash val="solid"/>
                      <a:round/>
                      <a:headEnd type="none" w="med" len="med"/>
                      <a:tailEnd type="none" w="med" len="med"/>
                    </a:lnL>
                    <a:lnR w="0" cap="flat" cmpd="sng" algn="ctr">
                      <a:solidFill>
                        <a:srgbClr val="BFB38D"/>
                      </a:solidFill>
                      <a:prstDash val="solid"/>
                      <a:round/>
                      <a:headEnd type="none" w="med" len="med"/>
                      <a:tailEnd type="none" w="med" len="med"/>
                    </a:lnR>
                    <a:lnT w="0" cap="flat" cmpd="sng" algn="ctr">
                      <a:solidFill>
                        <a:srgbClr val="BFB38D"/>
                      </a:solidFill>
                      <a:prstDash val="solid"/>
                      <a:round/>
                      <a:headEnd type="none" w="med" len="med"/>
                      <a:tailEnd type="none" w="med" len="med"/>
                    </a:lnT>
                    <a:lnB w="9525" cap="flat" cmpd="sng" algn="ctr">
                      <a:solidFill>
                        <a:srgbClr val="BFB38D"/>
                      </a:solidFill>
                      <a:prstDash val="solid"/>
                      <a:round/>
                      <a:headEnd type="none" w="med" len="med"/>
                      <a:tailEnd type="none" w="med" len="med"/>
                    </a:lnB>
                  </a:tcPr>
                </a:tc>
              </a:tr>
              <a:tr h="382219">
                <a:tc>
                  <a:txBody>
                    <a:bodyPr/>
                    <a:lstStyle/>
                    <a:p>
                      <a:pPr indent="0" marL="0">
                        <a:buNone/>
                      </a:pPr>
                      <a:r>
                        <a:rPr lang="en-US" sz="975" dirty="0">
                          <a:solidFill>
                            <a:srgbClr val="665B46"/>
                          </a:solidFill>
                          <a:latin typeface="IBM Plex Mono" pitchFamily="34" charset="0"/>
                          <a:ea typeface="IBM Plex Mono" pitchFamily="34" charset="-122"/>
                          <a:cs typeface="IBM Plex Mono" pitchFamily="34" charset="-120"/>
                        </a:rPr>
                        <a:t>분석 장비</a:t>
                      </a:r>
                      <a:endParaRPr lang="en-US" sz="975" dirty="0">
                        <a:latin typeface="IBM Plex Mono" charset="0"/>
                        <a:ea typeface="IBM Plex Mono" charset="0"/>
                        <a:cs typeface="IBM Plex Mono" charset="0"/>
                      </a:endParaRPr>
                    </a:p>
                  </a:txBody>
                  <a:tcPr marL="0" marR="75895" marT="95098" marB="95098" anchor="ctr">
                    <a:lnL w="0" cap="flat" cmpd="sng" algn="ctr">
                      <a:solidFill>
                        <a:srgbClr val="BFB38D"/>
                      </a:solidFill>
                      <a:prstDash val="solid"/>
                      <a:round/>
                      <a:headEnd type="none" w="med" len="med"/>
                      <a:tailEnd type="none" w="med" len="med"/>
                    </a:lnL>
                    <a:lnR w="0" cap="flat" cmpd="sng" algn="ctr">
                      <a:solidFill>
                        <a:srgbClr val="BFB38D"/>
                      </a:solidFill>
                      <a:prstDash val="solid"/>
                      <a:round/>
                      <a:headEnd type="none" w="med" len="med"/>
                      <a:tailEnd type="none" w="med" len="med"/>
                    </a:lnR>
                    <a:lnT w="0" cap="flat" cmpd="sng" algn="ctr">
                      <a:solidFill>
                        <a:srgbClr val="BFB38D"/>
                      </a:solidFill>
                      <a:prstDash val="solid"/>
                      <a:round/>
                      <a:headEnd type="none" w="med" len="med"/>
                      <a:tailEnd type="none" w="med" len="med"/>
                    </a:lnT>
                    <a:lnB w="9525" cap="flat" cmpd="sng" algn="ctr">
                      <a:solidFill>
                        <a:srgbClr val="BFB38D"/>
                      </a:solidFill>
                      <a:prstDash val="solid"/>
                      <a:round/>
                      <a:headEnd type="none" w="med" len="med"/>
                      <a:tailEnd type="none" w="med" len="med"/>
                    </a:lnB>
                  </a:tcPr>
                </a:tc>
                <a:tc>
                  <a:txBody>
                    <a:bodyPr/>
                    <a:lstStyle/>
                    <a:p>
                      <a:pPr indent="0" marL="0">
                        <a:buNone/>
                      </a:pPr>
                      <a:r>
                        <a:rPr lang="en-US" sz="1050" dirty="0">
                          <a:solidFill>
                            <a:srgbClr val="1C1D24"/>
                          </a:solidFill>
                          <a:latin typeface="IBM Plex Mono" pitchFamily="34" charset="0"/>
                          <a:ea typeface="IBM Plex Mono" pitchFamily="34" charset="-122"/>
                          <a:cs typeface="IBM Plex Mono" pitchFamily="34" charset="-120"/>
                        </a:rPr>
                        <a:t>SEM · TEM · 4pp probe</a:t>
                      </a:r>
                      <a:endParaRPr lang="en-US" sz="1050" dirty="0">
                        <a:latin typeface="IBM Plex Mono" charset="0"/>
                        <a:ea typeface="IBM Plex Mono" charset="0"/>
                        <a:cs typeface="IBM Plex Mono" charset="0"/>
                      </a:endParaRPr>
                    </a:p>
                  </a:txBody>
                  <a:tcPr marL="0" marR="0" marT="95098" marB="95098" anchor="ctr">
                    <a:lnL w="0" cap="flat" cmpd="sng" algn="ctr">
                      <a:solidFill>
                        <a:srgbClr val="BFB38D"/>
                      </a:solidFill>
                      <a:prstDash val="solid"/>
                      <a:round/>
                      <a:headEnd type="none" w="med" len="med"/>
                      <a:tailEnd type="none" w="med" len="med"/>
                    </a:lnL>
                    <a:lnR w="0" cap="flat" cmpd="sng" algn="ctr">
                      <a:solidFill>
                        <a:srgbClr val="BFB38D"/>
                      </a:solidFill>
                      <a:prstDash val="solid"/>
                      <a:round/>
                      <a:headEnd type="none" w="med" len="med"/>
                      <a:tailEnd type="none" w="med" len="med"/>
                    </a:lnR>
                    <a:lnT w="0" cap="flat" cmpd="sng" algn="ctr">
                      <a:solidFill>
                        <a:srgbClr val="BFB38D"/>
                      </a:solidFill>
                      <a:prstDash val="solid"/>
                      <a:round/>
                      <a:headEnd type="none" w="med" len="med"/>
                      <a:tailEnd type="none" w="med" len="med"/>
                    </a:lnT>
                    <a:lnB w="9525" cap="flat" cmpd="sng" algn="ctr">
                      <a:solidFill>
                        <a:srgbClr val="BFB38D"/>
                      </a:solidFill>
                      <a:prstDash val="solid"/>
                      <a:round/>
                      <a:headEnd type="none" w="med" len="med"/>
                      <a:tailEnd type="none" w="med" len="med"/>
                    </a:lnB>
                  </a:tcPr>
                </a:tc>
              </a:tr>
              <a:tr h="382219">
                <a:tc>
                  <a:txBody>
                    <a:bodyPr/>
                    <a:lstStyle/>
                    <a:p>
                      <a:pPr indent="0" marL="0">
                        <a:buNone/>
                      </a:pPr>
                      <a:r>
                        <a:rPr lang="en-US" sz="975" dirty="0">
                          <a:solidFill>
                            <a:srgbClr val="665B46"/>
                          </a:solidFill>
                          <a:latin typeface="IBM Plex Mono" pitchFamily="34" charset="0"/>
                          <a:ea typeface="IBM Plex Mono" pitchFamily="34" charset="-122"/>
                          <a:cs typeface="IBM Plex Mono" pitchFamily="34" charset="-120"/>
                        </a:rPr>
                        <a:t>제외</a:t>
                      </a:r>
                      <a:endParaRPr lang="en-US" sz="975" dirty="0">
                        <a:latin typeface="IBM Plex Mono" charset="0"/>
                        <a:ea typeface="IBM Plex Mono" charset="0"/>
                        <a:cs typeface="IBM Plex Mono" charset="0"/>
                      </a:endParaRPr>
                    </a:p>
                  </a:txBody>
                  <a:tcPr marL="0" marR="0" marT="95098" marB="95098" anchor="ctr">
                    <a:lnL w="0" cap="flat" cmpd="sng" algn="ctr">
                      <a:solidFill>
                        <a:srgbClr val="BFB38D"/>
                      </a:solidFill>
                      <a:prstDash val="solid"/>
                      <a:round/>
                      <a:headEnd type="none" w="med" len="med"/>
                      <a:tailEnd type="none" w="med" len="med"/>
                    </a:lnL>
                    <a:lnR w="0" cap="flat" cmpd="sng" algn="ctr">
                      <a:solidFill>
                        <a:srgbClr val="BFB38D"/>
                      </a:solidFill>
                      <a:prstDash val="solid"/>
                      <a:round/>
                      <a:headEnd type="none" w="med" len="med"/>
                      <a:tailEnd type="none" w="med" len="med"/>
                    </a:lnR>
                    <a:lnT w="0" cap="flat" cmpd="sng" algn="ctr">
                      <a:solidFill>
                        <a:srgbClr val="BFB38D"/>
                      </a:solidFill>
                      <a:prstDash val="solid"/>
                      <a:round/>
                      <a:headEnd type="none" w="med" len="med"/>
                      <a:tailEnd type="none" w="med" len="med"/>
                    </a:lnT>
                    <a:lnB w="9525" cap="flat" cmpd="sng" algn="ctr">
                      <a:solidFill>
                        <a:srgbClr val="BFB38D"/>
                      </a:solidFill>
                      <a:prstDash val="solid"/>
                      <a:round/>
                      <a:headEnd type="none" w="med" len="med"/>
                      <a:tailEnd type="none" w="med" len="med"/>
                    </a:lnB>
                  </a:tcPr>
                </a:tc>
                <a:tc>
                  <a:txBody>
                    <a:bodyPr/>
                    <a:lstStyle/>
                    <a:p>
                      <a:pPr indent="0" marL="0">
                        <a:buNone/>
                      </a:pPr>
                      <a:r>
                        <a:rPr lang="en-US" sz="1050" dirty="0">
                          <a:solidFill>
                            <a:srgbClr val="1C1D24"/>
                          </a:solidFill>
                          <a:latin typeface="IBM Plex Mono" pitchFamily="34" charset="0"/>
                          <a:ea typeface="IBM Plex Mono" pitchFamily="34" charset="-122"/>
                          <a:cs typeface="IBM Plex Mono" pitchFamily="34" charset="-120"/>
                        </a:rPr>
                        <a:t>TDDB / EM / air-gap (별도 file)</a:t>
                      </a:r>
                      <a:endParaRPr lang="en-US" sz="1050" dirty="0">
                        <a:latin typeface="IBM Plex Mono" charset="0"/>
                        <a:ea typeface="IBM Plex Mono" charset="0"/>
                        <a:cs typeface="IBM Plex Mono" charset="0"/>
                      </a:endParaRPr>
                    </a:p>
                  </a:txBody>
                  <a:tcPr marL="0" marR="0" marT="95098" marB="95098" anchor="ctr">
                    <a:lnL w="0" cap="flat" cmpd="sng" algn="ctr">
                      <a:solidFill>
                        <a:srgbClr val="BFB38D"/>
                      </a:solidFill>
                      <a:prstDash val="solid"/>
                      <a:round/>
                      <a:headEnd type="none" w="med" len="med"/>
                      <a:tailEnd type="none" w="med" len="med"/>
                    </a:lnL>
                    <a:lnR w="0" cap="flat" cmpd="sng" algn="ctr">
                      <a:solidFill>
                        <a:srgbClr val="BFB38D"/>
                      </a:solidFill>
                      <a:prstDash val="solid"/>
                      <a:round/>
                      <a:headEnd type="none" w="med" len="med"/>
                      <a:tailEnd type="none" w="med" len="med"/>
                    </a:lnR>
                    <a:lnT w="0" cap="flat" cmpd="sng" algn="ctr">
                      <a:solidFill>
                        <a:srgbClr val="BFB38D"/>
                      </a:solidFill>
                      <a:prstDash val="solid"/>
                      <a:round/>
                      <a:headEnd type="none" w="med" len="med"/>
                      <a:tailEnd type="none" w="med" len="med"/>
                    </a:lnT>
                    <a:lnB w="9525" cap="flat" cmpd="sng" algn="ctr">
                      <a:solidFill>
                        <a:srgbClr val="BFB38D"/>
                      </a:solidFill>
                      <a:prstDash val="solid"/>
                      <a:round/>
                      <a:headEnd type="none" w="med" len="med"/>
                      <a:tailEnd type="none" w="med" len="med"/>
                    </a:lnB>
                  </a:tcPr>
                </a:tc>
              </a:tr>
            </a:tbl>
          </a:graphicData>
        </a:graphic>
      </p:graphicFrame>
      <p:sp>
        <p:nvSpPr>
          <p:cNvPr id="22" name="Text 16"/>
          <p:cNvSpPr txBox="1"/>
          <p:nvPr/>
        </p:nvSpPr>
        <p:spPr>
          <a:xfrm>
            <a:off x="12382805" y="1904695"/>
            <a:ext cx="4572000" cy="133502"/>
          </a:xfrm>
          <a:prstGeom prst="rect">
            <a:avLst/>
          </a:prstGeom>
          <a:noFill/>
          <a:ln/>
        </p:spPr>
        <p:txBody>
          <a:bodyPr wrap="none" lIns="0" tIns="0" rIns="0" bIns="0" rtlCol="0" anchor="ctr"/>
          <a:lstStyle/>
          <a:p>
            <a:pPr algn="l" indent="0" marL="0">
              <a:buNone/>
            </a:pPr>
            <a:r>
              <a:rPr lang="en-US" sz="825" spc="231" kern="0" dirty="0">
                <a:solidFill>
                  <a:srgbClr val="C25028"/>
                </a:solidFill>
                <a:latin typeface="IBM Plex Mono" pitchFamily="34" charset="0"/>
                <a:ea typeface="IBM Plex Mono" pitchFamily="34" charset="-122"/>
                <a:cs typeface="IBM Plex Mono" pitchFamily="34" charset="-120"/>
              </a:rPr>
              <a:t>03 · KEY QUESTIONS</a:t>
            </a:r>
            <a:endParaRPr lang="en-US" sz="825" dirty="0"/>
          </a:p>
        </p:txBody>
      </p:sp>
      <p:sp>
        <p:nvSpPr>
          <p:cNvPr id="23" name="Text 17"/>
          <p:cNvSpPr txBox="1"/>
          <p:nvPr/>
        </p:nvSpPr>
        <p:spPr>
          <a:xfrm>
            <a:off x="12382805" y="2171700"/>
            <a:ext cx="4572000" cy="305410"/>
          </a:xfrm>
          <a:prstGeom prst="rect">
            <a:avLst/>
          </a:prstGeom>
          <a:noFill/>
          <a:ln/>
        </p:spPr>
        <p:txBody>
          <a:bodyPr wrap="none" lIns="0" tIns="0" rIns="0" bIns="0" rtlCol="0" anchor="ctr"/>
          <a:lstStyle/>
          <a:p>
            <a:pPr algn="l" indent="0" marL="0">
              <a:buNone/>
            </a:pPr>
            <a:r>
              <a:rPr lang="en-US" sz="1800" b="1" dirty="0">
                <a:solidFill>
                  <a:srgbClr val="1C1D24"/>
                </a:solidFill>
                <a:latin typeface="Noto Sans KR" pitchFamily="34" charset="0"/>
                <a:ea typeface="Noto Sans KR" pitchFamily="34" charset="-122"/>
                <a:cs typeface="Noto Sans KR" pitchFamily="34" charset="-120"/>
              </a:rPr>
              <a:t>이 평가가 답하려는 질문</a:t>
            </a:r>
            <a:endParaRPr lang="en-US" sz="1800" dirty="0"/>
          </a:p>
        </p:txBody>
      </p:sp>
      <p:sp>
        <p:nvSpPr>
          <p:cNvPr id="24" name="Shape 18"/>
          <p:cNvSpPr/>
          <p:nvPr/>
        </p:nvSpPr>
        <p:spPr>
          <a:xfrm>
            <a:off x="12382805" y="2639873"/>
            <a:ext cx="4572000" cy="676656"/>
          </a:xfrm>
          <a:prstGeom prst="rect">
            <a:avLst/>
          </a:prstGeom>
          <a:solidFill>
            <a:srgbClr val="FFFFFF">
              <a:alpha val="45000"/>
            </a:srgbClr>
          </a:solidFill>
          <a:ln w="12700">
            <a:solidFill>
              <a:srgbClr val="BFB38D"/>
            </a:solidFill>
            <a:prstDash val="solid"/>
          </a:ln>
        </p:spPr>
      </p:sp>
      <p:sp>
        <p:nvSpPr>
          <p:cNvPr id="25" name="Text 19"/>
          <p:cNvSpPr txBox="1"/>
          <p:nvPr/>
        </p:nvSpPr>
        <p:spPr>
          <a:xfrm>
            <a:off x="12544654" y="2783434"/>
            <a:ext cx="4248302" cy="133502"/>
          </a:xfrm>
          <a:prstGeom prst="rect">
            <a:avLst/>
          </a:prstGeom>
          <a:noFill/>
          <a:ln/>
        </p:spPr>
        <p:txBody>
          <a:bodyPr wrap="none" lIns="0" tIns="0" rIns="0" bIns="0" rtlCol="0" anchor="ctr"/>
          <a:lstStyle/>
          <a:p>
            <a:pPr algn="l" indent="0" marL="0">
              <a:buNone/>
            </a:pPr>
            <a:r>
              <a:rPr lang="en-US" sz="825" dirty="0">
                <a:solidFill>
                  <a:srgbClr val="B4631D"/>
                </a:solidFill>
                <a:latin typeface="IBM Plex Mono" pitchFamily="34" charset="0"/>
                <a:ea typeface="IBM Plex Mono" pitchFamily="34" charset="-122"/>
                <a:cs typeface="IBM Plex Mono" pitchFamily="34" charset="-120"/>
              </a:rPr>
              <a:t>Q1</a:t>
            </a:r>
            <a:endParaRPr lang="en-US" sz="825" dirty="0"/>
          </a:p>
        </p:txBody>
      </p:sp>
      <p:sp>
        <p:nvSpPr>
          <p:cNvPr id="26" name="Text 20"/>
          <p:cNvSpPr txBox="1"/>
          <p:nvPr/>
        </p:nvSpPr>
        <p:spPr>
          <a:xfrm>
            <a:off x="12544654" y="2954426"/>
            <a:ext cx="4366260" cy="219456"/>
          </a:xfrm>
          <a:prstGeom prst="rect">
            <a:avLst/>
          </a:prstGeom>
          <a:noFill/>
          <a:ln/>
        </p:spPr>
        <p:txBody>
          <a:bodyPr wrap="none" lIns="0" tIns="0" rIns="0" bIns="0" rtlCol="0" anchor="ctr"/>
          <a:lstStyle/>
          <a:p>
            <a:pPr algn="l" indent="0" marL="0">
              <a:buNone/>
            </a:pPr>
            <a:r>
              <a:rPr lang="en-US" sz="1125" dirty="0">
                <a:solidFill>
                  <a:srgbClr val="1C1D24"/>
                </a:solidFill>
                <a:latin typeface="Noto Sans KR" pitchFamily="34" charset="0"/>
                <a:ea typeface="Noto Sans KR" pitchFamily="34" charset="-122"/>
                <a:cs typeface="Noto Sans KR" pitchFamily="34" charset="-120"/>
              </a:rPr>
              <a:t>AASI / ASEI 의 3σ 가 anneal 50°C 차이에 대해 변하는가?</a:t>
            </a:r>
            <a:endParaRPr lang="en-US" sz="1125" dirty="0"/>
          </a:p>
        </p:txBody>
      </p:sp>
      <p:sp>
        <p:nvSpPr>
          <p:cNvPr id="27" name="Shape 21"/>
          <p:cNvSpPr/>
          <p:nvPr/>
        </p:nvSpPr>
        <p:spPr>
          <a:xfrm>
            <a:off x="12382805" y="3445459"/>
            <a:ext cx="4572000" cy="886054"/>
          </a:xfrm>
          <a:prstGeom prst="rect">
            <a:avLst/>
          </a:prstGeom>
          <a:solidFill>
            <a:srgbClr val="FFFFFF">
              <a:alpha val="45000"/>
            </a:srgbClr>
          </a:solidFill>
          <a:ln w="12700">
            <a:solidFill>
              <a:srgbClr val="BFB38D"/>
            </a:solidFill>
            <a:prstDash val="solid"/>
          </a:ln>
        </p:spPr>
      </p:sp>
      <p:sp>
        <p:nvSpPr>
          <p:cNvPr id="28" name="Text 22"/>
          <p:cNvSpPr txBox="1"/>
          <p:nvPr/>
        </p:nvSpPr>
        <p:spPr>
          <a:xfrm>
            <a:off x="12544654" y="3588106"/>
            <a:ext cx="4248302" cy="133502"/>
          </a:xfrm>
          <a:prstGeom prst="rect">
            <a:avLst/>
          </a:prstGeom>
          <a:noFill/>
          <a:ln/>
        </p:spPr>
        <p:txBody>
          <a:bodyPr wrap="none" lIns="0" tIns="0" rIns="0" bIns="0" rtlCol="0" anchor="ctr"/>
          <a:lstStyle/>
          <a:p>
            <a:pPr algn="l" indent="0" marL="0">
              <a:buNone/>
            </a:pPr>
            <a:r>
              <a:rPr lang="en-US" sz="825" dirty="0">
                <a:solidFill>
                  <a:srgbClr val="B4631D"/>
                </a:solidFill>
                <a:latin typeface="IBM Plex Mono" pitchFamily="34" charset="0"/>
                <a:ea typeface="IBM Plex Mono" pitchFamily="34" charset="-122"/>
                <a:cs typeface="IBM Plex Mono" pitchFamily="34" charset="-120"/>
              </a:rPr>
              <a:t>Q2</a:t>
            </a:r>
            <a:endParaRPr lang="en-US" sz="825" dirty="0"/>
          </a:p>
        </p:txBody>
      </p:sp>
      <p:sp>
        <p:nvSpPr>
          <p:cNvPr id="29" name="Text 23"/>
          <p:cNvSpPr txBox="1"/>
          <p:nvPr/>
        </p:nvSpPr>
        <p:spPr>
          <a:xfrm>
            <a:off x="12544654" y="3759098"/>
            <a:ext cx="4248302" cy="428854"/>
          </a:xfrm>
          <a:prstGeom prst="rect">
            <a:avLst/>
          </a:prstGeom>
          <a:noFill/>
          <a:ln/>
        </p:spPr>
        <p:txBody>
          <a:bodyPr wrap="square" lIns="0" tIns="0" rIns="0" bIns="0" rtlCol="0" anchor="ctr"/>
          <a:lstStyle/>
          <a:p>
            <a:pPr algn="l" indent="0" marL="0">
              <a:lnSpc>
                <a:spcPts val="1688"/>
              </a:lnSpc>
              <a:buNone/>
            </a:pPr>
            <a:r>
              <a:rPr lang="en-US" sz="1125" dirty="0">
                <a:solidFill>
                  <a:srgbClr val="1C1D24"/>
                </a:solidFill>
                <a:latin typeface="Noto Sans KR" pitchFamily="34" charset="0"/>
                <a:ea typeface="Noto Sans KR" pitchFamily="34" charset="-122"/>
                <a:cs typeface="Noto Sans KR" pitchFamily="34" charset="-120"/>
              </a:rPr>
              <a:t>400°C 조건에서 within-wafer 균일성이 개선되는가, 아니면 특정 site에 변동이 모이는가?</a:t>
            </a:r>
            <a:endParaRPr lang="en-US" sz="1125" dirty="0"/>
          </a:p>
        </p:txBody>
      </p:sp>
      <p:sp>
        <p:nvSpPr>
          <p:cNvPr id="30" name="Shape 24"/>
          <p:cNvSpPr/>
          <p:nvPr/>
        </p:nvSpPr>
        <p:spPr>
          <a:xfrm>
            <a:off x="12382805" y="4464101"/>
            <a:ext cx="4572000" cy="886054"/>
          </a:xfrm>
          <a:prstGeom prst="rect">
            <a:avLst/>
          </a:prstGeom>
          <a:solidFill>
            <a:srgbClr val="FFFFFF">
              <a:alpha val="45000"/>
            </a:srgbClr>
          </a:solidFill>
          <a:ln w="12700">
            <a:solidFill>
              <a:srgbClr val="BFB38D"/>
            </a:solidFill>
            <a:prstDash val="solid"/>
          </a:ln>
        </p:spPr>
      </p:sp>
      <p:sp>
        <p:nvSpPr>
          <p:cNvPr id="31" name="Text 25"/>
          <p:cNvSpPr txBox="1"/>
          <p:nvPr/>
        </p:nvSpPr>
        <p:spPr>
          <a:xfrm>
            <a:off x="12544654" y="4606747"/>
            <a:ext cx="4248302" cy="133502"/>
          </a:xfrm>
          <a:prstGeom prst="rect">
            <a:avLst/>
          </a:prstGeom>
          <a:noFill/>
          <a:ln/>
        </p:spPr>
        <p:txBody>
          <a:bodyPr wrap="none" lIns="0" tIns="0" rIns="0" bIns="0" rtlCol="0" anchor="ctr"/>
          <a:lstStyle/>
          <a:p>
            <a:pPr algn="l" indent="0" marL="0">
              <a:buNone/>
            </a:pPr>
            <a:r>
              <a:rPr lang="en-US" sz="825" dirty="0">
                <a:solidFill>
                  <a:srgbClr val="B4631D"/>
                </a:solidFill>
                <a:latin typeface="IBM Plex Mono" pitchFamily="34" charset="0"/>
                <a:ea typeface="IBM Plex Mono" pitchFamily="34" charset="-122"/>
                <a:cs typeface="IBM Plex Mono" pitchFamily="34" charset="-120"/>
              </a:rPr>
              <a:t>Q3</a:t>
            </a:r>
            <a:endParaRPr lang="en-US" sz="825" dirty="0"/>
          </a:p>
        </p:txBody>
      </p:sp>
      <p:sp>
        <p:nvSpPr>
          <p:cNvPr id="32" name="Text 26"/>
          <p:cNvSpPr txBox="1"/>
          <p:nvPr/>
        </p:nvSpPr>
        <p:spPr>
          <a:xfrm>
            <a:off x="12544654" y="4778654"/>
            <a:ext cx="4248302" cy="428854"/>
          </a:xfrm>
          <a:prstGeom prst="rect">
            <a:avLst/>
          </a:prstGeom>
          <a:noFill/>
          <a:ln/>
        </p:spPr>
        <p:txBody>
          <a:bodyPr wrap="square" lIns="0" tIns="0" rIns="0" bIns="0" rtlCol="0" anchor="ctr"/>
          <a:lstStyle/>
          <a:p>
            <a:pPr algn="l" indent="0" marL="0">
              <a:lnSpc>
                <a:spcPts val="1688"/>
              </a:lnSpc>
              <a:buNone/>
            </a:pPr>
            <a:r>
              <a:rPr lang="en-US" sz="1125" dirty="0">
                <a:solidFill>
                  <a:srgbClr val="1C1D24"/>
                </a:solidFill>
                <a:latin typeface="Noto Sans KR" pitchFamily="34" charset="0"/>
                <a:ea typeface="Noto Sans KR" pitchFamily="34" charset="-122"/>
                <a:cs typeface="Noto Sans KR" pitchFamily="34" charset="-120"/>
              </a:rPr>
              <a:t>Rs / Rc 의 분포 이동이 spec 안에 머무는가, 누적분포 tail 에 이상이 있는가?</a:t>
            </a:r>
            <a:endParaRPr lang="en-US" sz="1125" dirty="0"/>
          </a:p>
        </p:txBody>
      </p:sp>
      <p:sp>
        <p:nvSpPr>
          <p:cNvPr id="33" name="Shape 27"/>
          <p:cNvSpPr/>
          <p:nvPr/>
        </p:nvSpPr>
        <p:spPr>
          <a:xfrm>
            <a:off x="12382805" y="5483657"/>
            <a:ext cx="4572000" cy="886054"/>
          </a:xfrm>
          <a:prstGeom prst="rect">
            <a:avLst/>
          </a:prstGeom>
          <a:solidFill>
            <a:srgbClr val="FFFFFF">
              <a:alpha val="45000"/>
            </a:srgbClr>
          </a:solidFill>
          <a:ln w="12700">
            <a:solidFill>
              <a:srgbClr val="BFB38D"/>
            </a:solidFill>
            <a:prstDash val="solid"/>
          </a:ln>
        </p:spPr>
      </p:sp>
      <p:sp>
        <p:nvSpPr>
          <p:cNvPr id="34" name="Text 28"/>
          <p:cNvSpPr txBox="1"/>
          <p:nvPr/>
        </p:nvSpPr>
        <p:spPr>
          <a:xfrm>
            <a:off x="12544654" y="5626303"/>
            <a:ext cx="4248302" cy="133502"/>
          </a:xfrm>
          <a:prstGeom prst="rect">
            <a:avLst/>
          </a:prstGeom>
          <a:noFill/>
          <a:ln/>
        </p:spPr>
        <p:txBody>
          <a:bodyPr wrap="none" lIns="0" tIns="0" rIns="0" bIns="0" rtlCol="0" anchor="ctr"/>
          <a:lstStyle/>
          <a:p>
            <a:pPr algn="l" indent="0" marL="0">
              <a:buNone/>
            </a:pPr>
            <a:r>
              <a:rPr lang="en-US" sz="825" dirty="0">
                <a:solidFill>
                  <a:srgbClr val="B4631D"/>
                </a:solidFill>
                <a:latin typeface="IBM Plex Mono" pitchFamily="34" charset="0"/>
                <a:ea typeface="IBM Plex Mono" pitchFamily="34" charset="-122"/>
                <a:cs typeface="IBM Plex Mono" pitchFamily="34" charset="-120"/>
              </a:rPr>
              <a:t>Q4</a:t>
            </a:r>
            <a:endParaRPr lang="en-US" sz="825" dirty="0"/>
          </a:p>
        </p:txBody>
      </p:sp>
      <p:sp>
        <p:nvSpPr>
          <p:cNvPr id="35" name="Text 29"/>
          <p:cNvSpPr txBox="1"/>
          <p:nvPr/>
        </p:nvSpPr>
        <p:spPr>
          <a:xfrm>
            <a:off x="12544654" y="5797296"/>
            <a:ext cx="4248302" cy="428854"/>
          </a:xfrm>
          <a:prstGeom prst="rect">
            <a:avLst/>
          </a:prstGeom>
          <a:noFill/>
          <a:ln/>
        </p:spPr>
        <p:txBody>
          <a:bodyPr wrap="square" lIns="0" tIns="0" rIns="0" bIns="0" rtlCol="0" anchor="ctr"/>
          <a:lstStyle/>
          <a:p>
            <a:pPr algn="l" indent="0" marL="0">
              <a:lnSpc>
                <a:spcPts val="1688"/>
              </a:lnSpc>
              <a:buNone/>
            </a:pPr>
            <a:r>
              <a:rPr lang="en-US" sz="1125" dirty="0">
                <a:solidFill>
                  <a:srgbClr val="1C1D24"/>
                </a:solidFill>
                <a:latin typeface="Noto Sans KR" pitchFamily="34" charset="0"/>
                <a:ea typeface="Noto Sans KR" pitchFamily="34" charset="-122"/>
                <a:cs typeface="Noto Sans KR" pitchFamily="34" charset="-120"/>
              </a:rPr>
              <a:t>350 vs 400°C 간 SEM 단면상 구조 차이가 관측 가능한가, plasma damage 의심 사례는 어떤 분포인가?</a:t>
            </a:r>
            <a:endParaRPr lang="en-US" sz="1125" dirty="0"/>
          </a:p>
        </p:txBody>
      </p:sp>
      <p:sp>
        <p:nvSpPr>
          <p:cNvPr id="36" name="Text 30"/>
          <p:cNvSpPr txBox="1"/>
          <p:nvPr/>
        </p:nvSpPr>
        <p:spPr>
          <a:xfrm>
            <a:off x="1580998" y="8876995"/>
            <a:ext cx="12192610" cy="133502"/>
          </a:xfrm>
          <a:prstGeom prst="rect">
            <a:avLst/>
          </a:prstGeom>
          <a:noFill/>
          <a:ln/>
        </p:spPr>
        <p:txBody>
          <a:bodyPr wrap="none" lIns="0" tIns="0" rIns="0" bIns="0" rtlCol="0" anchor="ctr"/>
          <a:lstStyle/>
          <a:p>
            <a:pPr algn="l" indent="0" marL="0">
              <a:buNone/>
            </a:pPr>
            <a:r>
              <a:rPr lang="en-US" sz="825" spc="182" kern="0" dirty="0">
                <a:solidFill>
                  <a:srgbClr val="B4631D"/>
                </a:solidFill>
                <a:latin typeface="IBM Plex Mono" pitchFamily="34" charset="0"/>
                <a:ea typeface="IBM Plex Mono" pitchFamily="34" charset="-122"/>
                <a:cs typeface="IBM Plex Mono" pitchFamily="34" charset="-120"/>
              </a:rPr>
              <a:t>KEY TAKEAWAY · 01</a:t>
            </a:r>
            <a:endParaRPr lang="en-US" sz="825" dirty="0"/>
          </a:p>
        </p:txBody>
      </p:sp>
      <p:sp>
        <p:nvSpPr>
          <p:cNvPr id="37" name="Text 31"/>
          <p:cNvSpPr txBox="1"/>
          <p:nvPr/>
        </p:nvSpPr>
        <p:spPr>
          <a:xfrm>
            <a:off x="1580998" y="9068105"/>
            <a:ext cx="12192610" cy="247802"/>
          </a:xfrm>
          <a:prstGeom prst="rect">
            <a:avLst/>
          </a:prstGeom>
          <a:noFill/>
          <a:ln/>
        </p:spPr>
        <p:txBody>
          <a:bodyPr wrap="none" lIns="0" tIns="0" rIns="0" bIns="0" rtlCol="0" anchor="ctr"/>
          <a:lstStyle/>
          <a:p>
            <a:pPr algn="l" indent="0" marL="0">
              <a:buNone/>
            </a:pPr>
            <a:r>
              <a:rPr lang="en-US" sz="1350" b="1" dirty="0">
                <a:solidFill>
                  <a:srgbClr val="EFE6D3"/>
                </a:solidFill>
                <a:latin typeface="Noto Sans KR" pitchFamily="34" charset="0"/>
                <a:ea typeface="Noto Sans KR" pitchFamily="34" charset="-122"/>
                <a:cs typeface="Noto Sans KR" pitchFamily="34" charset="-120"/>
              </a:rPr>
              <a:t>M3 단 350°C vs 400°C 두 split 에서 CD·단면·전기 분포를 동일한 형식으로 비교하기 위한 baseline 실험으로 정의한다.</a:t>
            </a:r>
            <a:endParaRPr lang="en-US" sz="1350" dirty="0"/>
          </a:p>
        </p:txBody>
      </p:sp>
      <p:sp>
        <p:nvSpPr>
          <p:cNvPr id="38" name="Text 32"/>
          <p:cNvSpPr txBox="1"/>
          <p:nvPr/>
        </p:nvSpPr>
        <p:spPr>
          <a:xfrm>
            <a:off x="14097305" y="8861450"/>
            <a:ext cx="2667305" cy="491947"/>
          </a:xfrm>
          <a:prstGeom prst="rect">
            <a:avLst/>
          </a:prstGeom>
          <a:noFill/>
          <a:ln/>
        </p:spPr>
        <p:txBody>
          <a:bodyPr wrap="square" lIns="0" tIns="0" rIns="0" bIns="0" rtlCol="0" anchor="t"/>
          <a:lstStyle/>
          <a:p>
            <a:pPr algn="r" indent="0" marL="0">
              <a:lnSpc>
                <a:spcPts val="1238"/>
              </a:lnSpc>
              <a:buNone/>
            </a:pPr>
            <a:r>
              <a:rPr lang="en-US" sz="825" spc="149" kern="0" dirty="0">
                <a:solidFill>
                  <a:srgbClr val="BFB38D"/>
                </a:solidFill>
                <a:latin typeface="IBM Plex Mono" pitchFamily="34" charset="0"/>
                <a:ea typeface="IBM Plex Mono" pitchFamily="34" charset="-122"/>
                <a:cs typeface="IBM Plex Mono" pitchFamily="34" charset="-120"/>
              </a:rPr>
              <a:t>OUT OF SCOPE</a:t>
            </a:r>
            <a:pPr algn="r" indent="0" marL="0">
              <a:lnSpc>
                <a:spcPts val="1238"/>
              </a:lnSpc>
              <a:buNone/>
            </a:pPr>
            <a:endParaRPr lang="en-US" sz="825" dirty="0"/>
          </a:p>
          <a:p>
            <a:pPr algn="r" indent="0" marL="0">
              <a:lnSpc>
                <a:spcPts val="1238"/>
              </a:lnSpc>
              <a:buNone/>
            </a:pPr>
            <a:r>
              <a:rPr lang="en-US" sz="825" spc="149" kern="0" dirty="0">
                <a:solidFill>
                  <a:srgbClr val="BFB38D"/>
                </a:solidFill>
                <a:latin typeface="IBM Plex Mono" pitchFamily="34" charset="0"/>
                <a:ea typeface="IBM Plex Mono" pitchFamily="34" charset="-122"/>
                <a:cs typeface="IBM Plex Mono" pitchFamily="34" charset="-120"/>
              </a:rPr>
              <a:t>TDDB · EM · air-gap</a:t>
            </a:r>
            <a:pPr algn="r" indent="0" marL="0">
              <a:lnSpc>
                <a:spcPts val="1238"/>
              </a:lnSpc>
              <a:buNone/>
            </a:pPr>
            <a:endParaRPr lang="en-US" sz="825" dirty="0"/>
          </a:p>
          <a:p>
            <a:pPr algn="r" indent="0" marL="0">
              <a:lnSpc>
                <a:spcPts val="1238"/>
              </a:lnSpc>
              <a:buNone/>
            </a:pPr>
            <a:r>
              <a:rPr lang="en-US" sz="825" spc="149" kern="0" dirty="0">
                <a:solidFill>
                  <a:srgbClr val="BFB38D"/>
                </a:solidFill>
                <a:latin typeface="IBM Plex Mono" pitchFamily="34" charset="0"/>
                <a:ea typeface="IBM Plex Mono" pitchFamily="34" charset="-122"/>
                <a:cs typeface="IBM Plex Mono" pitchFamily="34" charset="-120"/>
              </a:rPr>
              <a:t>→ 별도 file</a:t>
            </a:r>
            <a:endParaRPr lang="en-US" sz="825" dirty="0"/>
          </a:p>
        </p:txBody>
      </p:sp>
      <p:sp>
        <p:nvSpPr>
          <p:cNvPr id="39" name="Text 33"/>
          <p:cNvSpPr txBox="1"/>
          <p:nvPr/>
        </p:nvSpPr>
        <p:spPr>
          <a:xfrm>
            <a:off x="914400" y="9791395"/>
            <a:ext cx="17373600" cy="181051"/>
          </a:xfrm>
          <a:prstGeom prst="rect">
            <a:avLst/>
          </a:prstGeom>
          <a:noFill/>
          <a:ln/>
        </p:spPr>
        <p:txBody>
          <a:bodyPr wrap="none" lIns="0" tIns="0" rIns="0" bIns="0" rtlCol="0" anchor="ctr"/>
          <a:lstStyle/>
          <a:p>
            <a:pPr algn="ctr" indent="0" marL="0">
              <a:buNone/>
            </a:pPr>
            <a:r>
              <a:rPr lang="en-US" sz="975" spc="39" kern="0" dirty="0">
                <a:solidFill>
                  <a:srgbClr val="665B46"/>
                </a:solidFill>
                <a:latin typeface="Noto Sans KR" pitchFamily="34" charset="0"/>
                <a:ea typeface="Noto Sans KR" pitchFamily="34" charset="-122"/>
                <a:cs typeface="Noto Sans KR" pitchFamily="34" charset="-120"/>
              </a:rPr>
              <a:t>※ 내부 테스트용 더미(가상) 데이터</a:t>
            </a:r>
            <a:endParaRPr lang="en-US" sz="975"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FE6D3"/>
        </a:solidFill>
      </p:bgPr>
    </p:bg>
    <p:spTree>
      <p:nvGrpSpPr>
        <p:cNvPr id="1" name=""/>
        <p:cNvGrpSpPr/>
        <p:nvPr/>
      </p:nvGrpSpPr>
      <p:grpSpPr>
        <a:xfrm>
          <a:off x="0" y="0"/>
          <a:ext cx="0" cy="0"/>
          <a:chOff x="0" y="0"/>
          <a:chExt cx="0" cy="0"/>
        </a:xfrm>
      </p:grpSpPr>
      <p:sp>
        <p:nvSpPr>
          <p:cNvPr id="3" name="Shape 0"/>
          <p:cNvSpPr/>
          <p:nvPr/>
        </p:nvSpPr>
        <p:spPr>
          <a:xfrm>
            <a:off x="0" y="0"/>
            <a:ext cx="914400" cy="10287000"/>
          </a:xfrm>
          <a:prstGeom prst="rect">
            <a:avLst/>
          </a:prstGeom>
          <a:solidFill>
            <a:srgbClr val="26201A"/>
          </a:solidFill>
          <a:ln w="12700">
            <a:solidFill>
              <a:srgbClr val="FFFFFF">
                <a:alpha val="0"/>
              </a:srgbClr>
            </a:solidFill>
            <a:prstDash val="solid"/>
          </a:ln>
        </p:spPr>
      </p:sp>
      <p:sp>
        <p:nvSpPr>
          <p:cNvPr id="4" name="Shape 1"/>
          <p:cNvSpPr/>
          <p:nvPr/>
        </p:nvSpPr>
        <p:spPr>
          <a:xfrm>
            <a:off x="1333195" y="1904695"/>
            <a:ext cx="4972507" cy="2686507"/>
          </a:xfrm>
          <a:prstGeom prst="rect">
            <a:avLst/>
          </a:prstGeom>
          <a:solidFill>
            <a:srgbClr val="FFFFFF"/>
          </a:solidFill>
          <a:ln w="12700">
            <a:solidFill>
              <a:srgbClr val="BFB38D"/>
            </a:solidFill>
            <a:prstDash val="solid"/>
          </a:ln>
        </p:spPr>
      </p:sp>
      <p:sp>
        <p:nvSpPr>
          <p:cNvPr id="5" name="Shape 2"/>
          <p:cNvSpPr/>
          <p:nvPr/>
        </p:nvSpPr>
        <p:spPr>
          <a:xfrm>
            <a:off x="6667805" y="1904695"/>
            <a:ext cx="4972507" cy="2686507"/>
          </a:xfrm>
          <a:prstGeom prst="rect">
            <a:avLst/>
          </a:prstGeom>
          <a:solidFill>
            <a:srgbClr val="FFFFFF"/>
          </a:solidFill>
          <a:ln w="12700">
            <a:solidFill>
              <a:srgbClr val="BFB38D"/>
            </a:solidFill>
            <a:prstDash val="solid"/>
          </a:ln>
        </p:spPr>
      </p:sp>
      <p:sp>
        <p:nvSpPr>
          <p:cNvPr id="6" name="Shape 3"/>
          <p:cNvSpPr/>
          <p:nvPr/>
        </p:nvSpPr>
        <p:spPr>
          <a:xfrm>
            <a:off x="12001500" y="1904695"/>
            <a:ext cx="4972507" cy="2686507"/>
          </a:xfrm>
          <a:prstGeom prst="rect">
            <a:avLst/>
          </a:prstGeom>
          <a:solidFill>
            <a:srgbClr val="FFFFFF"/>
          </a:solidFill>
          <a:ln w="12700">
            <a:solidFill>
              <a:srgbClr val="BFB38D"/>
            </a:solidFill>
            <a:prstDash val="solid"/>
          </a:ln>
        </p:spPr>
      </p:sp>
      <p:sp>
        <p:nvSpPr>
          <p:cNvPr id="7" name="Shape 4"/>
          <p:cNvSpPr/>
          <p:nvPr/>
        </p:nvSpPr>
        <p:spPr>
          <a:xfrm>
            <a:off x="1333195" y="5391302"/>
            <a:ext cx="15639898" cy="3161995"/>
          </a:xfrm>
          <a:prstGeom prst="rect">
            <a:avLst/>
          </a:prstGeom>
          <a:solidFill>
            <a:srgbClr val="FFFFFF"/>
          </a:solidFill>
          <a:ln w="12700">
            <a:solidFill>
              <a:srgbClr val="BFB38D"/>
            </a:solidFill>
            <a:prstDash val="solid"/>
          </a:ln>
        </p:spPr>
      </p:sp>
      <p:sp>
        <p:nvSpPr>
          <p:cNvPr id="8" name="Shape 5"/>
          <p:cNvSpPr/>
          <p:nvPr/>
        </p:nvSpPr>
        <p:spPr>
          <a:xfrm>
            <a:off x="1333195" y="8762695"/>
            <a:ext cx="15620695" cy="609905"/>
          </a:xfrm>
          <a:prstGeom prst="rect">
            <a:avLst/>
          </a:prstGeom>
          <a:solidFill>
            <a:srgbClr val="26201A"/>
          </a:solidFill>
          <a:ln w="12700">
            <a:solidFill>
              <a:srgbClr val="FFFFFF">
                <a:alpha val="0"/>
              </a:srgbClr>
            </a:solidFill>
            <a:prstDash val="solid"/>
          </a:ln>
        </p:spPr>
      </p:sp>
      <p:pic>
        <p:nvPicPr>
          <p:cNvPr id="9" name="Image 0" descr="gen-dedup-ef92dbb427c56a976131da7dbeddc544.png">    </p:cNvPr>
          <p:cNvPicPr>
            <a:picLocks noChangeAspect="1"/>
          </p:cNvPicPr>
          <p:nvPr/>
        </p:nvPicPr>
        <p:blipFill>
          <a:blip r:embed="rId1"/>
          <a:srcRect l="-394" r="-394" t="0" b="0"/>
          <a:stretch/>
        </p:blipFill>
        <p:spPr>
          <a:xfrm>
            <a:off x="1333195" y="1904695"/>
            <a:ext cx="57607" cy="2667305"/>
          </a:xfrm>
          <a:prstGeom prst="rect">
            <a:avLst/>
          </a:prstGeom>
        </p:spPr>
      </p:pic>
      <p:pic>
        <p:nvPicPr>
          <p:cNvPr id="10" name="Image 1" descr="gen-dedup-f58914b83b59b86153f8c07cd51c0027.png">    </p:cNvPr>
          <p:cNvPicPr>
            <a:picLocks noChangeAspect="1"/>
          </p:cNvPicPr>
          <p:nvPr/>
        </p:nvPicPr>
        <p:blipFill>
          <a:blip r:embed="rId2"/>
          <a:srcRect l="-394" r="-394" t="0" b="0"/>
          <a:stretch/>
        </p:blipFill>
        <p:spPr>
          <a:xfrm>
            <a:off x="6667805" y="1904695"/>
            <a:ext cx="57607" cy="2667305"/>
          </a:xfrm>
          <a:prstGeom prst="rect">
            <a:avLst/>
          </a:prstGeom>
        </p:spPr>
      </p:pic>
      <p:pic>
        <p:nvPicPr>
          <p:cNvPr id="11" name="Image 2" descr="gen-dedup-bd360991ccaf806ea495d63908623821.png">    </p:cNvPr>
          <p:cNvPicPr>
            <a:picLocks noChangeAspect="1"/>
          </p:cNvPicPr>
          <p:nvPr/>
        </p:nvPicPr>
        <p:blipFill>
          <a:blip r:embed="rId3"/>
          <a:srcRect l="-394" r="-394" t="0" b="0"/>
          <a:stretch/>
        </p:blipFill>
        <p:spPr>
          <a:xfrm>
            <a:off x="12001500" y="1904695"/>
            <a:ext cx="57607" cy="2667305"/>
          </a:xfrm>
          <a:prstGeom prst="rect">
            <a:avLst/>
          </a:prstGeom>
        </p:spPr>
      </p:pic>
      <p:pic>
        <p:nvPicPr>
          <p:cNvPr id="12" name="Image 3" descr="gen-dedup-8ca81fb1b3e3efc0f694d5155d1e78a6.png">    </p:cNvPr>
          <p:cNvPicPr>
            <a:picLocks noChangeAspect="1"/>
          </p:cNvPicPr>
          <p:nvPr/>
        </p:nvPicPr>
        <p:blipFill>
          <a:blip r:embed="rId4"/>
          <a:srcRect l="-375" r="-375" t="0" b="0"/>
          <a:stretch/>
        </p:blipFill>
        <p:spPr>
          <a:xfrm>
            <a:off x="1333195" y="8762695"/>
            <a:ext cx="57607" cy="609905"/>
          </a:xfrm>
          <a:prstGeom prst="rect">
            <a:avLst/>
          </a:prstGeom>
        </p:spPr>
      </p:pic>
      <p:sp>
        <p:nvSpPr>
          <p:cNvPr id="13" name="Text 6"/>
          <p:cNvSpPr txBox="1"/>
          <p:nvPr/>
        </p:nvSpPr>
        <p:spPr>
          <a:xfrm>
            <a:off x="0" y="1904695"/>
            <a:ext cx="372161" cy="2286000"/>
          </a:xfrm>
          <a:prstGeom prst="rect">
            <a:avLst/>
          </a:prstGeom>
          <a:noFill/>
          <a:ln/>
        </p:spPr>
        <p:txBody>
          <a:bodyPr wrap="square" lIns="0" tIns="0" rIns="0" bIns="0" rtlCol="0" anchor="ctr"/>
          <a:lstStyle/>
          <a:p>
            <a:pPr algn="l" indent="0" marL="0">
              <a:lnSpc>
                <a:spcPct val="100000"/>
              </a:lnSpc>
              <a:buNone/>
            </a:pPr>
            <a:r>
              <a:rPr lang="en-US" sz="825" spc="264" kern="0" dirty="0">
                <a:solidFill>
                  <a:srgbClr val="D6C79C"/>
                </a:solidFill>
                <a:latin typeface="IBM Plex Mono" pitchFamily="34" charset="0"/>
                <a:ea typeface="IBM Plex Mono" pitchFamily="34" charset="-122"/>
                <a:cs typeface="IBM Plex Mono" pitchFamily="34" charset="-120"/>
              </a:rPr>
              <a:t>SECTION 02 / 11</a:t>
            </a:r>
            <a:endParaRPr lang="en-US" sz="825" dirty="0"/>
          </a:p>
        </p:txBody>
      </p:sp>
      <p:sp>
        <p:nvSpPr>
          <p:cNvPr id="14" name="Text 7"/>
          <p:cNvSpPr txBox="1"/>
          <p:nvPr/>
        </p:nvSpPr>
        <p:spPr>
          <a:xfrm>
            <a:off x="0" y="5333695"/>
            <a:ext cx="391363" cy="1905610"/>
          </a:xfrm>
          <a:prstGeom prst="rect">
            <a:avLst/>
          </a:prstGeom>
          <a:noFill/>
          <a:ln/>
        </p:spPr>
        <p:txBody>
          <a:bodyPr wrap="square" lIns="0" tIns="0" rIns="0" bIns="0" rtlCol="0" anchor="ctr"/>
          <a:lstStyle/>
          <a:p>
            <a:pPr algn="l" indent="0" marL="0">
              <a:lnSpc>
                <a:spcPct val="100000"/>
              </a:lnSpc>
              <a:buNone/>
            </a:pPr>
            <a:r>
              <a:rPr lang="en-US" sz="975" spc="215" kern="0" dirty="0">
                <a:solidFill>
                  <a:srgbClr val="EFE6D3"/>
                </a:solidFill>
                <a:latin typeface="Noto Sans KR" pitchFamily="34" charset="0"/>
                <a:ea typeface="Noto Sans KR" pitchFamily="34" charset="-122"/>
                <a:cs typeface="Noto Sans KR" pitchFamily="34" charset="-120"/>
              </a:rPr>
              <a:t>MATRIX</a:t>
            </a:r>
            <a:endParaRPr lang="en-US" sz="975" dirty="0"/>
          </a:p>
        </p:txBody>
      </p:sp>
      <p:sp>
        <p:nvSpPr>
          <p:cNvPr id="15" name="Text 8"/>
          <p:cNvSpPr txBox="1"/>
          <p:nvPr/>
        </p:nvSpPr>
        <p:spPr>
          <a:xfrm>
            <a:off x="1333195" y="571500"/>
            <a:ext cx="12764110" cy="143561"/>
          </a:xfrm>
          <a:prstGeom prst="rect">
            <a:avLst/>
          </a:prstGeom>
          <a:noFill/>
          <a:ln/>
        </p:spPr>
        <p:txBody>
          <a:bodyPr wrap="none" lIns="0" tIns="0" rIns="0" bIns="0" rtlCol="0" anchor="ctr"/>
          <a:lstStyle/>
          <a:p>
            <a:pPr algn="l" indent="0" marL="0">
              <a:buNone/>
            </a:pPr>
            <a:r>
              <a:rPr lang="en-US" sz="900" spc="288" kern="0" dirty="0">
                <a:solidFill>
                  <a:srgbClr val="B4631D"/>
                </a:solidFill>
                <a:latin typeface="IBM Plex Mono" pitchFamily="34" charset="0"/>
                <a:ea typeface="IBM Plex Mono" pitchFamily="34" charset="-122"/>
                <a:cs typeface="IBM Plex Mono" pitchFamily="34" charset="-120"/>
              </a:rPr>
              <a:t>3 WAFER · 2 SPLIT · 1 LAYER</a:t>
            </a:r>
            <a:endParaRPr lang="en-US" sz="900" dirty="0"/>
          </a:p>
        </p:txBody>
      </p:sp>
      <p:sp>
        <p:nvSpPr>
          <p:cNvPr id="16" name="Text 9"/>
          <p:cNvSpPr txBox="1"/>
          <p:nvPr/>
        </p:nvSpPr>
        <p:spPr>
          <a:xfrm>
            <a:off x="1333195" y="847649"/>
            <a:ext cx="12764110" cy="486461"/>
          </a:xfrm>
          <a:prstGeom prst="rect">
            <a:avLst/>
          </a:prstGeom>
          <a:noFill/>
          <a:ln/>
        </p:spPr>
        <p:txBody>
          <a:bodyPr wrap="none" lIns="0" tIns="0" rIns="0" bIns="0" rtlCol="0" anchor="ctr"/>
          <a:lstStyle/>
          <a:p>
            <a:pPr algn="l" indent="0" marL="0">
              <a:buNone/>
            </a:pPr>
            <a:r>
              <a:rPr lang="en-US" sz="3600" b="1" spc="-36" kern="0" dirty="0">
                <a:solidFill>
                  <a:srgbClr val="1C1D24"/>
                </a:solidFill>
                <a:latin typeface="Noto Sans KR" pitchFamily="34" charset="0"/>
                <a:ea typeface="Noto Sans KR" pitchFamily="34" charset="-122"/>
                <a:cs typeface="Noto Sans KR" pitchFamily="34" charset="-120"/>
              </a:rPr>
              <a:t>Wafer 매트릭스와 평가 항목 table</a:t>
            </a:r>
            <a:endParaRPr lang="en-US" sz="3600" dirty="0"/>
          </a:p>
        </p:txBody>
      </p:sp>
      <p:pic>
        <p:nvPicPr>
          <p:cNvPr id="17" name="Image 4" descr="gen-dedup-761d4fd6e7dc3de7b6acca5c62ab11d2.png">    </p:cNvPr>
          <p:cNvPicPr>
            <a:picLocks noChangeAspect="1"/>
          </p:cNvPicPr>
          <p:nvPr/>
        </p:nvPicPr>
        <p:blipFill>
          <a:blip r:embed="rId5"/>
          <a:srcRect l="-2083" r="-2083" t="0" b="0"/>
          <a:stretch/>
        </p:blipFill>
        <p:spPr>
          <a:xfrm>
            <a:off x="1333195" y="1537106"/>
            <a:ext cx="12763195" cy="9144"/>
          </a:xfrm>
          <a:prstGeom prst="rect">
            <a:avLst/>
          </a:prstGeom>
        </p:spPr>
      </p:pic>
      <p:sp>
        <p:nvSpPr>
          <p:cNvPr id="18" name="Text 10"/>
          <p:cNvSpPr txBox="1"/>
          <p:nvPr/>
        </p:nvSpPr>
        <p:spPr>
          <a:xfrm>
            <a:off x="14688007" y="413309"/>
            <a:ext cx="3143707" cy="625450"/>
          </a:xfrm>
          <a:prstGeom prst="rect">
            <a:avLst/>
          </a:prstGeom>
          <a:noFill/>
          <a:ln/>
        </p:spPr>
        <p:txBody>
          <a:bodyPr wrap="square" lIns="0" tIns="0" rIns="0" bIns="0" rtlCol="0" anchor="t"/>
          <a:lstStyle/>
          <a:p>
            <a:pPr algn="r" indent="0" marL="0">
              <a:lnSpc>
                <a:spcPts val="1560"/>
              </a:lnSpc>
              <a:buNone/>
            </a:pPr>
            <a:r>
              <a:rPr lang="en-US" sz="975" spc="98" kern="0" dirty="0">
                <a:solidFill>
                  <a:srgbClr val="665B46"/>
                </a:solidFill>
                <a:latin typeface="IBM Plex Mono" pitchFamily="34" charset="0"/>
                <a:ea typeface="IBM Plex Mono" pitchFamily="34" charset="-122"/>
                <a:cs typeface="IBM Plex Mono" pitchFamily="34" charset="-120"/>
              </a:rPr>
              <a:t>DOC · BEOL-12</a:t>
            </a:r>
            <a:pPr algn="r" indent="0" marL="0">
              <a:lnSpc>
                <a:spcPts val="1560"/>
              </a:lnSpc>
              <a:buNone/>
            </a:pPr>
            <a:endParaRPr lang="en-US" sz="975" dirty="0"/>
          </a:p>
          <a:p>
            <a:pPr algn="r" indent="0" marL="0">
              <a:lnSpc>
                <a:spcPts val="1560"/>
              </a:lnSpc>
              <a:buNone/>
            </a:pPr>
            <a:r>
              <a:rPr lang="en-US" sz="975" spc="98" kern="0" dirty="0">
                <a:solidFill>
                  <a:srgbClr val="B4631D"/>
                </a:solidFill>
                <a:latin typeface="IBM Plex Mono" pitchFamily="34" charset="0"/>
                <a:ea typeface="IBM Plex Mono" pitchFamily="34" charset="-122"/>
                <a:cs typeface="IBM Plex Mono" pitchFamily="34" charset="-120"/>
              </a:rPr>
              <a:t>FILE 12 / 20</a:t>
            </a:r>
            <a:pPr algn="r" indent="0" marL="0">
              <a:lnSpc>
                <a:spcPts val="1560"/>
              </a:lnSpc>
              <a:buNone/>
            </a:pPr>
            <a:endParaRPr lang="en-US" sz="975" dirty="0"/>
          </a:p>
          <a:p>
            <a:pPr algn="r" indent="0" marL="0">
              <a:lnSpc>
                <a:spcPts val="1560"/>
              </a:lnSpc>
              <a:buNone/>
            </a:pPr>
            <a:r>
              <a:rPr lang="en-US" sz="975" spc="98" kern="0" dirty="0">
                <a:solidFill>
                  <a:srgbClr val="665B46"/>
                </a:solidFill>
                <a:latin typeface="IBM Plex Mono" pitchFamily="34" charset="0"/>
                <a:ea typeface="IBM Plex Mono" pitchFamily="34" charset="-122"/>
                <a:cs typeface="IBM Plex Mono" pitchFamily="34" charset="-120"/>
              </a:rPr>
              <a:t>REV.0 · DUMMY</a:t>
            </a:r>
            <a:endParaRPr lang="en-US" sz="975" dirty="0"/>
          </a:p>
        </p:txBody>
      </p:sp>
      <p:sp>
        <p:nvSpPr>
          <p:cNvPr id="19" name="Text 11"/>
          <p:cNvSpPr txBox="1"/>
          <p:nvPr/>
        </p:nvSpPr>
        <p:spPr>
          <a:xfrm>
            <a:off x="1580998" y="2076602"/>
            <a:ext cx="838505" cy="133502"/>
          </a:xfrm>
          <a:prstGeom prst="rect">
            <a:avLst/>
          </a:prstGeom>
          <a:noFill/>
          <a:ln/>
        </p:spPr>
        <p:txBody>
          <a:bodyPr wrap="none" lIns="0" tIns="0" rIns="0" bIns="0" rtlCol="0" anchor="ctr"/>
          <a:lstStyle/>
          <a:p>
            <a:pPr algn="l" indent="0" marL="0">
              <a:buNone/>
            </a:pPr>
            <a:r>
              <a:rPr lang="en-US" sz="825" spc="165" kern="0" dirty="0">
                <a:solidFill>
                  <a:srgbClr val="B4631D"/>
                </a:solidFill>
                <a:latin typeface="IBM Plex Mono" pitchFamily="34" charset="0"/>
                <a:ea typeface="IBM Plex Mono" pitchFamily="34" charset="-122"/>
                <a:cs typeface="IBM Plex Mono" pitchFamily="34" charset="-120"/>
              </a:rPr>
              <a:t>WAFER · 01</a:t>
            </a:r>
            <a:endParaRPr lang="en-US" sz="825" dirty="0"/>
          </a:p>
        </p:txBody>
      </p:sp>
      <p:sp>
        <p:nvSpPr>
          <p:cNvPr id="20" name="Text 12"/>
          <p:cNvSpPr txBox="1"/>
          <p:nvPr/>
        </p:nvSpPr>
        <p:spPr>
          <a:xfrm>
            <a:off x="1580998" y="2266798"/>
            <a:ext cx="838505" cy="342900"/>
          </a:xfrm>
          <a:prstGeom prst="rect">
            <a:avLst/>
          </a:prstGeom>
          <a:noFill/>
          <a:ln/>
        </p:spPr>
        <p:txBody>
          <a:bodyPr wrap="none" lIns="0" tIns="0" rIns="0" bIns="0" rtlCol="0" anchor="ctr"/>
          <a:lstStyle/>
          <a:p>
            <a:pPr algn="l" indent="0" marL="0">
              <a:buNone/>
            </a:pPr>
            <a:r>
              <a:rPr lang="en-US" sz="2700" b="1" dirty="0">
                <a:solidFill>
                  <a:srgbClr val="1C1D24"/>
                </a:solidFill>
                <a:latin typeface="IBM Plex Mono" pitchFamily="34" charset="0"/>
                <a:ea typeface="IBM Plex Mono" pitchFamily="34" charset="-122"/>
                <a:cs typeface="IBM Plex Mono" pitchFamily="34" charset="-120"/>
              </a:rPr>
              <a:t>W03</a:t>
            </a:r>
            <a:endParaRPr lang="en-US" sz="2700" dirty="0"/>
          </a:p>
        </p:txBody>
      </p:sp>
      <p:sp>
        <p:nvSpPr>
          <p:cNvPr id="21" name="Text 13"/>
          <p:cNvSpPr txBox="1"/>
          <p:nvPr/>
        </p:nvSpPr>
        <p:spPr>
          <a:xfrm>
            <a:off x="5581498" y="2076602"/>
            <a:ext cx="581558" cy="133502"/>
          </a:xfrm>
          <a:prstGeom prst="rect">
            <a:avLst/>
          </a:prstGeom>
          <a:noFill/>
          <a:ln/>
        </p:spPr>
        <p:txBody>
          <a:bodyPr wrap="none" lIns="0" tIns="0" rIns="0" bIns="0" rtlCol="0" anchor="ctr"/>
          <a:lstStyle/>
          <a:p>
            <a:pPr algn="r" indent="0" marL="0">
              <a:buNone/>
            </a:pPr>
            <a:r>
              <a:rPr lang="en-US" sz="825" spc="149" kern="0" dirty="0">
                <a:solidFill>
                  <a:srgbClr val="665B46"/>
                </a:solidFill>
                <a:latin typeface="IBM Plex Mono" pitchFamily="34" charset="0"/>
                <a:ea typeface="IBM Plex Mono" pitchFamily="34" charset="-122"/>
                <a:cs typeface="IBM Plex Mono" pitchFamily="34" charset="-120"/>
              </a:rPr>
              <a:t>SPLIT A</a:t>
            </a:r>
            <a:endParaRPr lang="en-US" sz="825" dirty="0"/>
          </a:p>
        </p:txBody>
      </p:sp>
      <p:sp>
        <p:nvSpPr>
          <p:cNvPr id="22" name="Text 14"/>
          <p:cNvSpPr txBox="1"/>
          <p:nvPr/>
        </p:nvSpPr>
        <p:spPr>
          <a:xfrm>
            <a:off x="5581498" y="2247595"/>
            <a:ext cx="581558" cy="133502"/>
          </a:xfrm>
          <a:prstGeom prst="rect">
            <a:avLst/>
          </a:prstGeom>
          <a:noFill/>
          <a:ln/>
        </p:spPr>
        <p:txBody>
          <a:bodyPr wrap="none" lIns="0" tIns="0" rIns="0" bIns="0" rtlCol="0" anchor="ctr"/>
          <a:lstStyle/>
          <a:p>
            <a:pPr algn="r" indent="0" marL="0">
              <a:buNone/>
            </a:pPr>
            <a:r>
              <a:rPr lang="en-US" sz="825" dirty="0">
                <a:solidFill>
                  <a:srgbClr val="B4631D"/>
                </a:solidFill>
                <a:latin typeface="IBM Plex Mono" pitchFamily="34" charset="0"/>
                <a:ea typeface="IBM Plex Mono" pitchFamily="34" charset="-122"/>
                <a:cs typeface="IBM Plex Mono" pitchFamily="34" charset="-120"/>
              </a:rPr>
              <a:t>baseline</a:t>
            </a:r>
            <a:endParaRPr lang="en-US" sz="825"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1580998" y="2857500"/>
          <a:ext cx="4572000" cy="1571854"/>
        </p:xfrm>
        <a:graphic>
          <a:graphicData uri="http://schemas.openxmlformats.org/drawingml/2006/table">
            <a:tbl>
              <a:tblPr/>
              <a:tblGrid>
                <a:gridCol w="1238098"/>
                <a:gridCol w="3333902"/>
              </a:tblGrid>
              <a:tr h="261976">
                <a:tc>
                  <a:txBody>
                    <a:bodyPr/>
                    <a:lstStyle/>
                    <a:p>
                      <a:pPr indent="0" marL="0">
                        <a:buNone/>
                      </a:pPr>
                      <a:r>
                        <a:rPr lang="en-US" sz="900" dirty="0">
                          <a:solidFill>
                            <a:srgbClr val="665B46"/>
                          </a:solidFill>
                          <a:latin typeface="IBM Plex Mono" pitchFamily="34" charset="0"/>
                          <a:ea typeface="IBM Plex Mono" pitchFamily="34" charset="-122"/>
                          <a:cs typeface="IBM Plex Mono" pitchFamily="34" charset="-120"/>
                        </a:rPr>
                        <a:t>anneal</a:t>
                      </a:r>
                      <a:endParaRPr lang="en-US" sz="900" dirty="0">
                        <a:latin typeface="IBM Plex Mono" charset="0"/>
                        <a:ea typeface="IBM Plex Mono" charset="0"/>
                        <a:cs typeface="IBM Plex Mono" charset="0"/>
                      </a:endParaRPr>
                    </a:p>
                  </a:txBody>
                  <a:tcPr marL="0" marR="0" marT="47549" marB="47549"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975" dirty="0">
                          <a:solidFill>
                            <a:srgbClr val="1C1D24"/>
                          </a:solidFill>
                          <a:latin typeface="IBM Plex Mono" pitchFamily="34" charset="0"/>
                          <a:ea typeface="IBM Plex Mono" pitchFamily="34" charset="-122"/>
                          <a:cs typeface="IBM Plex Mono" pitchFamily="34" charset="-120"/>
                        </a:rPr>
                        <a:t>350°C · 30 min N</a:t>
                      </a:r>
                      <a:pPr indent="0" marL="0">
                        <a:buNone/>
                      </a:pPr>
                      <a:r>
                        <a:rPr lang="en-US" sz="812" dirty="0">
                          <a:solidFill>
                            <a:srgbClr val="1C1D24"/>
                          </a:solidFill>
                          <a:latin typeface="IBM Plex Mono" pitchFamily="34" charset="0"/>
                          <a:ea typeface="IBM Plex Mono" pitchFamily="34" charset="-122"/>
                          <a:cs typeface="IBM Plex Mono" pitchFamily="34" charset="-120"/>
                        </a:rPr>
                        <a:t>2</a:t>
                      </a:r>
                      <a:endParaRPr lang="en-US" sz="1200" dirty="0"/>
                    </a:p>
                  </a:txBody>
                  <a:tcPr marL="0" marR="0" marT="47549" marB="47549"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r h="261976">
                <a:tc>
                  <a:txBody>
                    <a:bodyPr/>
                    <a:lstStyle/>
                    <a:p>
                      <a:pPr indent="0" marL="0">
                        <a:buNone/>
                      </a:pPr>
                      <a:r>
                        <a:rPr lang="en-US" sz="900" dirty="0">
                          <a:solidFill>
                            <a:srgbClr val="665B46"/>
                          </a:solidFill>
                          <a:latin typeface="IBM Plex Mono" pitchFamily="34" charset="0"/>
                          <a:ea typeface="IBM Plex Mono" pitchFamily="34" charset="-122"/>
                          <a:cs typeface="IBM Plex Mono" pitchFamily="34" charset="-120"/>
                        </a:rPr>
                        <a:t>lot id</a:t>
                      </a:r>
                      <a:endParaRPr lang="en-US" sz="900" dirty="0">
                        <a:latin typeface="IBM Plex Mono" charset="0"/>
                        <a:ea typeface="IBM Plex Mono" charset="0"/>
                        <a:cs typeface="IBM Plex Mono" charset="0"/>
                      </a:endParaRPr>
                    </a:p>
                  </a:txBody>
                  <a:tcPr marL="0" marR="0" marT="47549" marB="47549"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975" dirty="0">
                          <a:solidFill>
                            <a:srgbClr val="1C1D24"/>
                          </a:solidFill>
                          <a:latin typeface="IBM Plex Mono" pitchFamily="34" charset="0"/>
                          <a:ea typeface="IBM Plex Mono" pitchFamily="34" charset="-122"/>
                          <a:cs typeface="IBM Plex Mono" pitchFamily="34" charset="-120"/>
                        </a:rPr>
                        <a:t>LOT-A215-350</a:t>
                      </a:r>
                      <a:endParaRPr lang="en-US" sz="975" dirty="0">
                        <a:latin typeface="IBM Plex Mono" charset="0"/>
                        <a:ea typeface="IBM Plex Mono" charset="0"/>
                        <a:cs typeface="IBM Plex Mono" charset="0"/>
                      </a:endParaRPr>
                    </a:p>
                  </a:txBody>
                  <a:tcPr marL="0" marR="0" marT="47549" marB="47549"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r h="261976">
                <a:tc>
                  <a:txBody>
                    <a:bodyPr/>
                    <a:lstStyle/>
                    <a:p>
                      <a:pPr indent="0" marL="0">
                        <a:buNone/>
                      </a:pPr>
                      <a:r>
                        <a:rPr lang="en-US" sz="900" dirty="0">
                          <a:solidFill>
                            <a:srgbClr val="665B46"/>
                          </a:solidFill>
                          <a:latin typeface="IBM Plex Mono" pitchFamily="34" charset="0"/>
                          <a:ea typeface="IBM Plex Mono" pitchFamily="34" charset="-122"/>
                          <a:cs typeface="IBM Plex Mono" pitchFamily="34" charset="-120"/>
                        </a:rPr>
                        <a:t>role</a:t>
                      </a:r>
                      <a:endParaRPr lang="en-US" sz="900" dirty="0">
                        <a:latin typeface="IBM Plex Mono" charset="0"/>
                        <a:ea typeface="IBM Plex Mono" charset="0"/>
                        <a:cs typeface="IBM Plex Mono" charset="0"/>
                      </a:endParaRPr>
                    </a:p>
                  </a:txBody>
                  <a:tcPr marL="0" marR="0" marT="47549" marB="47549"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975" dirty="0">
                          <a:solidFill>
                            <a:srgbClr val="1C1D24"/>
                          </a:solidFill>
                          <a:latin typeface="IBM Plex Mono" pitchFamily="34" charset="0"/>
                          <a:ea typeface="IBM Plex Mono" pitchFamily="34" charset="-122"/>
                          <a:cs typeface="IBM Plex Mono" pitchFamily="34" charset="-120"/>
                        </a:rPr>
                        <a:t>baseline reference</a:t>
                      </a:r>
                      <a:endParaRPr lang="en-US" sz="975" dirty="0">
                        <a:latin typeface="IBM Plex Mono" charset="0"/>
                        <a:ea typeface="IBM Plex Mono" charset="0"/>
                        <a:cs typeface="IBM Plex Mono" charset="0"/>
                      </a:endParaRPr>
                    </a:p>
                  </a:txBody>
                  <a:tcPr marL="0" marR="0" marT="47549" marB="47549"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r h="261976">
                <a:tc>
                  <a:txBody>
                    <a:bodyPr/>
                    <a:lstStyle/>
                    <a:p>
                      <a:pPr indent="0" marL="0">
                        <a:buNone/>
                      </a:pPr>
                      <a:r>
                        <a:rPr lang="en-US" sz="900" dirty="0">
                          <a:solidFill>
                            <a:srgbClr val="665B46"/>
                          </a:solidFill>
                          <a:latin typeface="IBM Plex Mono" pitchFamily="34" charset="0"/>
                          <a:ea typeface="IBM Plex Mono" pitchFamily="34" charset="-122"/>
                          <a:cs typeface="IBM Plex Mono" pitchFamily="34" charset="-120"/>
                        </a:rPr>
                        <a:t>sites measured</a:t>
                      </a:r>
                      <a:endParaRPr lang="en-US" sz="900" dirty="0">
                        <a:latin typeface="IBM Plex Mono" charset="0"/>
                        <a:ea typeface="IBM Plex Mono" charset="0"/>
                        <a:cs typeface="IBM Plex Mono" charset="0"/>
                      </a:endParaRPr>
                    </a:p>
                  </a:txBody>
                  <a:tcPr marL="0" marR="0" marT="47549" marB="47549"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975" dirty="0">
                          <a:solidFill>
                            <a:srgbClr val="1C1D24"/>
                          </a:solidFill>
                          <a:latin typeface="IBM Plex Mono" pitchFamily="34" charset="0"/>
                          <a:ea typeface="IBM Plex Mono" pitchFamily="34" charset="-122"/>
                          <a:cs typeface="IBM Plex Mono" pitchFamily="34" charset="-120"/>
                        </a:rPr>
                        <a:t>69 pts · CD-SEM</a:t>
                      </a:r>
                      <a:endParaRPr lang="en-US" sz="975" dirty="0">
                        <a:latin typeface="IBM Plex Mono" charset="0"/>
                        <a:ea typeface="IBM Plex Mono" charset="0"/>
                        <a:cs typeface="IBM Plex Mono" charset="0"/>
                      </a:endParaRPr>
                    </a:p>
                  </a:txBody>
                  <a:tcPr marL="0" marR="0" marT="47549" marB="47549"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r h="261976">
                <a:tc>
                  <a:txBody>
                    <a:bodyPr/>
                    <a:lstStyle/>
                    <a:p>
                      <a:pPr indent="0" marL="0">
                        <a:buNone/>
                      </a:pPr>
                      <a:r>
                        <a:rPr lang="en-US" sz="900" dirty="0">
                          <a:solidFill>
                            <a:srgbClr val="665B46"/>
                          </a:solidFill>
                          <a:latin typeface="IBM Plex Mono" pitchFamily="34" charset="0"/>
                          <a:ea typeface="IBM Plex Mono" pitchFamily="34" charset="-122"/>
                          <a:cs typeface="IBM Plex Mono" pitchFamily="34" charset="-120"/>
                        </a:rPr>
                        <a:t>cross-section</a:t>
                      </a:r>
                      <a:endParaRPr lang="en-US" sz="900" dirty="0">
                        <a:latin typeface="IBM Plex Mono" charset="0"/>
                        <a:ea typeface="IBM Plex Mono" charset="0"/>
                        <a:cs typeface="IBM Plex Mono" charset="0"/>
                      </a:endParaRPr>
                    </a:p>
                  </a:txBody>
                  <a:tcPr marL="0" marR="0" marT="47549" marB="47549"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975" dirty="0">
                          <a:solidFill>
                            <a:srgbClr val="1C1D24"/>
                          </a:solidFill>
                          <a:latin typeface="IBM Plex Mono" pitchFamily="34" charset="0"/>
                          <a:ea typeface="IBM Plex Mono" pitchFamily="34" charset="-122"/>
                          <a:cs typeface="IBM Plex Mono" pitchFamily="34" charset="-120"/>
                        </a:rPr>
                        <a:t>5 sites · SEM/TEM</a:t>
                      </a:r>
                      <a:endParaRPr lang="en-US" sz="975" dirty="0">
                        <a:latin typeface="IBM Plex Mono" charset="0"/>
                        <a:ea typeface="IBM Plex Mono" charset="0"/>
                        <a:cs typeface="IBM Plex Mono" charset="0"/>
                      </a:endParaRPr>
                    </a:p>
                  </a:txBody>
                  <a:tcPr marL="0" marR="0" marT="47549" marB="47549"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r h="261976">
                <a:tc>
                  <a:txBody>
                    <a:bodyPr/>
                    <a:lstStyle/>
                    <a:p>
                      <a:pPr indent="0" marL="0">
                        <a:buNone/>
                      </a:pPr>
                      <a:r>
                        <a:rPr lang="en-US" sz="900" dirty="0">
                          <a:solidFill>
                            <a:srgbClr val="665B46"/>
                          </a:solidFill>
                          <a:latin typeface="IBM Plex Mono" pitchFamily="34" charset="0"/>
                          <a:ea typeface="IBM Plex Mono" pitchFamily="34" charset="-122"/>
                          <a:cs typeface="IBM Plex Mono" pitchFamily="34" charset="-120"/>
                        </a:rPr>
                        <a:t>die/chain</a:t>
                      </a:r>
                      <a:endParaRPr lang="en-US" sz="900" dirty="0">
                        <a:latin typeface="IBM Plex Mono" charset="0"/>
                        <a:ea typeface="IBM Plex Mono" charset="0"/>
                        <a:cs typeface="IBM Plex Mono" charset="0"/>
                      </a:endParaRPr>
                    </a:p>
                  </a:txBody>
                  <a:tcPr marL="0" marR="0" marT="47549" marB="47549"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975" dirty="0">
                          <a:solidFill>
                            <a:srgbClr val="1C1D24"/>
                          </a:solidFill>
                          <a:latin typeface="IBM Plex Mono" pitchFamily="34" charset="0"/>
                          <a:ea typeface="IBM Plex Mono" pitchFamily="34" charset="-122"/>
                          <a:cs typeface="IBM Plex Mono" pitchFamily="34" charset="-120"/>
                        </a:rPr>
                        <a:t>40 die Rs · 32 via Rc</a:t>
                      </a:r>
                      <a:endParaRPr lang="en-US" sz="975" dirty="0">
                        <a:latin typeface="IBM Plex Mono" charset="0"/>
                        <a:ea typeface="IBM Plex Mono" charset="0"/>
                        <a:cs typeface="IBM Plex Mono" charset="0"/>
                      </a:endParaRPr>
                    </a:p>
                  </a:txBody>
                  <a:tcPr marL="0" marR="0" marT="47549" marB="47549"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bl>
          </a:graphicData>
        </a:graphic>
      </p:graphicFrame>
      <p:sp>
        <p:nvSpPr>
          <p:cNvPr id="24" name="Text 15"/>
          <p:cNvSpPr txBox="1"/>
          <p:nvPr/>
        </p:nvSpPr>
        <p:spPr>
          <a:xfrm>
            <a:off x="6915607" y="2076602"/>
            <a:ext cx="838505" cy="133502"/>
          </a:xfrm>
          <a:prstGeom prst="rect">
            <a:avLst/>
          </a:prstGeom>
          <a:noFill/>
          <a:ln/>
        </p:spPr>
        <p:txBody>
          <a:bodyPr wrap="none" lIns="0" tIns="0" rIns="0" bIns="0" rtlCol="0" anchor="ctr"/>
          <a:lstStyle/>
          <a:p>
            <a:pPr algn="l" indent="0" marL="0">
              <a:buNone/>
            </a:pPr>
            <a:r>
              <a:rPr lang="en-US" sz="825" spc="165" kern="0" dirty="0">
                <a:solidFill>
                  <a:srgbClr val="C25028"/>
                </a:solidFill>
                <a:latin typeface="IBM Plex Mono" pitchFamily="34" charset="0"/>
                <a:ea typeface="IBM Plex Mono" pitchFamily="34" charset="-122"/>
                <a:cs typeface="IBM Plex Mono" pitchFamily="34" charset="-120"/>
              </a:rPr>
              <a:t>WAFER · 02</a:t>
            </a:r>
            <a:endParaRPr lang="en-US" sz="825" dirty="0"/>
          </a:p>
        </p:txBody>
      </p:sp>
      <p:sp>
        <p:nvSpPr>
          <p:cNvPr id="25" name="Text 16"/>
          <p:cNvSpPr txBox="1"/>
          <p:nvPr/>
        </p:nvSpPr>
        <p:spPr>
          <a:xfrm>
            <a:off x="6915607" y="2266798"/>
            <a:ext cx="838505" cy="342900"/>
          </a:xfrm>
          <a:prstGeom prst="rect">
            <a:avLst/>
          </a:prstGeom>
          <a:noFill/>
          <a:ln/>
        </p:spPr>
        <p:txBody>
          <a:bodyPr wrap="none" lIns="0" tIns="0" rIns="0" bIns="0" rtlCol="0" anchor="ctr"/>
          <a:lstStyle/>
          <a:p>
            <a:pPr algn="l" indent="0" marL="0">
              <a:buNone/>
            </a:pPr>
            <a:r>
              <a:rPr lang="en-US" sz="2700" b="1" dirty="0">
                <a:solidFill>
                  <a:srgbClr val="1C1D24"/>
                </a:solidFill>
                <a:latin typeface="IBM Plex Mono" pitchFamily="34" charset="0"/>
                <a:ea typeface="IBM Plex Mono" pitchFamily="34" charset="-122"/>
                <a:cs typeface="IBM Plex Mono" pitchFamily="34" charset="-120"/>
              </a:rPr>
              <a:t>W07</a:t>
            </a:r>
            <a:endParaRPr lang="en-US" sz="2700" dirty="0"/>
          </a:p>
        </p:txBody>
      </p:sp>
      <p:sp>
        <p:nvSpPr>
          <p:cNvPr id="26" name="Text 17"/>
          <p:cNvSpPr txBox="1"/>
          <p:nvPr/>
        </p:nvSpPr>
        <p:spPr>
          <a:xfrm>
            <a:off x="10858500" y="2076602"/>
            <a:ext cx="629107" cy="133502"/>
          </a:xfrm>
          <a:prstGeom prst="rect">
            <a:avLst/>
          </a:prstGeom>
          <a:noFill/>
          <a:ln/>
        </p:spPr>
        <p:txBody>
          <a:bodyPr wrap="none" lIns="0" tIns="0" rIns="0" bIns="0" rtlCol="0" anchor="ctr"/>
          <a:lstStyle/>
          <a:p>
            <a:pPr algn="r" indent="0" marL="0">
              <a:buNone/>
            </a:pPr>
            <a:r>
              <a:rPr lang="en-US" sz="825" spc="149" kern="0" dirty="0">
                <a:solidFill>
                  <a:srgbClr val="665B46"/>
                </a:solidFill>
                <a:latin typeface="IBM Plex Mono" pitchFamily="34" charset="0"/>
                <a:ea typeface="IBM Plex Mono" pitchFamily="34" charset="-122"/>
                <a:cs typeface="IBM Plex Mono" pitchFamily="34" charset="-120"/>
              </a:rPr>
              <a:t>SPLIT B</a:t>
            </a:r>
            <a:endParaRPr lang="en-US" sz="825" dirty="0"/>
          </a:p>
        </p:txBody>
      </p:sp>
      <p:sp>
        <p:nvSpPr>
          <p:cNvPr id="27" name="Text 18"/>
          <p:cNvSpPr txBox="1"/>
          <p:nvPr/>
        </p:nvSpPr>
        <p:spPr>
          <a:xfrm>
            <a:off x="10858500" y="2247595"/>
            <a:ext cx="629107" cy="133502"/>
          </a:xfrm>
          <a:prstGeom prst="rect">
            <a:avLst/>
          </a:prstGeom>
          <a:noFill/>
          <a:ln/>
        </p:spPr>
        <p:txBody>
          <a:bodyPr wrap="none" lIns="0" tIns="0" rIns="0" bIns="0" rtlCol="0" anchor="ctr"/>
          <a:lstStyle/>
          <a:p>
            <a:pPr algn="r" indent="0" marL="0">
              <a:buNone/>
            </a:pPr>
            <a:r>
              <a:rPr lang="en-US" sz="825" dirty="0">
                <a:solidFill>
                  <a:srgbClr val="C25028"/>
                </a:solidFill>
                <a:latin typeface="IBM Plex Mono" pitchFamily="34" charset="0"/>
                <a:ea typeface="IBM Plex Mono" pitchFamily="34" charset="-122"/>
                <a:cs typeface="IBM Plex Mono" pitchFamily="34" charset="-120"/>
              </a:rPr>
              <a:t>test split</a:t>
            </a:r>
            <a:endParaRPr lang="en-US" sz="825" dirty="0"/>
          </a:p>
        </p:txBody>
      </p:sp>
      <p:graphicFrame>
        <p:nvGraphicFramePr>
          <p:cNvPr id="5" name="Table 1"/>
          <p:cNvGraphicFramePr>
            <a:graphicFrameLocks noGrp="1"/>
          </p:cNvGraphicFramePr>
          <p:nvPr>
            <p:extLst>
              <p:ext uri="{D42A27DB-BD31-4B8C-83A1-F6EECF244321}">
                <p14:modId xmlns:p14="http://schemas.microsoft.com/office/powerpoint/2010/main" val="1579011935"/>
              </p:ext>
            </p:extLst>
          </p:nvPr>
        </p:nvGraphicFramePr>
        <p:xfrm>
          <a:off x="6915607" y="2857500"/>
          <a:ext cx="4572000" cy="1571854"/>
        </p:xfrm>
        <a:graphic>
          <a:graphicData uri="http://schemas.openxmlformats.org/drawingml/2006/table">
            <a:tbl>
              <a:tblPr/>
              <a:tblGrid>
                <a:gridCol w="1238098"/>
                <a:gridCol w="3333902"/>
              </a:tblGrid>
              <a:tr h="261976">
                <a:tc>
                  <a:txBody>
                    <a:bodyPr/>
                    <a:lstStyle/>
                    <a:p>
                      <a:pPr indent="0" marL="0">
                        <a:buNone/>
                      </a:pPr>
                      <a:r>
                        <a:rPr lang="en-US" sz="900" dirty="0">
                          <a:solidFill>
                            <a:srgbClr val="665B46"/>
                          </a:solidFill>
                          <a:latin typeface="IBM Plex Mono" pitchFamily="34" charset="0"/>
                          <a:ea typeface="IBM Plex Mono" pitchFamily="34" charset="-122"/>
                          <a:cs typeface="IBM Plex Mono" pitchFamily="34" charset="-120"/>
                        </a:rPr>
                        <a:t>anneal</a:t>
                      </a:r>
                      <a:endParaRPr lang="en-US" sz="900" dirty="0">
                        <a:latin typeface="IBM Plex Mono" charset="0"/>
                        <a:ea typeface="IBM Plex Mono" charset="0"/>
                        <a:cs typeface="IBM Plex Mono" charset="0"/>
                      </a:endParaRPr>
                    </a:p>
                  </a:txBody>
                  <a:tcPr marL="0" marR="0" marT="47549" marB="47549"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975" dirty="0">
                          <a:solidFill>
                            <a:srgbClr val="1C1D24"/>
                          </a:solidFill>
                          <a:latin typeface="IBM Plex Mono" pitchFamily="34" charset="0"/>
                          <a:ea typeface="IBM Plex Mono" pitchFamily="34" charset="-122"/>
                          <a:cs typeface="IBM Plex Mono" pitchFamily="34" charset="-120"/>
                        </a:rPr>
                        <a:t>400°C · 30 min N</a:t>
                      </a:r>
                      <a:pPr indent="0" marL="0">
                        <a:buNone/>
                      </a:pPr>
                      <a:r>
                        <a:rPr lang="en-US" sz="812" dirty="0">
                          <a:solidFill>
                            <a:srgbClr val="1C1D24"/>
                          </a:solidFill>
                          <a:latin typeface="IBM Plex Mono" pitchFamily="34" charset="0"/>
                          <a:ea typeface="IBM Plex Mono" pitchFamily="34" charset="-122"/>
                          <a:cs typeface="IBM Plex Mono" pitchFamily="34" charset="-120"/>
                        </a:rPr>
                        <a:t>2</a:t>
                      </a:r>
                      <a:endParaRPr lang="en-US" sz="1200" dirty="0"/>
                    </a:p>
                  </a:txBody>
                  <a:tcPr marL="0" marR="0" marT="47549" marB="47549"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r h="261976">
                <a:tc>
                  <a:txBody>
                    <a:bodyPr/>
                    <a:lstStyle/>
                    <a:p>
                      <a:pPr indent="0" marL="0">
                        <a:buNone/>
                      </a:pPr>
                      <a:r>
                        <a:rPr lang="en-US" sz="900" dirty="0">
                          <a:solidFill>
                            <a:srgbClr val="665B46"/>
                          </a:solidFill>
                          <a:latin typeface="IBM Plex Mono" pitchFamily="34" charset="0"/>
                          <a:ea typeface="IBM Plex Mono" pitchFamily="34" charset="-122"/>
                          <a:cs typeface="IBM Plex Mono" pitchFamily="34" charset="-120"/>
                        </a:rPr>
                        <a:t>lot id</a:t>
                      </a:r>
                      <a:endParaRPr lang="en-US" sz="900" dirty="0">
                        <a:latin typeface="IBM Plex Mono" charset="0"/>
                        <a:ea typeface="IBM Plex Mono" charset="0"/>
                        <a:cs typeface="IBM Plex Mono" charset="0"/>
                      </a:endParaRPr>
                    </a:p>
                  </a:txBody>
                  <a:tcPr marL="0" marR="0" marT="47549" marB="47549"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975" dirty="0">
                          <a:solidFill>
                            <a:srgbClr val="1C1D24"/>
                          </a:solidFill>
                          <a:latin typeface="IBM Plex Mono" pitchFamily="34" charset="0"/>
                          <a:ea typeface="IBM Plex Mono" pitchFamily="34" charset="-122"/>
                          <a:cs typeface="IBM Plex Mono" pitchFamily="34" charset="-120"/>
                        </a:rPr>
                        <a:t>LOT-B218-400</a:t>
                      </a:r>
                      <a:endParaRPr lang="en-US" sz="975" dirty="0">
                        <a:latin typeface="IBM Plex Mono" charset="0"/>
                        <a:ea typeface="IBM Plex Mono" charset="0"/>
                        <a:cs typeface="IBM Plex Mono" charset="0"/>
                      </a:endParaRPr>
                    </a:p>
                  </a:txBody>
                  <a:tcPr marL="0" marR="0" marT="47549" marB="47549"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r h="261976">
                <a:tc>
                  <a:txBody>
                    <a:bodyPr/>
                    <a:lstStyle/>
                    <a:p>
                      <a:pPr indent="0" marL="0">
                        <a:buNone/>
                      </a:pPr>
                      <a:r>
                        <a:rPr lang="en-US" sz="900" dirty="0">
                          <a:solidFill>
                            <a:srgbClr val="665B46"/>
                          </a:solidFill>
                          <a:latin typeface="IBM Plex Mono" pitchFamily="34" charset="0"/>
                          <a:ea typeface="IBM Plex Mono" pitchFamily="34" charset="-122"/>
                          <a:cs typeface="IBM Plex Mono" pitchFamily="34" charset="-120"/>
                        </a:rPr>
                        <a:t>role</a:t>
                      </a:r>
                      <a:endParaRPr lang="en-US" sz="900" dirty="0">
                        <a:latin typeface="IBM Plex Mono" charset="0"/>
                        <a:ea typeface="IBM Plex Mono" charset="0"/>
                        <a:cs typeface="IBM Plex Mono" charset="0"/>
                      </a:endParaRPr>
                    </a:p>
                  </a:txBody>
                  <a:tcPr marL="0" marR="0" marT="47549" marB="47549"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975" dirty="0">
                          <a:solidFill>
                            <a:srgbClr val="1C1D24"/>
                          </a:solidFill>
                          <a:latin typeface="IBM Plex Mono" pitchFamily="34" charset="0"/>
                          <a:ea typeface="IBM Plex Mono" pitchFamily="34" charset="-122"/>
                          <a:cs typeface="IBM Plex Mono" pitchFamily="34" charset="-120"/>
                        </a:rPr>
                        <a:t>test split · Δ +50°C</a:t>
                      </a:r>
                      <a:endParaRPr lang="en-US" sz="975" dirty="0">
                        <a:latin typeface="IBM Plex Mono" charset="0"/>
                        <a:ea typeface="IBM Plex Mono" charset="0"/>
                        <a:cs typeface="IBM Plex Mono" charset="0"/>
                      </a:endParaRPr>
                    </a:p>
                  </a:txBody>
                  <a:tcPr marL="0" marR="0" marT="47549" marB="47549"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r h="261976">
                <a:tc>
                  <a:txBody>
                    <a:bodyPr/>
                    <a:lstStyle/>
                    <a:p>
                      <a:pPr indent="0" marL="0">
                        <a:buNone/>
                      </a:pPr>
                      <a:r>
                        <a:rPr lang="en-US" sz="900" dirty="0">
                          <a:solidFill>
                            <a:srgbClr val="665B46"/>
                          </a:solidFill>
                          <a:latin typeface="IBM Plex Mono" pitchFamily="34" charset="0"/>
                          <a:ea typeface="IBM Plex Mono" pitchFamily="34" charset="-122"/>
                          <a:cs typeface="IBM Plex Mono" pitchFamily="34" charset="-120"/>
                        </a:rPr>
                        <a:t>sites measured</a:t>
                      </a:r>
                      <a:endParaRPr lang="en-US" sz="900" dirty="0">
                        <a:latin typeface="IBM Plex Mono" charset="0"/>
                        <a:ea typeface="IBM Plex Mono" charset="0"/>
                        <a:cs typeface="IBM Plex Mono" charset="0"/>
                      </a:endParaRPr>
                    </a:p>
                  </a:txBody>
                  <a:tcPr marL="0" marR="0" marT="47549" marB="47549"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975" dirty="0">
                          <a:solidFill>
                            <a:srgbClr val="1C1D24"/>
                          </a:solidFill>
                          <a:latin typeface="IBM Plex Mono" pitchFamily="34" charset="0"/>
                          <a:ea typeface="IBM Plex Mono" pitchFamily="34" charset="-122"/>
                          <a:cs typeface="IBM Plex Mono" pitchFamily="34" charset="-120"/>
                        </a:rPr>
                        <a:t>69 pts · CD-SEM</a:t>
                      </a:r>
                      <a:endParaRPr lang="en-US" sz="975" dirty="0">
                        <a:latin typeface="IBM Plex Mono" charset="0"/>
                        <a:ea typeface="IBM Plex Mono" charset="0"/>
                        <a:cs typeface="IBM Plex Mono" charset="0"/>
                      </a:endParaRPr>
                    </a:p>
                  </a:txBody>
                  <a:tcPr marL="0" marR="0" marT="47549" marB="47549"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r h="261976">
                <a:tc>
                  <a:txBody>
                    <a:bodyPr/>
                    <a:lstStyle/>
                    <a:p>
                      <a:pPr indent="0" marL="0">
                        <a:buNone/>
                      </a:pPr>
                      <a:r>
                        <a:rPr lang="en-US" sz="900" dirty="0">
                          <a:solidFill>
                            <a:srgbClr val="665B46"/>
                          </a:solidFill>
                          <a:latin typeface="IBM Plex Mono" pitchFamily="34" charset="0"/>
                          <a:ea typeface="IBM Plex Mono" pitchFamily="34" charset="-122"/>
                          <a:cs typeface="IBM Plex Mono" pitchFamily="34" charset="-120"/>
                        </a:rPr>
                        <a:t>cross-section</a:t>
                      </a:r>
                      <a:endParaRPr lang="en-US" sz="900" dirty="0">
                        <a:latin typeface="IBM Plex Mono" charset="0"/>
                        <a:ea typeface="IBM Plex Mono" charset="0"/>
                        <a:cs typeface="IBM Plex Mono" charset="0"/>
                      </a:endParaRPr>
                    </a:p>
                  </a:txBody>
                  <a:tcPr marL="0" marR="0" marT="47549" marB="47549"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975" dirty="0">
                          <a:solidFill>
                            <a:srgbClr val="1C1D24"/>
                          </a:solidFill>
                          <a:latin typeface="IBM Plex Mono" pitchFamily="34" charset="0"/>
                          <a:ea typeface="IBM Plex Mono" pitchFamily="34" charset="-122"/>
                          <a:cs typeface="IBM Plex Mono" pitchFamily="34" charset="-120"/>
                        </a:rPr>
                        <a:t>5 sites · SEM/TEM</a:t>
                      </a:r>
                      <a:endParaRPr lang="en-US" sz="975" dirty="0">
                        <a:latin typeface="IBM Plex Mono" charset="0"/>
                        <a:ea typeface="IBM Plex Mono" charset="0"/>
                        <a:cs typeface="IBM Plex Mono" charset="0"/>
                      </a:endParaRPr>
                    </a:p>
                  </a:txBody>
                  <a:tcPr marL="0" marR="0" marT="47549" marB="47549"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r h="261976">
                <a:tc>
                  <a:txBody>
                    <a:bodyPr/>
                    <a:lstStyle/>
                    <a:p>
                      <a:pPr indent="0" marL="0">
                        <a:buNone/>
                      </a:pPr>
                      <a:r>
                        <a:rPr lang="en-US" sz="900" dirty="0">
                          <a:solidFill>
                            <a:srgbClr val="665B46"/>
                          </a:solidFill>
                          <a:latin typeface="IBM Plex Mono" pitchFamily="34" charset="0"/>
                          <a:ea typeface="IBM Plex Mono" pitchFamily="34" charset="-122"/>
                          <a:cs typeface="IBM Plex Mono" pitchFamily="34" charset="-120"/>
                        </a:rPr>
                        <a:t>die/chain</a:t>
                      </a:r>
                      <a:endParaRPr lang="en-US" sz="900" dirty="0">
                        <a:latin typeface="IBM Plex Mono" charset="0"/>
                        <a:ea typeface="IBM Plex Mono" charset="0"/>
                        <a:cs typeface="IBM Plex Mono" charset="0"/>
                      </a:endParaRPr>
                    </a:p>
                  </a:txBody>
                  <a:tcPr marL="0" marR="0" marT="47549" marB="47549"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975" dirty="0">
                          <a:solidFill>
                            <a:srgbClr val="1C1D24"/>
                          </a:solidFill>
                          <a:latin typeface="IBM Plex Mono" pitchFamily="34" charset="0"/>
                          <a:ea typeface="IBM Plex Mono" pitchFamily="34" charset="-122"/>
                          <a:cs typeface="IBM Plex Mono" pitchFamily="34" charset="-120"/>
                        </a:rPr>
                        <a:t>40 die Rs · 32 via Rc</a:t>
                      </a:r>
                      <a:endParaRPr lang="en-US" sz="975" dirty="0">
                        <a:latin typeface="IBM Plex Mono" charset="0"/>
                        <a:ea typeface="IBM Plex Mono" charset="0"/>
                        <a:cs typeface="IBM Plex Mono" charset="0"/>
                      </a:endParaRPr>
                    </a:p>
                  </a:txBody>
                  <a:tcPr marL="0" marR="0" marT="47549" marB="47549"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bl>
          </a:graphicData>
        </a:graphic>
      </p:graphicFrame>
      <p:sp>
        <p:nvSpPr>
          <p:cNvPr id="29" name="Text 19"/>
          <p:cNvSpPr txBox="1"/>
          <p:nvPr/>
        </p:nvSpPr>
        <p:spPr>
          <a:xfrm>
            <a:off x="12249302" y="2076602"/>
            <a:ext cx="838505" cy="133502"/>
          </a:xfrm>
          <a:prstGeom prst="rect">
            <a:avLst/>
          </a:prstGeom>
          <a:noFill/>
          <a:ln/>
        </p:spPr>
        <p:txBody>
          <a:bodyPr wrap="none" lIns="0" tIns="0" rIns="0" bIns="0" rtlCol="0" anchor="ctr"/>
          <a:lstStyle/>
          <a:p>
            <a:pPr algn="l" indent="0" marL="0">
              <a:buNone/>
            </a:pPr>
            <a:r>
              <a:rPr lang="en-US" sz="825" spc="165" kern="0" dirty="0">
                <a:solidFill>
                  <a:srgbClr val="2C5B62"/>
                </a:solidFill>
                <a:latin typeface="IBM Plex Mono" pitchFamily="34" charset="0"/>
                <a:ea typeface="IBM Plex Mono" pitchFamily="34" charset="-122"/>
                <a:cs typeface="IBM Plex Mono" pitchFamily="34" charset="-120"/>
              </a:rPr>
              <a:t>WAFER · 03</a:t>
            </a:r>
            <a:endParaRPr lang="en-US" sz="825" dirty="0"/>
          </a:p>
        </p:txBody>
      </p:sp>
      <p:sp>
        <p:nvSpPr>
          <p:cNvPr id="30" name="Text 20"/>
          <p:cNvSpPr txBox="1"/>
          <p:nvPr/>
        </p:nvSpPr>
        <p:spPr>
          <a:xfrm>
            <a:off x="12249302" y="2266798"/>
            <a:ext cx="838505" cy="342900"/>
          </a:xfrm>
          <a:prstGeom prst="rect">
            <a:avLst/>
          </a:prstGeom>
          <a:noFill/>
          <a:ln/>
        </p:spPr>
        <p:txBody>
          <a:bodyPr wrap="none" lIns="0" tIns="0" rIns="0" bIns="0" rtlCol="0" anchor="ctr"/>
          <a:lstStyle/>
          <a:p>
            <a:pPr algn="l" indent="0" marL="0">
              <a:buNone/>
            </a:pPr>
            <a:r>
              <a:rPr lang="en-US" sz="2700" b="1" dirty="0">
                <a:solidFill>
                  <a:srgbClr val="1C1D24"/>
                </a:solidFill>
                <a:latin typeface="IBM Plex Mono" pitchFamily="34" charset="0"/>
                <a:ea typeface="IBM Plex Mono" pitchFamily="34" charset="-122"/>
                <a:cs typeface="IBM Plex Mono" pitchFamily="34" charset="-120"/>
              </a:rPr>
              <a:t>W11</a:t>
            </a:r>
            <a:endParaRPr lang="en-US" sz="2700" dirty="0"/>
          </a:p>
        </p:txBody>
      </p:sp>
      <p:sp>
        <p:nvSpPr>
          <p:cNvPr id="31" name="Text 21"/>
          <p:cNvSpPr txBox="1"/>
          <p:nvPr/>
        </p:nvSpPr>
        <p:spPr>
          <a:xfrm>
            <a:off x="15878556" y="2076602"/>
            <a:ext cx="943661" cy="133502"/>
          </a:xfrm>
          <a:prstGeom prst="rect">
            <a:avLst/>
          </a:prstGeom>
          <a:noFill/>
          <a:ln/>
        </p:spPr>
        <p:txBody>
          <a:bodyPr wrap="none" lIns="0" tIns="0" rIns="0" bIns="0" rtlCol="0" anchor="ctr"/>
          <a:lstStyle/>
          <a:p>
            <a:pPr algn="r" indent="0" marL="0">
              <a:buNone/>
            </a:pPr>
            <a:r>
              <a:rPr lang="en-US" sz="825" spc="149" kern="0" dirty="0">
                <a:solidFill>
                  <a:srgbClr val="665B46"/>
                </a:solidFill>
                <a:latin typeface="IBM Plex Mono" pitchFamily="34" charset="0"/>
                <a:ea typeface="IBM Plex Mono" pitchFamily="34" charset="-122"/>
                <a:cs typeface="IBM Plex Mono" pitchFamily="34" charset="-120"/>
              </a:rPr>
              <a:t>SPLIT A·r</a:t>
            </a:r>
            <a:endParaRPr lang="en-US" sz="825" dirty="0"/>
          </a:p>
        </p:txBody>
      </p:sp>
      <p:sp>
        <p:nvSpPr>
          <p:cNvPr id="32" name="Text 22"/>
          <p:cNvSpPr txBox="1"/>
          <p:nvPr/>
        </p:nvSpPr>
        <p:spPr>
          <a:xfrm>
            <a:off x="15878556" y="2247595"/>
            <a:ext cx="943661" cy="133502"/>
          </a:xfrm>
          <a:prstGeom prst="rect">
            <a:avLst/>
          </a:prstGeom>
          <a:noFill/>
          <a:ln/>
        </p:spPr>
        <p:txBody>
          <a:bodyPr wrap="none" lIns="0" tIns="0" rIns="0" bIns="0" rtlCol="0" anchor="ctr"/>
          <a:lstStyle/>
          <a:p>
            <a:pPr algn="r" indent="0" marL="0">
              <a:buNone/>
            </a:pPr>
            <a:r>
              <a:rPr lang="en-US" sz="825" dirty="0">
                <a:solidFill>
                  <a:srgbClr val="2C5B62"/>
                </a:solidFill>
                <a:latin typeface="IBM Plex Mono" pitchFamily="34" charset="0"/>
                <a:ea typeface="IBM Plex Mono" pitchFamily="34" charset="-122"/>
                <a:cs typeface="IBM Plex Mono" pitchFamily="34" charset="-120"/>
              </a:rPr>
              <a:t>reproducibility</a:t>
            </a:r>
            <a:endParaRPr lang="en-US" sz="825" dirty="0"/>
          </a:p>
        </p:txBody>
      </p:sp>
      <p:graphicFrame>
        <p:nvGraphicFramePr>
          <p:cNvPr id="7" name="Table 2"/>
          <p:cNvGraphicFramePr>
            <a:graphicFrameLocks noGrp="1"/>
          </p:cNvGraphicFramePr>
          <p:nvPr>
            <p:extLst>
              <p:ext uri="{D42A27DB-BD31-4B8C-83A1-F6EECF244321}">
                <p14:modId xmlns:p14="http://schemas.microsoft.com/office/powerpoint/2010/main" val="1579011935"/>
              </p:ext>
            </p:extLst>
          </p:nvPr>
        </p:nvGraphicFramePr>
        <p:xfrm>
          <a:off x="12249302" y="2857500"/>
          <a:ext cx="4572000" cy="1571854"/>
        </p:xfrm>
        <a:graphic>
          <a:graphicData uri="http://schemas.openxmlformats.org/drawingml/2006/table">
            <a:tbl>
              <a:tblPr/>
              <a:tblGrid>
                <a:gridCol w="1238098"/>
                <a:gridCol w="3333902"/>
              </a:tblGrid>
              <a:tr h="261976">
                <a:tc>
                  <a:txBody>
                    <a:bodyPr/>
                    <a:lstStyle/>
                    <a:p>
                      <a:pPr indent="0" marL="0">
                        <a:buNone/>
                      </a:pPr>
                      <a:r>
                        <a:rPr lang="en-US" sz="900" dirty="0">
                          <a:solidFill>
                            <a:srgbClr val="665B46"/>
                          </a:solidFill>
                          <a:latin typeface="IBM Plex Mono" pitchFamily="34" charset="0"/>
                          <a:ea typeface="IBM Plex Mono" pitchFamily="34" charset="-122"/>
                          <a:cs typeface="IBM Plex Mono" pitchFamily="34" charset="-120"/>
                        </a:rPr>
                        <a:t>anneal</a:t>
                      </a:r>
                      <a:endParaRPr lang="en-US" sz="900" dirty="0">
                        <a:latin typeface="IBM Plex Mono" charset="0"/>
                        <a:ea typeface="IBM Plex Mono" charset="0"/>
                        <a:cs typeface="IBM Plex Mono" charset="0"/>
                      </a:endParaRPr>
                    </a:p>
                  </a:txBody>
                  <a:tcPr marL="0" marR="0" marT="47549" marB="47549"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975" dirty="0">
                          <a:solidFill>
                            <a:srgbClr val="1C1D24"/>
                          </a:solidFill>
                          <a:latin typeface="IBM Plex Mono" pitchFamily="34" charset="0"/>
                          <a:ea typeface="IBM Plex Mono" pitchFamily="34" charset="-122"/>
                          <a:cs typeface="IBM Plex Mono" pitchFamily="34" charset="-120"/>
                        </a:rPr>
                        <a:t>350°C · 30 min N</a:t>
                      </a:r>
                      <a:pPr indent="0" marL="0">
                        <a:buNone/>
                      </a:pPr>
                      <a:r>
                        <a:rPr lang="en-US" sz="812" dirty="0">
                          <a:solidFill>
                            <a:srgbClr val="1C1D24"/>
                          </a:solidFill>
                          <a:latin typeface="IBM Plex Mono" pitchFamily="34" charset="0"/>
                          <a:ea typeface="IBM Plex Mono" pitchFamily="34" charset="-122"/>
                          <a:cs typeface="IBM Plex Mono" pitchFamily="34" charset="-120"/>
                        </a:rPr>
                        <a:t>2</a:t>
                      </a:r>
                      <a:endParaRPr lang="en-US" sz="1200" dirty="0"/>
                    </a:p>
                  </a:txBody>
                  <a:tcPr marL="0" marR="0" marT="47549" marB="47549"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r h="261976">
                <a:tc>
                  <a:txBody>
                    <a:bodyPr/>
                    <a:lstStyle/>
                    <a:p>
                      <a:pPr indent="0" marL="0">
                        <a:buNone/>
                      </a:pPr>
                      <a:r>
                        <a:rPr lang="en-US" sz="900" dirty="0">
                          <a:solidFill>
                            <a:srgbClr val="665B46"/>
                          </a:solidFill>
                          <a:latin typeface="IBM Plex Mono" pitchFamily="34" charset="0"/>
                          <a:ea typeface="IBM Plex Mono" pitchFamily="34" charset="-122"/>
                          <a:cs typeface="IBM Plex Mono" pitchFamily="34" charset="-120"/>
                        </a:rPr>
                        <a:t>lot id</a:t>
                      </a:r>
                      <a:endParaRPr lang="en-US" sz="900" dirty="0">
                        <a:latin typeface="IBM Plex Mono" charset="0"/>
                        <a:ea typeface="IBM Plex Mono" charset="0"/>
                        <a:cs typeface="IBM Plex Mono" charset="0"/>
                      </a:endParaRPr>
                    </a:p>
                  </a:txBody>
                  <a:tcPr marL="0" marR="0" marT="47549" marB="47549"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975" dirty="0">
                          <a:solidFill>
                            <a:srgbClr val="1C1D24"/>
                          </a:solidFill>
                          <a:latin typeface="IBM Plex Mono" pitchFamily="34" charset="0"/>
                          <a:ea typeface="IBM Plex Mono" pitchFamily="34" charset="-122"/>
                          <a:cs typeface="IBM Plex Mono" pitchFamily="34" charset="-120"/>
                        </a:rPr>
                        <a:t>LOT-A228-350</a:t>
                      </a:r>
                      <a:endParaRPr lang="en-US" sz="975" dirty="0">
                        <a:latin typeface="IBM Plex Mono" charset="0"/>
                        <a:ea typeface="IBM Plex Mono" charset="0"/>
                        <a:cs typeface="IBM Plex Mono" charset="0"/>
                      </a:endParaRPr>
                    </a:p>
                  </a:txBody>
                  <a:tcPr marL="0" marR="0" marT="47549" marB="47549"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r h="261976">
                <a:tc>
                  <a:txBody>
                    <a:bodyPr/>
                    <a:lstStyle/>
                    <a:p>
                      <a:pPr indent="0" marL="0">
                        <a:buNone/>
                      </a:pPr>
                      <a:r>
                        <a:rPr lang="en-US" sz="900" dirty="0">
                          <a:solidFill>
                            <a:srgbClr val="665B46"/>
                          </a:solidFill>
                          <a:latin typeface="IBM Plex Mono" pitchFamily="34" charset="0"/>
                          <a:ea typeface="IBM Plex Mono" pitchFamily="34" charset="-122"/>
                          <a:cs typeface="IBM Plex Mono" pitchFamily="34" charset="-120"/>
                        </a:rPr>
                        <a:t>role</a:t>
                      </a:r>
                      <a:endParaRPr lang="en-US" sz="900" dirty="0">
                        <a:latin typeface="IBM Plex Mono" charset="0"/>
                        <a:ea typeface="IBM Plex Mono" charset="0"/>
                        <a:cs typeface="IBM Plex Mono" charset="0"/>
                      </a:endParaRPr>
                    </a:p>
                  </a:txBody>
                  <a:tcPr marL="0" marR="0" marT="47549" marB="47549"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975" dirty="0">
                          <a:solidFill>
                            <a:srgbClr val="1C1D24"/>
                          </a:solidFill>
                          <a:latin typeface="IBM Plex Mono" pitchFamily="34" charset="0"/>
                          <a:ea typeface="IBM Plex Mono" pitchFamily="34" charset="-122"/>
                          <a:cs typeface="IBM Plex Mono" pitchFamily="34" charset="-120"/>
                        </a:rPr>
                        <a:t>lot repeat · cross-check</a:t>
                      </a:r>
                      <a:endParaRPr lang="en-US" sz="975" dirty="0">
                        <a:latin typeface="IBM Plex Mono" charset="0"/>
                        <a:ea typeface="IBM Plex Mono" charset="0"/>
                        <a:cs typeface="IBM Plex Mono" charset="0"/>
                      </a:endParaRPr>
                    </a:p>
                  </a:txBody>
                  <a:tcPr marL="0" marR="0" marT="47549" marB="47549"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r h="261976">
                <a:tc>
                  <a:txBody>
                    <a:bodyPr/>
                    <a:lstStyle/>
                    <a:p>
                      <a:pPr indent="0" marL="0">
                        <a:buNone/>
                      </a:pPr>
                      <a:r>
                        <a:rPr lang="en-US" sz="900" dirty="0">
                          <a:solidFill>
                            <a:srgbClr val="665B46"/>
                          </a:solidFill>
                          <a:latin typeface="IBM Plex Mono" pitchFamily="34" charset="0"/>
                          <a:ea typeface="IBM Plex Mono" pitchFamily="34" charset="-122"/>
                          <a:cs typeface="IBM Plex Mono" pitchFamily="34" charset="-120"/>
                        </a:rPr>
                        <a:t>sites measured</a:t>
                      </a:r>
                      <a:endParaRPr lang="en-US" sz="900" dirty="0">
                        <a:latin typeface="IBM Plex Mono" charset="0"/>
                        <a:ea typeface="IBM Plex Mono" charset="0"/>
                        <a:cs typeface="IBM Plex Mono" charset="0"/>
                      </a:endParaRPr>
                    </a:p>
                  </a:txBody>
                  <a:tcPr marL="0" marR="0" marT="47549" marB="47549"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975" dirty="0">
                          <a:solidFill>
                            <a:srgbClr val="1C1D24"/>
                          </a:solidFill>
                          <a:latin typeface="IBM Plex Mono" pitchFamily="34" charset="0"/>
                          <a:ea typeface="IBM Plex Mono" pitchFamily="34" charset="-122"/>
                          <a:cs typeface="IBM Plex Mono" pitchFamily="34" charset="-120"/>
                        </a:rPr>
                        <a:t>69 pts · CD-SEM</a:t>
                      </a:r>
                      <a:endParaRPr lang="en-US" sz="975" dirty="0">
                        <a:latin typeface="IBM Plex Mono" charset="0"/>
                        <a:ea typeface="IBM Plex Mono" charset="0"/>
                        <a:cs typeface="IBM Plex Mono" charset="0"/>
                      </a:endParaRPr>
                    </a:p>
                  </a:txBody>
                  <a:tcPr marL="0" marR="0" marT="47549" marB="47549"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r h="261976">
                <a:tc>
                  <a:txBody>
                    <a:bodyPr/>
                    <a:lstStyle/>
                    <a:p>
                      <a:pPr indent="0" marL="0">
                        <a:buNone/>
                      </a:pPr>
                      <a:r>
                        <a:rPr lang="en-US" sz="900" dirty="0">
                          <a:solidFill>
                            <a:srgbClr val="665B46"/>
                          </a:solidFill>
                          <a:latin typeface="IBM Plex Mono" pitchFamily="34" charset="0"/>
                          <a:ea typeface="IBM Plex Mono" pitchFamily="34" charset="-122"/>
                          <a:cs typeface="IBM Plex Mono" pitchFamily="34" charset="-120"/>
                        </a:rPr>
                        <a:t>cross-section</a:t>
                      </a:r>
                      <a:endParaRPr lang="en-US" sz="900" dirty="0">
                        <a:latin typeface="IBM Plex Mono" charset="0"/>
                        <a:ea typeface="IBM Plex Mono" charset="0"/>
                        <a:cs typeface="IBM Plex Mono" charset="0"/>
                      </a:endParaRPr>
                    </a:p>
                  </a:txBody>
                  <a:tcPr marL="0" marR="0" marT="47549" marB="47549"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975" dirty="0">
                          <a:solidFill>
                            <a:srgbClr val="1C1D24"/>
                          </a:solidFill>
                          <a:latin typeface="IBM Plex Mono" pitchFamily="34" charset="0"/>
                          <a:ea typeface="IBM Plex Mono" pitchFamily="34" charset="-122"/>
                          <a:cs typeface="IBM Plex Mono" pitchFamily="34" charset="-120"/>
                        </a:rPr>
                        <a:t>— (not sectioned)</a:t>
                      </a:r>
                      <a:endParaRPr lang="en-US" sz="975" dirty="0">
                        <a:latin typeface="IBM Plex Mono" charset="0"/>
                        <a:ea typeface="IBM Plex Mono" charset="0"/>
                        <a:cs typeface="IBM Plex Mono" charset="0"/>
                      </a:endParaRPr>
                    </a:p>
                  </a:txBody>
                  <a:tcPr marL="0" marR="0" marT="47549" marB="47549"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r h="261976">
                <a:tc>
                  <a:txBody>
                    <a:bodyPr/>
                    <a:lstStyle/>
                    <a:p>
                      <a:pPr indent="0" marL="0">
                        <a:buNone/>
                      </a:pPr>
                      <a:r>
                        <a:rPr lang="en-US" sz="900" dirty="0">
                          <a:solidFill>
                            <a:srgbClr val="665B46"/>
                          </a:solidFill>
                          <a:latin typeface="IBM Plex Mono" pitchFamily="34" charset="0"/>
                          <a:ea typeface="IBM Plex Mono" pitchFamily="34" charset="-122"/>
                          <a:cs typeface="IBM Plex Mono" pitchFamily="34" charset="-120"/>
                        </a:rPr>
                        <a:t>die/chain</a:t>
                      </a:r>
                      <a:endParaRPr lang="en-US" sz="900" dirty="0">
                        <a:latin typeface="IBM Plex Mono" charset="0"/>
                        <a:ea typeface="IBM Plex Mono" charset="0"/>
                        <a:cs typeface="IBM Plex Mono" charset="0"/>
                      </a:endParaRPr>
                    </a:p>
                  </a:txBody>
                  <a:tcPr marL="0" marR="0" marT="47549" marB="47549"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975" dirty="0">
                          <a:solidFill>
                            <a:srgbClr val="1C1D24"/>
                          </a:solidFill>
                          <a:latin typeface="IBM Plex Mono" pitchFamily="34" charset="0"/>
                          <a:ea typeface="IBM Plex Mono" pitchFamily="34" charset="-122"/>
                          <a:cs typeface="IBM Plex Mono" pitchFamily="34" charset="-120"/>
                        </a:rPr>
                        <a:t>40 die Rs · 32 via Rc</a:t>
                      </a:r>
                      <a:endParaRPr lang="en-US" sz="975" dirty="0">
                        <a:latin typeface="IBM Plex Mono" charset="0"/>
                        <a:ea typeface="IBM Plex Mono" charset="0"/>
                        <a:cs typeface="IBM Plex Mono" charset="0"/>
                      </a:endParaRPr>
                    </a:p>
                  </a:txBody>
                  <a:tcPr marL="0" marR="0" marT="47549" marB="47549"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bl>
          </a:graphicData>
        </a:graphic>
      </p:graphicFrame>
      <p:sp>
        <p:nvSpPr>
          <p:cNvPr id="34" name="Text 23"/>
          <p:cNvSpPr txBox="1"/>
          <p:nvPr/>
        </p:nvSpPr>
        <p:spPr>
          <a:xfrm>
            <a:off x="1333195" y="4858207"/>
            <a:ext cx="15621610" cy="133502"/>
          </a:xfrm>
          <a:prstGeom prst="rect">
            <a:avLst/>
          </a:prstGeom>
          <a:noFill/>
          <a:ln/>
        </p:spPr>
        <p:txBody>
          <a:bodyPr wrap="none" lIns="0" tIns="0" rIns="0" bIns="0" rtlCol="0" anchor="ctr"/>
          <a:lstStyle/>
          <a:p>
            <a:pPr algn="l" indent="0" marL="0">
              <a:buNone/>
            </a:pPr>
            <a:r>
              <a:rPr lang="en-US" sz="825" spc="231" kern="0" dirty="0">
                <a:solidFill>
                  <a:srgbClr val="2C5B62"/>
                </a:solidFill>
                <a:latin typeface="IBM Plex Mono" pitchFamily="34" charset="0"/>
                <a:ea typeface="IBM Plex Mono" pitchFamily="34" charset="-122"/>
                <a:cs typeface="IBM Plex Mono" pitchFamily="34" charset="-120"/>
              </a:rPr>
              <a:t>EVAL ITEM MATRIX · SAMPLE COUNT</a:t>
            </a:r>
            <a:endParaRPr lang="en-US" sz="825" dirty="0"/>
          </a:p>
        </p:txBody>
      </p:sp>
      <p:sp>
        <p:nvSpPr>
          <p:cNvPr id="35" name="Text 24"/>
          <p:cNvSpPr txBox="1"/>
          <p:nvPr/>
        </p:nvSpPr>
        <p:spPr>
          <a:xfrm>
            <a:off x="1333195" y="5086807"/>
            <a:ext cx="15621610" cy="305410"/>
          </a:xfrm>
          <a:prstGeom prst="rect">
            <a:avLst/>
          </a:prstGeom>
          <a:noFill/>
          <a:ln/>
        </p:spPr>
        <p:txBody>
          <a:bodyPr wrap="none" lIns="0" tIns="0" rIns="0" bIns="0" rtlCol="0" anchor="ctr"/>
          <a:lstStyle/>
          <a:p>
            <a:pPr algn="l" indent="0" marL="0">
              <a:buNone/>
            </a:pPr>
            <a:r>
              <a:rPr lang="en-US" sz="1650" b="1" dirty="0">
                <a:solidFill>
                  <a:srgbClr val="1C1D24"/>
                </a:solidFill>
                <a:latin typeface="Noto Sans KR" pitchFamily="34" charset="0"/>
                <a:ea typeface="Noto Sans KR" pitchFamily="34" charset="-122"/>
                <a:cs typeface="Noto Sans KR" pitchFamily="34" charset="-120"/>
              </a:rPr>
              <a:t>측정 항목 × 적용 wafer × sample 수</a:t>
            </a:r>
            <a:endParaRPr lang="en-US" sz="1650" dirty="0"/>
          </a:p>
        </p:txBody>
      </p:sp>
      <p:graphicFrame>
        <p:nvGraphicFramePr>
          <p:cNvPr id="9" name="Table 3"/>
          <p:cNvGraphicFramePr>
            <a:graphicFrameLocks noGrp="1"/>
          </p:cNvGraphicFramePr>
          <p:nvPr>
            <p:extLst>
              <p:ext uri="{D42A27DB-BD31-4B8C-83A1-F6EECF244321}">
                <p14:modId xmlns:p14="http://schemas.microsoft.com/office/powerpoint/2010/main" val="1579011935"/>
              </p:ext>
            </p:extLst>
          </p:nvPr>
        </p:nvGraphicFramePr>
        <p:xfrm>
          <a:off x="1524305" y="5505602"/>
          <a:ext cx="15240305" cy="2619756"/>
        </p:xfrm>
        <a:graphic>
          <a:graphicData uri="http://schemas.openxmlformats.org/drawingml/2006/table">
            <a:tbl>
              <a:tblPr/>
              <a:tblGrid>
                <a:gridCol w="3124317"/>
                <a:gridCol w="2171570"/>
                <a:gridCol w="2552852"/>
                <a:gridCol w="2552852"/>
                <a:gridCol w="2552852"/>
                <a:gridCol w="2285863"/>
              </a:tblGrid>
              <a:tr h="374251">
                <a:tc>
                  <a:txBody>
                    <a:bodyPr/>
                    <a:lstStyle/>
                    <a:p>
                      <a:pPr algn="l" indent="0" marL="0">
                        <a:buNone/>
                      </a:pPr>
                      <a:r>
                        <a:rPr lang="en-US" sz="825" dirty="0">
                          <a:solidFill>
                            <a:srgbClr val="EFE6D3"/>
                          </a:solidFill>
                          <a:latin typeface="IBM Plex Mono" pitchFamily="34" charset="0"/>
                          <a:ea typeface="IBM Plex Mono" pitchFamily="34" charset="-122"/>
                          <a:cs typeface="IBM Plex Mono" pitchFamily="34" charset="-120"/>
                        </a:rPr>
                        <a:t>METRIC</a:t>
                      </a:r>
                      <a:endParaRPr lang="en-US" sz="825" dirty="0">
                        <a:latin typeface="IBM Plex Mono" charset="0"/>
                        <a:ea typeface="IBM Plex Mono" charset="0"/>
                        <a:cs typeface="IBM Plex Mono" charset="0"/>
                      </a:endParaRPr>
                    </a:p>
                  </a:txBody>
                  <a:tcPr marL="133502" marR="133502" marT="95098" marB="95098"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26201A"/>
                    </a:solidFill>
                  </a:tcPr>
                </a:tc>
                <a:tc>
                  <a:txBody>
                    <a:bodyPr/>
                    <a:lstStyle/>
                    <a:p>
                      <a:pPr algn="l" indent="0" marL="0">
                        <a:buNone/>
                      </a:pPr>
                      <a:r>
                        <a:rPr lang="en-US" sz="825" dirty="0">
                          <a:solidFill>
                            <a:srgbClr val="EFE6D3"/>
                          </a:solidFill>
                          <a:latin typeface="IBM Plex Mono" pitchFamily="34" charset="0"/>
                          <a:ea typeface="IBM Plex Mono" pitchFamily="34" charset="-122"/>
                          <a:cs typeface="IBM Plex Mono" pitchFamily="34" charset="-120"/>
                        </a:rPr>
                        <a:t>TARGET</a:t>
                      </a:r>
                      <a:endParaRPr lang="en-US" sz="825" dirty="0">
                        <a:latin typeface="IBM Plex Mono" charset="0"/>
                        <a:ea typeface="IBM Plex Mono" charset="0"/>
                        <a:cs typeface="IBM Plex Mono" charset="0"/>
                      </a:endParaRPr>
                    </a:p>
                  </a:txBody>
                  <a:tcPr marL="133502" marR="133502" marT="95098" marB="95098"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26201A"/>
                    </a:solidFill>
                  </a:tcPr>
                </a:tc>
                <a:tc>
                  <a:txBody>
                    <a:bodyPr/>
                    <a:lstStyle/>
                    <a:p>
                      <a:pPr algn="ctr" indent="0" marL="0">
                        <a:buNone/>
                      </a:pPr>
                      <a:r>
                        <a:rPr lang="en-US" sz="825" dirty="0">
                          <a:solidFill>
                            <a:srgbClr val="EFE6D3"/>
                          </a:solidFill>
                          <a:latin typeface="IBM Plex Mono" pitchFamily="34" charset="0"/>
                          <a:ea typeface="IBM Plex Mono" pitchFamily="34" charset="-122"/>
                          <a:cs typeface="IBM Plex Mono" pitchFamily="34" charset="-120"/>
                        </a:rPr>
                        <a:t>W03 · 350°C</a:t>
                      </a:r>
                      <a:endParaRPr lang="en-US" sz="825" dirty="0">
                        <a:latin typeface="IBM Plex Mono" charset="0"/>
                        <a:ea typeface="IBM Plex Mono" charset="0"/>
                        <a:cs typeface="IBM Plex Mono" charset="0"/>
                      </a:endParaRPr>
                    </a:p>
                  </a:txBody>
                  <a:tcPr marL="133502" marR="133502" marT="95098" marB="95098"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26201A"/>
                    </a:solidFill>
                  </a:tcPr>
                </a:tc>
                <a:tc>
                  <a:txBody>
                    <a:bodyPr/>
                    <a:lstStyle/>
                    <a:p>
                      <a:pPr algn="ctr" indent="0" marL="0">
                        <a:buNone/>
                      </a:pPr>
                      <a:r>
                        <a:rPr lang="en-US" sz="825" dirty="0">
                          <a:solidFill>
                            <a:srgbClr val="EFE6D3"/>
                          </a:solidFill>
                          <a:latin typeface="IBM Plex Mono" pitchFamily="34" charset="0"/>
                          <a:ea typeface="IBM Plex Mono" pitchFamily="34" charset="-122"/>
                          <a:cs typeface="IBM Plex Mono" pitchFamily="34" charset="-120"/>
                        </a:rPr>
                        <a:t>W07 · 400°C</a:t>
                      </a:r>
                      <a:endParaRPr lang="en-US" sz="825" dirty="0">
                        <a:latin typeface="IBM Plex Mono" charset="0"/>
                        <a:ea typeface="IBM Plex Mono" charset="0"/>
                        <a:cs typeface="IBM Plex Mono" charset="0"/>
                      </a:endParaRPr>
                    </a:p>
                  </a:txBody>
                  <a:tcPr marL="133502" marR="133502" marT="95098" marB="95098"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26201A"/>
                    </a:solidFill>
                  </a:tcPr>
                </a:tc>
                <a:tc>
                  <a:txBody>
                    <a:bodyPr/>
                    <a:lstStyle/>
                    <a:p>
                      <a:pPr algn="ctr" indent="0" marL="0">
                        <a:buNone/>
                      </a:pPr>
                      <a:r>
                        <a:rPr lang="en-US" sz="825" dirty="0">
                          <a:solidFill>
                            <a:srgbClr val="EFE6D3"/>
                          </a:solidFill>
                          <a:latin typeface="IBM Plex Mono" pitchFamily="34" charset="0"/>
                          <a:ea typeface="IBM Plex Mono" pitchFamily="34" charset="-122"/>
                          <a:cs typeface="IBM Plex Mono" pitchFamily="34" charset="-120"/>
                        </a:rPr>
                        <a:t>W11 · 350°C·r</a:t>
                      </a:r>
                      <a:endParaRPr lang="en-US" sz="825" dirty="0">
                        <a:latin typeface="IBM Plex Mono" charset="0"/>
                        <a:ea typeface="IBM Plex Mono" charset="0"/>
                        <a:cs typeface="IBM Plex Mono" charset="0"/>
                      </a:endParaRPr>
                    </a:p>
                  </a:txBody>
                  <a:tcPr marL="133502" marR="133502" marT="95098" marB="95098"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26201A"/>
                    </a:solidFill>
                  </a:tcPr>
                </a:tc>
                <a:tc>
                  <a:txBody>
                    <a:bodyPr/>
                    <a:lstStyle/>
                    <a:p>
                      <a:pPr algn="l" indent="0" marL="0">
                        <a:buNone/>
                      </a:pPr>
                      <a:r>
                        <a:rPr lang="en-US" sz="825" dirty="0">
                          <a:solidFill>
                            <a:srgbClr val="EFE6D3"/>
                          </a:solidFill>
                          <a:latin typeface="IBM Plex Mono" pitchFamily="34" charset="0"/>
                          <a:ea typeface="IBM Plex Mono" pitchFamily="34" charset="-122"/>
                          <a:cs typeface="IBM Plex Mono" pitchFamily="34" charset="-120"/>
                        </a:rPr>
                        <a:t>UNIT</a:t>
                      </a:r>
                      <a:endParaRPr lang="en-US" sz="825" dirty="0">
                        <a:latin typeface="IBM Plex Mono" charset="0"/>
                        <a:ea typeface="IBM Plex Mono" charset="0"/>
                        <a:cs typeface="IBM Plex Mono" charset="0"/>
                      </a:endParaRPr>
                    </a:p>
                  </a:txBody>
                  <a:tcPr marL="133502" marR="133502" marT="95098" marB="95098"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26201A"/>
                    </a:solidFill>
                  </a:tcPr>
                </a:tc>
              </a:tr>
              <a:tr h="374251">
                <a:tc>
                  <a:txBody>
                    <a:bodyPr/>
                    <a:lstStyle/>
                    <a:p>
                      <a:pPr indent="0" marL="0">
                        <a:buNone/>
                      </a:pPr>
                      <a:r>
                        <a:rPr lang="en-US" sz="975" b="1" dirty="0">
                          <a:solidFill>
                            <a:srgbClr val="1C1D24"/>
                          </a:solidFill>
                          <a:latin typeface="IBM Plex Mono" pitchFamily="34" charset="0"/>
                          <a:ea typeface="IBM Plex Mono" pitchFamily="34" charset="-122"/>
                          <a:cs typeface="IBM Plex Mono" pitchFamily="34" charset="-120"/>
                        </a:rPr>
                        <a:t>AASI · line top CD</a:t>
                      </a:r>
                      <a:endParaRPr lang="en-US" sz="975" dirty="0">
                        <a:latin typeface="IBM Plex Mono" charset="0"/>
                        <a:ea typeface="IBM Plex Mono" charset="0"/>
                        <a:cs typeface="IBM Plex Mono" charset="0"/>
                      </a:endParaRPr>
                    </a:p>
                  </a:txBody>
                  <a:tcPr marL="133502" marR="133502" marT="105156" marB="105156"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975" dirty="0">
                          <a:solidFill>
                            <a:srgbClr val="1C1D24"/>
                          </a:solidFill>
                          <a:latin typeface="IBM Plex Mono" pitchFamily="34" charset="0"/>
                          <a:ea typeface="IBM Plex Mono" pitchFamily="34" charset="-122"/>
                          <a:cs typeface="IBM Plex Mono" pitchFamily="34" charset="-120"/>
                        </a:rPr>
                        <a:t>23.4</a:t>
                      </a:r>
                      <a:endParaRPr lang="en-US" sz="975" dirty="0">
                        <a:latin typeface="IBM Plex Mono" charset="0"/>
                        <a:ea typeface="IBM Plex Mono" charset="0"/>
                        <a:cs typeface="IBM Plex Mono" charset="0"/>
                      </a:endParaRPr>
                    </a:p>
                  </a:txBody>
                  <a:tcPr marL="133502" marR="133502" marT="105156" marB="105156"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ctr" indent="0" marL="0">
                        <a:buNone/>
                      </a:pPr>
                      <a:r>
                        <a:rPr lang="en-US" sz="975" dirty="0">
                          <a:solidFill>
                            <a:srgbClr val="1C1D24"/>
                          </a:solidFill>
                          <a:latin typeface="IBM Plex Mono" pitchFamily="34" charset="0"/>
                          <a:ea typeface="IBM Plex Mono" pitchFamily="34" charset="-122"/>
                          <a:cs typeface="IBM Plex Mono" pitchFamily="34" charset="-120"/>
                        </a:rPr>
                        <a:t>69</a:t>
                      </a:r>
                      <a:endParaRPr lang="en-US" sz="975" dirty="0">
                        <a:latin typeface="IBM Plex Mono" charset="0"/>
                        <a:ea typeface="IBM Plex Mono" charset="0"/>
                        <a:cs typeface="IBM Plex Mono" charset="0"/>
                      </a:endParaRPr>
                    </a:p>
                  </a:txBody>
                  <a:tcPr marL="133502" marR="133502" marT="105156" marB="105156"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ctr" indent="0" marL="0">
                        <a:buNone/>
                      </a:pPr>
                      <a:r>
                        <a:rPr lang="en-US" sz="975" dirty="0">
                          <a:solidFill>
                            <a:srgbClr val="1C1D24"/>
                          </a:solidFill>
                          <a:latin typeface="IBM Plex Mono" pitchFamily="34" charset="0"/>
                          <a:ea typeface="IBM Plex Mono" pitchFamily="34" charset="-122"/>
                          <a:cs typeface="IBM Plex Mono" pitchFamily="34" charset="-120"/>
                        </a:rPr>
                        <a:t>69</a:t>
                      </a:r>
                      <a:endParaRPr lang="en-US" sz="975" dirty="0">
                        <a:latin typeface="IBM Plex Mono" charset="0"/>
                        <a:ea typeface="IBM Plex Mono" charset="0"/>
                        <a:cs typeface="IBM Plex Mono" charset="0"/>
                      </a:endParaRPr>
                    </a:p>
                  </a:txBody>
                  <a:tcPr marL="133502" marR="133502" marT="105156" marB="105156"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ctr" indent="0" marL="0">
                        <a:buNone/>
                      </a:pPr>
                      <a:r>
                        <a:rPr lang="en-US" sz="975" dirty="0">
                          <a:solidFill>
                            <a:srgbClr val="1C1D24"/>
                          </a:solidFill>
                          <a:latin typeface="IBM Plex Mono" pitchFamily="34" charset="0"/>
                          <a:ea typeface="IBM Plex Mono" pitchFamily="34" charset="-122"/>
                          <a:cs typeface="IBM Plex Mono" pitchFamily="34" charset="-120"/>
                        </a:rPr>
                        <a:t>69</a:t>
                      </a:r>
                      <a:endParaRPr lang="en-US" sz="975" dirty="0">
                        <a:latin typeface="IBM Plex Mono" charset="0"/>
                        <a:ea typeface="IBM Plex Mono" charset="0"/>
                        <a:cs typeface="IBM Plex Mono" charset="0"/>
                      </a:endParaRPr>
                    </a:p>
                  </a:txBody>
                  <a:tcPr marL="133502" marR="133502" marT="105156" marB="105156"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975" dirty="0">
                          <a:solidFill>
                            <a:srgbClr val="665B46"/>
                          </a:solidFill>
                          <a:latin typeface="IBM Plex Mono" pitchFamily="34" charset="0"/>
                          <a:ea typeface="IBM Plex Mono" pitchFamily="34" charset="-122"/>
                          <a:cs typeface="IBM Plex Mono" pitchFamily="34" charset="-120"/>
                        </a:rPr>
                        <a:t>nm</a:t>
                      </a:r>
                      <a:endParaRPr lang="en-US" sz="975" dirty="0">
                        <a:latin typeface="IBM Plex Mono" charset="0"/>
                        <a:ea typeface="IBM Plex Mono" charset="0"/>
                        <a:cs typeface="IBM Plex Mono" charset="0"/>
                      </a:endParaRPr>
                    </a:p>
                  </a:txBody>
                  <a:tcPr marL="133502" marR="133502" marT="105156" marB="105156"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r h="374251">
                <a:tc>
                  <a:txBody>
                    <a:bodyPr/>
                    <a:lstStyle/>
                    <a:p>
                      <a:pPr indent="0" marL="0">
                        <a:buNone/>
                      </a:pPr>
                      <a:r>
                        <a:rPr lang="en-US" sz="975" b="1" dirty="0">
                          <a:solidFill>
                            <a:srgbClr val="1C1D24"/>
                          </a:solidFill>
                          <a:latin typeface="IBM Plex Mono" pitchFamily="34" charset="0"/>
                          <a:ea typeface="IBM Plex Mono" pitchFamily="34" charset="-122"/>
                          <a:cs typeface="IBM Plex Mono" pitchFamily="34" charset="-120"/>
                        </a:rPr>
                        <a:t>ASEI · line bottom CD</a:t>
                      </a:r>
                      <a:endParaRPr lang="en-US" sz="975" dirty="0">
                        <a:latin typeface="IBM Plex Mono" charset="0"/>
                        <a:ea typeface="IBM Plex Mono" charset="0"/>
                        <a:cs typeface="IBM Plex Mono" charset="0"/>
                      </a:endParaRPr>
                    </a:p>
                  </a:txBody>
                  <a:tcPr marL="133502" marR="133502" marT="105156" marB="105156"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8DEC4">
                        <a:alpha val="40000"/>
                      </a:srgbClr>
                    </a:solidFill>
                  </a:tcPr>
                </a:tc>
                <a:tc>
                  <a:txBody>
                    <a:bodyPr/>
                    <a:lstStyle/>
                    <a:p>
                      <a:pPr indent="0" marL="0">
                        <a:buNone/>
                      </a:pPr>
                      <a:r>
                        <a:rPr lang="en-US" sz="975" dirty="0">
                          <a:solidFill>
                            <a:srgbClr val="1C1D24"/>
                          </a:solidFill>
                          <a:latin typeface="IBM Plex Mono" pitchFamily="34" charset="0"/>
                          <a:ea typeface="IBM Plex Mono" pitchFamily="34" charset="-122"/>
                          <a:cs typeface="IBM Plex Mono" pitchFamily="34" charset="-120"/>
                        </a:rPr>
                        <a:t>18.3</a:t>
                      </a:r>
                      <a:endParaRPr lang="en-US" sz="975" dirty="0">
                        <a:latin typeface="IBM Plex Mono" charset="0"/>
                        <a:ea typeface="IBM Plex Mono" charset="0"/>
                        <a:cs typeface="IBM Plex Mono" charset="0"/>
                      </a:endParaRPr>
                    </a:p>
                  </a:txBody>
                  <a:tcPr marL="133502" marR="133502" marT="105156" marB="105156"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8DEC4">
                        <a:alpha val="40000"/>
                      </a:srgbClr>
                    </a:solidFill>
                  </a:tcPr>
                </a:tc>
                <a:tc>
                  <a:txBody>
                    <a:bodyPr/>
                    <a:lstStyle/>
                    <a:p>
                      <a:pPr algn="ctr" indent="0" marL="0">
                        <a:buNone/>
                      </a:pPr>
                      <a:r>
                        <a:rPr lang="en-US" sz="975" dirty="0">
                          <a:solidFill>
                            <a:srgbClr val="1C1D24"/>
                          </a:solidFill>
                          <a:latin typeface="IBM Plex Mono" pitchFamily="34" charset="0"/>
                          <a:ea typeface="IBM Plex Mono" pitchFamily="34" charset="-122"/>
                          <a:cs typeface="IBM Plex Mono" pitchFamily="34" charset="-120"/>
                        </a:rPr>
                        <a:t>69</a:t>
                      </a:r>
                      <a:endParaRPr lang="en-US" sz="975" dirty="0">
                        <a:latin typeface="IBM Plex Mono" charset="0"/>
                        <a:ea typeface="IBM Plex Mono" charset="0"/>
                        <a:cs typeface="IBM Plex Mono" charset="0"/>
                      </a:endParaRPr>
                    </a:p>
                  </a:txBody>
                  <a:tcPr marL="133502" marR="133502" marT="105156" marB="105156"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8DEC4">
                        <a:alpha val="40000"/>
                      </a:srgbClr>
                    </a:solidFill>
                  </a:tcPr>
                </a:tc>
                <a:tc>
                  <a:txBody>
                    <a:bodyPr/>
                    <a:lstStyle/>
                    <a:p>
                      <a:pPr algn="ctr" indent="0" marL="0">
                        <a:buNone/>
                      </a:pPr>
                      <a:r>
                        <a:rPr lang="en-US" sz="975" dirty="0">
                          <a:solidFill>
                            <a:srgbClr val="1C1D24"/>
                          </a:solidFill>
                          <a:latin typeface="IBM Plex Mono" pitchFamily="34" charset="0"/>
                          <a:ea typeface="IBM Plex Mono" pitchFamily="34" charset="-122"/>
                          <a:cs typeface="IBM Plex Mono" pitchFamily="34" charset="-120"/>
                        </a:rPr>
                        <a:t>69</a:t>
                      </a:r>
                      <a:endParaRPr lang="en-US" sz="975" dirty="0">
                        <a:latin typeface="IBM Plex Mono" charset="0"/>
                        <a:ea typeface="IBM Plex Mono" charset="0"/>
                        <a:cs typeface="IBM Plex Mono" charset="0"/>
                      </a:endParaRPr>
                    </a:p>
                  </a:txBody>
                  <a:tcPr marL="133502" marR="133502" marT="105156" marB="105156"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8DEC4">
                        <a:alpha val="40000"/>
                      </a:srgbClr>
                    </a:solidFill>
                  </a:tcPr>
                </a:tc>
                <a:tc>
                  <a:txBody>
                    <a:bodyPr/>
                    <a:lstStyle/>
                    <a:p>
                      <a:pPr algn="ctr" indent="0" marL="0">
                        <a:buNone/>
                      </a:pPr>
                      <a:r>
                        <a:rPr lang="en-US" sz="975" dirty="0">
                          <a:solidFill>
                            <a:srgbClr val="1C1D24"/>
                          </a:solidFill>
                          <a:latin typeface="IBM Plex Mono" pitchFamily="34" charset="0"/>
                          <a:ea typeface="IBM Plex Mono" pitchFamily="34" charset="-122"/>
                          <a:cs typeface="IBM Plex Mono" pitchFamily="34" charset="-120"/>
                        </a:rPr>
                        <a:t>69</a:t>
                      </a:r>
                      <a:endParaRPr lang="en-US" sz="975" dirty="0">
                        <a:latin typeface="IBM Plex Mono" charset="0"/>
                        <a:ea typeface="IBM Plex Mono" charset="0"/>
                        <a:cs typeface="IBM Plex Mono" charset="0"/>
                      </a:endParaRPr>
                    </a:p>
                  </a:txBody>
                  <a:tcPr marL="133502" marR="133502" marT="105156" marB="105156"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8DEC4">
                        <a:alpha val="40000"/>
                      </a:srgbClr>
                    </a:solidFill>
                  </a:tcPr>
                </a:tc>
                <a:tc>
                  <a:txBody>
                    <a:bodyPr/>
                    <a:lstStyle/>
                    <a:p>
                      <a:pPr indent="0" marL="0">
                        <a:buNone/>
                      </a:pPr>
                      <a:r>
                        <a:rPr lang="en-US" sz="975" dirty="0">
                          <a:solidFill>
                            <a:srgbClr val="665B46"/>
                          </a:solidFill>
                          <a:latin typeface="IBM Plex Mono" pitchFamily="34" charset="0"/>
                          <a:ea typeface="IBM Plex Mono" pitchFamily="34" charset="-122"/>
                          <a:cs typeface="IBM Plex Mono" pitchFamily="34" charset="-120"/>
                        </a:rPr>
                        <a:t>nm</a:t>
                      </a:r>
                      <a:endParaRPr lang="en-US" sz="975" dirty="0">
                        <a:latin typeface="IBM Plex Mono" charset="0"/>
                        <a:ea typeface="IBM Plex Mono" charset="0"/>
                        <a:cs typeface="IBM Plex Mono" charset="0"/>
                      </a:endParaRPr>
                    </a:p>
                  </a:txBody>
                  <a:tcPr marL="133502" marR="133502" marT="105156" marB="105156"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8DEC4">
                        <a:alpha val="40000"/>
                      </a:srgbClr>
                    </a:solidFill>
                  </a:tcPr>
                </a:tc>
              </a:tr>
              <a:tr h="374251">
                <a:tc>
                  <a:txBody>
                    <a:bodyPr/>
                    <a:lstStyle/>
                    <a:p>
                      <a:pPr indent="0" marL="0">
                        <a:buNone/>
                      </a:pPr>
                      <a:r>
                        <a:rPr lang="en-US" sz="975" b="1" dirty="0">
                          <a:solidFill>
                            <a:srgbClr val="1C1D24"/>
                          </a:solidFill>
                          <a:latin typeface="IBM Plex Mono" pitchFamily="34" charset="0"/>
                          <a:ea typeface="IBM Plex Mono" pitchFamily="34" charset="-122"/>
                          <a:cs typeface="IBM Plex Mono" pitchFamily="34" charset="-120"/>
                        </a:rPr>
                        <a:t>AMI · side inner CD</a:t>
                      </a:r>
                      <a:endParaRPr lang="en-US" sz="975" dirty="0">
                        <a:latin typeface="IBM Plex Mono" charset="0"/>
                        <a:ea typeface="IBM Plex Mono" charset="0"/>
                        <a:cs typeface="IBM Plex Mono" charset="0"/>
                      </a:endParaRPr>
                    </a:p>
                  </a:txBody>
                  <a:tcPr marL="133502" marR="133502" marT="105156" marB="105156"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975" dirty="0">
                          <a:solidFill>
                            <a:srgbClr val="1C1D24"/>
                          </a:solidFill>
                          <a:latin typeface="IBM Plex Mono" pitchFamily="34" charset="0"/>
                          <a:ea typeface="IBM Plex Mono" pitchFamily="34" charset="-122"/>
                          <a:cs typeface="IBM Plex Mono" pitchFamily="34" charset="-120"/>
                        </a:rPr>
                        <a:t>9.2</a:t>
                      </a:r>
                      <a:endParaRPr lang="en-US" sz="975" dirty="0">
                        <a:latin typeface="IBM Plex Mono" charset="0"/>
                        <a:ea typeface="IBM Plex Mono" charset="0"/>
                        <a:cs typeface="IBM Plex Mono" charset="0"/>
                      </a:endParaRPr>
                    </a:p>
                  </a:txBody>
                  <a:tcPr marL="133502" marR="133502" marT="105156" marB="105156"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ctr" indent="0" marL="0">
                        <a:buNone/>
                      </a:pPr>
                      <a:r>
                        <a:rPr lang="en-US" sz="975" dirty="0">
                          <a:solidFill>
                            <a:srgbClr val="1C1D24"/>
                          </a:solidFill>
                          <a:latin typeface="IBM Plex Mono" pitchFamily="34" charset="0"/>
                          <a:ea typeface="IBM Plex Mono" pitchFamily="34" charset="-122"/>
                          <a:cs typeface="IBM Plex Mono" pitchFamily="34" charset="-120"/>
                        </a:rPr>
                        <a:t>69</a:t>
                      </a:r>
                      <a:endParaRPr lang="en-US" sz="975" dirty="0">
                        <a:latin typeface="IBM Plex Mono" charset="0"/>
                        <a:ea typeface="IBM Plex Mono" charset="0"/>
                        <a:cs typeface="IBM Plex Mono" charset="0"/>
                      </a:endParaRPr>
                    </a:p>
                  </a:txBody>
                  <a:tcPr marL="133502" marR="133502" marT="105156" marB="105156"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ctr" indent="0" marL="0">
                        <a:buNone/>
                      </a:pPr>
                      <a:r>
                        <a:rPr lang="en-US" sz="975" dirty="0">
                          <a:solidFill>
                            <a:srgbClr val="1C1D24"/>
                          </a:solidFill>
                          <a:latin typeface="IBM Plex Mono" pitchFamily="34" charset="0"/>
                          <a:ea typeface="IBM Plex Mono" pitchFamily="34" charset="-122"/>
                          <a:cs typeface="IBM Plex Mono" pitchFamily="34" charset="-120"/>
                        </a:rPr>
                        <a:t>69</a:t>
                      </a:r>
                      <a:endParaRPr lang="en-US" sz="975" dirty="0">
                        <a:latin typeface="IBM Plex Mono" charset="0"/>
                        <a:ea typeface="IBM Plex Mono" charset="0"/>
                        <a:cs typeface="IBM Plex Mono" charset="0"/>
                      </a:endParaRPr>
                    </a:p>
                  </a:txBody>
                  <a:tcPr marL="133502" marR="133502" marT="105156" marB="105156"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ctr" indent="0" marL="0">
                        <a:buNone/>
                      </a:pPr>
                      <a:r>
                        <a:rPr lang="en-US" sz="975" dirty="0">
                          <a:solidFill>
                            <a:srgbClr val="1C1D24"/>
                          </a:solidFill>
                          <a:latin typeface="IBM Plex Mono" pitchFamily="34" charset="0"/>
                          <a:ea typeface="IBM Plex Mono" pitchFamily="34" charset="-122"/>
                          <a:cs typeface="IBM Plex Mono" pitchFamily="34" charset="-120"/>
                        </a:rPr>
                        <a:t>69</a:t>
                      </a:r>
                      <a:endParaRPr lang="en-US" sz="975" dirty="0">
                        <a:latin typeface="IBM Plex Mono" charset="0"/>
                        <a:ea typeface="IBM Plex Mono" charset="0"/>
                        <a:cs typeface="IBM Plex Mono" charset="0"/>
                      </a:endParaRPr>
                    </a:p>
                  </a:txBody>
                  <a:tcPr marL="133502" marR="133502" marT="105156" marB="105156"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975" dirty="0">
                          <a:solidFill>
                            <a:srgbClr val="665B46"/>
                          </a:solidFill>
                          <a:latin typeface="IBM Plex Mono" pitchFamily="34" charset="0"/>
                          <a:ea typeface="IBM Plex Mono" pitchFamily="34" charset="-122"/>
                          <a:cs typeface="IBM Plex Mono" pitchFamily="34" charset="-120"/>
                        </a:rPr>
                        <a:t>nm</a:t>
                      </a:r>
                      <a:endParaRPr lang="en-US" sz="975" dirty="0">
                        <a:latin typeface="IBM Plex Mono" charset="0"/>
                        <a:ea typeface="IBM Plex Mono" charset="0"/>
                        <a:cs typeface="IBM Plex Mono" charset="0"/>
                      </a:endParaRPr>
                    </a:p>
                  </a:txBody>
                  <a:tcPr marL="133502" marR="133502" marT="105156" marB="105156"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r h="374251">
                <a:tc>
                  <a:txBody>
                    <a:bodyPr/>
                    <a:lstStyle/>
                    <a:p>
                      <a:pPr indent="0" marL="0">
                        <a:buNone/>
                      </a:pPr>
                      <a:r>
                        <a:rPr lang="en-US" sz="975" b="1" dirty="0">
                          <a:solidFill>
                            <a:srgbClr val="1C1D24"/>
                          </a:solidFill>
                          <a:latin typeface="IBM Plex Mono" pitchFamily="34" charset="0"/>
                          <a:ea typeface="IBM Plex Mono" pitchFamily="34" charset="-122"/>
                          <a:cs typeface="IBM Plex Mono" pitchFamily="34" charset="-120"/>
                        </a:rPr>
                        <a:t>ACI · cap inset CD</a:t>
                      </a:r>
                      <a:endParaRPr lang="en-US" sz="975" dirty="0">
                        <a:latin typeface="IBM Plex Mono" charset="0"/>
                        <a:ea typeface="IBM Plex Mono" charset="0"/>
                        <a:cs typeface="IBM Plex Mono" charset="0"/>
                      </a:endParaRPr>
                    </a:p>
                  </a:txBody>
                  <a:tcPr marL="133502" marR="133502" marT="105156" marB="105156"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8DEC4">
                        <a:alpha val="40000"/>
                      </a:srgbClr>
                    </a:solidFill>
                  </a:tcPr>
                </a:tc>
                <a:tc>
                  <a:txBody>
                    <a:bodyPr/>
                    <a:lstStyle/>
                    <a:p>
                      <a:pPr indent="0" marL="0">
                        <a:buNone/>
                      </a:pPr>
                      <a:r>
                        <a:rPr lang="en-US" sz="975" dirty="0">
                          <a:solidFill>
                            <a:srgbClr val="1C1D24"/>
                          </a:solidFill>
                          <a:latin typeface="IBM Plex Mono" pitchFamily="34" charset="0"/>
                          <a:ea typeface="IBM Plex Mono" pitchFamily="34" charset="-122"/>
                          <a:cs typeface="IBM Plex Mono" pitchFamily="34" charset="-120"/>
                        </a:rPr>
                        <a:t>8.6</a:t>
                      </a:r>
                      <a:endParaRPr lang="en-US" sz="975" dirty="0">
                        <a:latin typeface="IBM Plex Mono" charset="0"/>
                        <a:ea typeface="IBM Plex Mono" charset="0"/>
                        <a:cs typeface="IBM Plex Mono" charset="0"/>
                      </a:endParaRPr>
                    </a:p>
                  </a:txBody>
                  <a:tcPr marL="133502" marR="133502" marT="105156" marB="105156"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8DEC4">
                        <a:alpha val="40000"/>
                      </a:srgbClr>
                    </a:solidFill>
                  </a:tcPr>
                </a:tc>
                <a:tc>
                  <a:txBody>
                    <a:bodyPr/>
                    <a:lstStyle/>
                    <a:p>
                      <a:pPr algn="ctr" indent="0" marL="0">
                        <a:buNone/>
                      </a:pPr>
                      <a:r>
                        <a:rPr lang="en-US" sz="975" dirty="0">
                          <a:solidFill>
                            <a:srgbClr val="1C1D24"/>
                          </a:solidFill>
                          <a:latin typeface="IBM Plex Mono" pitchFamily="34" charset="0"/>
                          <a:ea typeface="IBM Plex Mono" pitchFamily="34" charset="-122"/>
                          <a:cs typeface="IBM Plex Mono" pitchFamily="34" charset="-120"/>
                        </a:rPr>
                        <a:t>69</a:t>
                      </a:r>
                      <a:endParaRPr lang="en-US" sz="975" dirty="0">
                        <a:latin typeface="IBM Plex Mono" charset="0"/>
                        <a:ea typeface="IBM Plex Mono" charset="0"/>
                        <a:cs typeface="IBM Plex Mono" charset="0"/>
                      </a:endParaRPr>
                    </a:p>
                  </a:txBody>
                  <a:tcPr marL="133502" marR="133502" marT="105156" marB="105156"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8DEC4">
                        <a:alpha val="40000"/>
                      </a:srgbClr>
                    </a:solidFill>
                  </a:tcPr>
                </a:tc>
                <a:tc>
                  <a:txBody>
                    <a:bodyPr/>
                    <a:lstStyle/>
                    <a:p>
                      <a:pPr algn="ctr" indent="0" marL="0">
                        <a:buNone/>
                      </a:pPr>
                      <a:r>
                        <a:rPr lang="en-US" sz="975" dirty="0">
                          <a:solidFill>
                            <a:srgbClr val="1C1D24"/>
                          </a:solidFill>
                          <a:latin typeface="IBM Plex Mono" pitchFamily="34" charset="0"/>
                          <a:ea typeface="IBM Plex Mono" pitchFamily="34" charset="-122"/>
                          <a:cs typeface="IBM Plex Mono" pitchFamily="34" charset="-120"/>
                        </a:rPr>
                        <a:t>69</a:t>
                      </a:r>
                      <a:endParaRPr lang="en-US" sz="975" dirty="0">
                        <a:latin typeface="IBM Plex Mono" charset="0"/>
                        <a:ea typeface="IBM Plex Mono" charset="0"/>
                        <a:cs typeface="IBM Plex Mono" charset="0"/>
                      </a:endParaRPr>
                    </a:p>
                  </a:txBody>
                  <a:tcPr marL="133502" marR="133502" marT="105156" marB="105156"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8DEC4">
                        <a:alpha val="40000"/>
                      </a:srgbClr>
                    </a:solidFill>
                  </a:tcPr>
                </a:tc>
                <a:tc>
                  <a:txBody>
                    <a:bodyPr/>
                    <a:lstStyle/>
                    <a:p>
                      <a:pPr algn="ctr" indent="0" marL="0">
                        <a:buNone/>
                      </a:pPr>
                      <a:r>
                        <a:rPr lang="en-US" sz="975" dirty="0">
                          <a:solidFill>
                            <a:srgbClr val="1C1D24"/>
                          </a:solidFill>
                          <a:latin typeface="IBM Plex Mono" pitchFamily="34" charset="0"/>
                          <a:ea typeface="IBM Plex Mono" pitchFamily="34" charset="-122"/>
                          <a:cs typeface="IBM Plex Mono" pitchFamily="34" charset="-120"/>
                        </a:rPr>
                        <a:t>69</a:t>
                      </a:r>
                      <a:endParaRPr lang="en-US" sz="975" dirty="0">
                        <a:latin typeface="IBM Plex Mono" charset="0"/>
                        <a:ea typeface="IBM Plex Mono" charset="0"/>
                        <a:cs typeface="IBM Plex Mono" charset="0"/>
                      </a:endParaRPr>
                    </a:p>
                  </a:txBody>
                  <a:tcPr marL="133502" marR="133502" marT="105156" marB="105156"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8DEC4">
                        <a:alpha val="40000"/>
                      </a:srgbClr>
                    </a:solidFill>
                  </a:tcPr>
                </a:tc>
                <a:tc>
                  <a:txBody>
                    <a:bodyPr/>
                    <a:lstStyle/>
                    <a:p>
                      <a:pPr indent="0" marL="0">
                        <a:buNone/>
                      </a:pPr>
                      <a:r>
                        <a:rPr lang="en-US" sz="975" dirty="0">
                          <a:solidFill>
                            <a:srgbClr val="665B46"/>
                          </a:solidFill>
                          <a:latin typeface="IBM Plex Mono" pitchFamily="34" charset="0"/>
                          <a:ea typeface="IBM Plex Mono" pitchFamily="34" charset="-122"/>
                          <a:cs typeface="IBM Plex Mono" pitchFamily="34" charset="-120"/>
                        </a:rPr>
                        <a:t>nm</a:t>
                      </a:r>
                      <a:endParaRPr lang="en-US" sz="975" dirty="0">
                        <a:latin typeface="IBM Plex Mono" charset="0"/>
                        <a:ea typeface="IBM Plex Mono" charset="0"/>
                        <a:cs typeface="IBM Plex Mono" charset="0"/>
                      </a:endParaRPr>
                    </a:p>
                  </a:txBody>
                  <a:tcPr marL="133502" marR="133502" marT="105156" marB="105156"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8DEC4">
                        <a:alpha val="40000"/>
                      </a:srgbClr>
                    </a:solidFill>
                  </a:tcPr>
                </a:tc>
              </a:tr>
              <a:tr h="374251">
                <a:tc>
                  <a:txBody>
                    <a:bodyPr/>
                    <a:lstStyle/>
                    <a:p>
                      <a:pPr indent="0" marL="0">
                        <a:buNone/>
                      </a:pPr>
                      <a:r>
                        <a:rPr lang="en-US" sz="975" b="1" dirty="0">
                          <a:solidFill>
                            <a:srgbClr val="1C1D24"/>
                          </a:solidFill>
                          <a:latin typeface="IBM Plex Mono" pitchFamily="34" charset="0"/>
                          <a:ea typeface="IBM Plex Mono" pitchFamily="34" charset="-122"/>
                          <a:cs typeface="IBM Plex Mono" pitchFamily="34" charset="-120"/>
                        </a:rPr>
                        <a:t>Rs · line sheet R</a:t>
                      </a:r>
                      <a:endParaRPr lang="en-US" sz="975" dirty="0">
                        <a:latin typeface="IBM Plex Mono" charset="0"/>
                        <a:ea typeface="IBM Plex Mono" charset="0"/>
                        <a:cs typeface="IBM Plex Mono" charset="0"/>
                      </a:endParaRPr>
                    </a:p>
                  </a:txBody>
                  <a:tcPr marL="133502" marR="133502" marT="105156" marB="105156"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975" dirty="0">
                          <a:solidFill>
                            <a:srgbClr val="1C1D24"/>
                          </a:solidFill>
                          <a:latin typeface="IBM Plex Mono" pitchFamily="34" charset="0"/>
                          <a:ea typeface="IBM Plex Mono" pitchFamily="34" charset="-122"/>
                          <a:cs typeface="IBM Plex Mono" pitchFamily="34" charset="-120"/>
                        </a:rPr>
                        <a:t>—</a:t>
                      </a:r>
                      <a:endParaRPr lang="en-US" sz="975" dirty="0">
                        <a:latin typeface="IBM Plex Mono" charset="0"/>
                        <a:ea typeface="IBM Plex Mono" charset="0"/>
                        <a:cs typeface="IBM Plex Mono" charset="0"/>
                      </a:endParaRPr>
                    </a:p>
                  </a:txBody>
                  <a:tcPr marL="133502" marR="133502" marT="105156" marB="105156"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ctr" indent="0" marL="0">
                        <a:buNone/>
                      </a:pPr>
                      <a:r>
                        <a:rPr lang="en-US" sz="975" dirty="0">
                          <a:solidFill>
                            <a:srgbClr val="1C1D24"/>
                          </a:solidFill>
                          <a:latin typeface="IBM Plex Mono" pitchFamily="34" charset="0"/>
                          <a:ea typeface="IBM Plex Mono" pitchFamily="34" charset="-122"/>
                          <a:cs typeface="IBM Plex Mono" pitchFamily="34" charset="-120"/>
                        </a:rPr>
                        <a:t>40</a:t>
                      </a:r>
                      <a:endParaRPr lang="en-US" sz="975" dirty="0">
                        <a:latin typeface="IBM Plex Mono" charset="0"/>
                        <a:ea typeface="IBM Plex Mono" charset="0"/>
                        <a:cs typeface="IBM Plex Mono" charset="0"/>
                      </a:endParaRPr>
                    </a:p>
                  </a:txBody>
                  <a:tcPr marL="133502" marR="133502" marT="105156" marB="105156"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ctr" indent="0" marL="0">
                        <a:buNone/>
                      </a:pPr>
                      <a:r>
                        <a:rPr lang="en-US" sz="975" dirty="0">
                          <a:solidFill>
                            <a:srgbClr val="1C1D24"/>
                          </a:solidFill>
                          <a:latin typeface="IBM Plex Mono" pitchFamily="34" charset="0"/>
                          <a:ea typeface="IBM Plex Mono" pitchFamily="34" charset="-122"/>
                          <a:cs typeface="IBM Plex Mono" pitchFamily="34" charset="-120"/>
                        </a:rPr>
                        <a:t>40</a:t>
                      </a:r>
                      <a:endParaRPr lang="en-US" sz="975" dirty="0">
                        <a:latin typeface="IBM Plex Mono" charset="0"/>
                        <a:ea typeface="IBM Plex Mono" charset="0"/>
                        <a:cs typeface="IBM Plex Mono" charset="0"/>
                      </a:endParaRPr>
                    </a:p>
                  </a:txBody>
                  <a:tcPr marL="133502" marR="133502" marT="105156" marB="105156"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ctr" indent="0" marL="0">
                        <a:buNone/>
                      </a:pPr>
                      <a:r>
                        <a:rPr lang="en-US" sz="975" dirty="0">
                          <a:solidFill>
                            <a:srgbClr val="1C1D24"/>
                          </a:solidFill>
                          <a:latin typeface="IBM Plex Mono" pitchFamily="34" charset="0"/>
                          <a:ea typeface="IBM Plex Mono" pitchFamily="34" charset="-122"/>
                          <a:cs typeface="IBM Plex Mono" pitchFamily="34" charset="-120"/>
                        </a:rPr>
                        <a:t>40</a:t>
                      </a:r>
                      <a:endParaRPr lang="en-US" sz="975" dirty="0">
                        <a:latin typeface="IBM Plex Mono" charset="0"/>
                        <a:ea typeface="IBM Plex Mono" charset="0"/>
                        <a:cs typeface="IBM Plex Mono" charset="0"/>
                      </a:endParaRPr>
                    </a:p>
                  </a:txBody>
                  <a:tcPr marL="133502" marR="133502" marT="105156" marB="105156"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975" dirty="0">
                          <a:solidFill>
                            <a:srgbClr val="665B46"/>
                          </a:solidFill>
                          <a:latin typeface="IBM Plex Mono" pitchFamily="34" charset="0"/>
                          <a:ea typeface="IBM Plex Mono" pitchFamily="34" charset="-122"/>
                          <a:cs typeface="IBM Plex Mono" pitchFamily="34" charset="-120"/>
                        </a:rPr>
                        <a:t>die / wafer</a:t>
                      </a:r>
                      <a:endParaRPr lang="en-US" sz="975" dirty="0">
                        <a:latin typeface="IBM Plex Mono" charset="0"/>
                        <a:ea typeface="IBM Plex Mono" charset="0"/>
                        <a:cs typeface="IBM Plex Mono" charset="0"/>
                      </a:endParaRPr>
                    </a:p>
                  </a:txBody>
                  <a:tcPr marL="133502" marR="133502" marT="105156" marB="105156"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r h="374251">
                <a:tc>
                  <a:txBody>
                    <a:bodyPr/>
                    <a:lstStyle/>
                    <a:p>
                      <a:pPr indent="0" marL="0">
                        <a:buNone/>
                      </a:pPr>
                      <a:r>
                        <a:rPr lang="en-US" sz="975" b="1" dirty="0">
                          <a:solidFill>
                            <a:srgbClr val="1C1D24"/>
                          </a:solidFill>
                          <a:latin typeface="IBM Plex Mono" pitchFamily="34" charset="0"/>
                          <a:ea typeface="IBM Plex Mono" pitchFamily="34" charset="-122"/>
                          <a:cs typeface="IBM Plex Mono" pitchFamily="34" charset="-120"/>
                        </a:rPr>
                        <a:t>Rc · via-chain R</a:t>
                      </a:r>
                      <a:endParaRPr lang="en-US" sz="975" dirty="0">
                        <a:latin typeface="IBM Plex Mono" charset="0"/>
                        <a:ea typeface="IBM Plex Mono" charset="0"/>
                        <a:cs typeface="IBM Plex Mono" charset="0"/>
                      </a:endParaRPr>
                    </a:p>
                  </a:txBody>
                  <a:tcPr marL="133502" marR="133502" marT="105156" marB="105156"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8DEC4">
                        <a:alpha val="40000"/>
                      </a:srgbClr>
                    </a:solidFill>
                  </a:tcPr>
                </a:tc>
                <a:tc>
                  <a:txBody>
                    <a:bodyPr/>
                    <a:lstStyle/>
                    <a:p>
                      <a:pPr indent="0" marL="0">
                        <a:buNone/>
                      </a:pPr>
                      <a:r>
                        <a:rPr lang="en-US" sz="975" dirty="0">
                          <a:solidFill>
                            <a:srgbClr val="1C1D24"/>
                          </a:solidFill>
                          <a:latin typeface="IBM Plex Mono" pitchFamily="34" charset="0"/>
                          <a:ea typeface="IBM Plex Mono" pitchFamily="34" charset="-122"/>
                          <a:cs typeface="IBM Plex Mono" pitchFamily="34" charset="-120"/>
                        </a:rPr>
                        <a:t>—</a:t>
                      </a:r>
                      <a:endParaRPr lang="en-US" sz="975" dirty="0">
                        <a:latin typeface="IBM Plex Mono" charset="0"/>
                        <a:ea typeface="IBM Plex Mono" charset="0"/>
                        <a:cs typeface="IBM Plex Mono" charset="0"/>
                      </a:endParaRPr>
                    </a:p>
                  </a:txBody>
                  <a:tcPr marL="133502" marR="133502" marT="105156" marB="105156"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8DEC4">
                        <a:alpha val="40000"/>
                      </a:srgbClr>
                    </a:solidFill>
                  </a:tcPr>
                </a:tc>
                <a:tc>
                  <a:txBody>
                    <a:bodyPr/>
                    <a:lstStyle/>
                    <a:p>
                      <a:pPr algn="ctr" indent="0" marL="0">
                        <a:buNone/>
                      </a:pPr>
                      <a:r>
                        <a:rPr lang="en-US" sz="975" dirty="0">
                          <a:solidFill>
                            <a:srgbClr val="1C1D24"/>
                          </a:solidFill>
                          <a:latin typeface="IBM Plex Mono" pitchFamily="34" charset="0"/>
                          <a:ea typeface="IBM Plex Mono" pitchFamily="34" charset="-122"/>
                          <a:cs typeface="IBM Plex Mono" pitchFamily="34" charset="-120"/>
                        </a:rPr>
                        <a:t>32</a:t>
                      </a:r>
                      <a:endParaRPr lang="en-US" sz="975" dirty="0">
                        <a:latin typeface="IBM Plex Mono" charset="0"/>
                        <a:ea typeface="IBM Plex Mono" charset="0"/>
                        <a:cs typeface="IBM Plex Mono" charset="0"/>
                      </a:endParaRPr>
                    </a:p>
                  </a:txBody>
                  <a:tcPr marL="133502" marR="133502" marT="105156" marB="105156"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8DEC4">
                        <a:alpha val="40000"/>
                      </a:srgbClr>
                    </a:solidFill>
                  </a:tcPr>
                </a:tc>
                <a:tc>
                  <a:txBody>
                    <a:bodyPr/>
                    <a:lstStyle/>
                    <a:p>
                      <a:pPr algn="ctr" indent="0" marL="0">
                        <a:buNone/>
                      </a:pPr>
                      <a:r>
                        <a:rPr lang="en-US" sz="975" dirty="0">
                          <a:solidFill>
                            <a:srgbClr val="1C1D24"/>
                          </a:solidFill>
                          <a:latin typeface="IBM Plex Mono" pitchFamily="34" charset="0"/>
                          <a:ea typeface="IBM Plex Mono" pitchFamily="34" charset="-122"/>
                          <a:cs typeface="IBM Plex Mono" pitchFamily="34" charset="-120"/>
                        </a:rPr>
                        <a:t>32</a:t>
                      </a:r>
                      <a:endParaRPr lang="en-US" sz="975" dirty="0">
                        <a:latin typeface="IBM Plex Mono" charset="0"/>
                        <a:ea typeface="IBM Plex Mono" charset="0"/>
                        <a:cs typeface="IBM Plex Mono" charset="0"/>
                      </a:endParaRPr>
                    </a:p>
                  </a:txBody>
                  <a:tcPr marL="133502" marR="133502" marT="105156" marB="105156"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8DEC4">
                        <a:alpha val="40000"/>
                      </a:srgbClr>
                    </a:solidFill>
                  </a:tcPr>
                </a:tc>
                <a:tc>
                  <a:txBody>
                    <a:bodyPr/>
                    <a:lstStyle/>
                    <a:p>
                      <a:pPr algn="ctr" indent="0" marL="0">
                        <a:buNone/>
                      </a:pPr>
                      <a:r>
                        <a:rPr lang="en-US" sz="975" dirty="0">
                          <a:solidFill>
                            <a:srgbClr val="1C1D24"/>
                          </a:solidFill>
                          <a:latin typeface="IBM Plex Mono" pitchFamily="34" charset="0"/>
                          <a:ea typeface="IBM Plex Mono" pitchFamily="34" charset="-122"/>
                          <a:cs typeface="IBM Plex Mono" pitchFamily="34" charset="-120"/>
                        </a:rPr>
                        <a:t>32</a:t>
                      </a:r>
                      <a:endParaRPr lang="en-US" sz="975" dirty="0">
                        <a:latin typeface="IBM Plex Mono" charset="0"/>
                        <a:ea typeface="IBM Plex Mono" charset="0"/>
                        <a:cs typeface="IBM Plex Mono" charset="0"/>
                      </a:endParaRPr>
                    </a:p>
                  </a:txBody>
                  <a:tcPr marL="133502" marR="133502" marT="105156" marB="105156"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8DEC4">
                        <a:alpha val="40000"/>
                      </a:srgbClr>
                    </a:solidFill>
                  </a:tcPr>
                </a:tc>
                <a:tc>
                  <a:txBody>
                    <a:bodyPr/>
                    <a:lstStyle/>
                    <a:p>
                      <a:pPr indent="0" marL="0">
                        <a:buNone/>
                      </a:pPr>
                      <a:r>
                        <a:rPr lang="en-US" sz="975" dirty="0">
                          <a:solidFill>
                            <a:srgbClr val="665B46"/>
                          </a:solidFill>
                          <a:latin typeface="IBM Plex Mono" pitchFamily="34" charset="0"/>
                          <a:ea typeface="IBM Plex Mono" pitchFamily="34" charset="-122"/>
                          <a:cs typeface="IBM Plex Mono" pitchFamily="34" charset="-120"/>
                        </a:rPr>
                        <a:t>chain / wafer</a:t>
                      </a:r>
                      <a:endParaRPr lang="en-US" sz="975" dirty="0">
                        <a:latin typeface="IBM Plex Mono" charset="0"/>
                        <a:ea typeface="IBM Plex Mono" charset="0"/>
                        <a:cs typeface="IBM Plex Mono" charset="0"/>
                      </a:endParaRPr>
                    </a:p>
                  </a:txBody>
                  <a:tcPr marL="133502" marR="133502" marT="105156" marB="105156"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8DEC4">
                        <a:alpha val="40000"/>
                      </a:srgbClr>
                    </a:solidFill>
                  </a:tcPr>
                </a:tc>
              </a:tr>
            </a:tbl>
          </a:graphicData>
        </a:graphic>
      </p:graphicFrame>
      <p:sp>
        <p:nvSpPr>
          <p:cNvPr id="37" name="Text 25"/>
          <p:cNvSpPr txBox="1"/>
          <p:nvPr/>
        </p:nvSpPr>
        <p:spPr>
          <a:xfrm>
            <a:off x="1580998" y="8876995"/>
            <a:ext cx="12192610" cy="133502"/>
          </a:xfrm>
          <a:prstGeom prst="rect">
            <a:avLst/>
          </a:prstGeom>
          <a:noFill/>
          <a:ln/>
        </p:spPr>
        <p:txBody>
          <a:bodyPr wrap="none" lIns="0" tIns="0" rIns="0" bIns="0" rtlCol="0" anchor="ctr"/>
          <a:lstStyle/>
          <a:p>
            <a:pPr algn="l" indent="0" marL="0">
              <a:buNone/>
            </a:pPr>
            <a:r>
              <a:rPr lang="en-US" sz="825" spc="182" kern="0" dirty="0">
                <a:solidFill>
                  <a:srgbClr val="B4631D"/>
                </a:solidFill>
                <a:latin typeface="IBM Plex Mono" pitchFamily="34" charset="0"/>
                <a:ea typeface="IBM Plex Mono" pitchFamily="34" charset="-122"/>
                <a:cs typeface="IBM Plex Mono" pitchFamily="34" charset="-120"/>
              </a:rPr>
              <a:t>KEY TAKEAWAY · 02</a:t>
            </a:r>
            <a:endParaRPr lang="en-US" sz="825" dirty="0"/>
          </a:p>
        </p:txBody>
      </p:sp>
      <p:sp>
        <p:nvSpPr>
          <p:cNvPr id="38" name="Text 26"/>
          <p:cNvSpPr txBox="1"/>
          <p:nvPr/>
        </p:nvSpPr>
        <p:spPr>
          <a:xfrm>
            <a:off x="1580998" y="9048902"/>
            <a:ext cx="12192610" cy="228600"/>
          </a:xfrm>
          <a:prstGeom prst="rect">
            <a:avLst/>
          </a:prstGeom>
          <a:noFill/>
          <a:ln/>
        </p:spPr>
        <p:txBody>
          <a:bodyPr wrap="none" lIns="0" tIns="0" rIns="0" bIns="0" rtlCol="0" anchor="ctr"/>
          <a:lstStyle/>
          <a:p>
            <a:pPr algn="l" indent="0" marL="0">
              <a:buNone/>
            </a:pPr>
            <a:r>
              <a:rPr lang="en-US" sz="1275" b="1" dirty="0">
                <a:solidFill>
                  <a:srgbClr val="EFE6D3"/>
                </a:solidFill>
                <a:latin typeface="Noto Sans KR" pitchFamily="34" charset="0"/>
                <a:ea typeface="Noto Sans KR" pitchFamily="34" charset="-122"/>
                <a:cs typeface="Noto Sans KR" pitchFamily="34" charset="-120"/>
              </a:rPr>
              <a:t>Split A 350°C 2매(W03, W11)와 Split B 400°C 1매(W07)로 구성 — CD 4종 wafer당 69 site, Rs 40 die, Rc 32 chain.</a:t>
            </a:r>
            <a:endParaRPr lang="en-US" sz="1275" dirty="0"/>
          </a:p>
        </p:txBody>
      </p:sp>
      <p:sp>
        <p:nvSpPr>
          <p:cNvPr id="39" name="Text 27"/>
          <p:cNvSpPr txBox="1"/>
          <p:nvPr/>
        </p:nvSpPr>
        <p:spPr>
          <a:xfrm>
            <a:off x="14097305" y="8861450"/>
            <a:ext cx="2667305" cy="491947"/>
          </a:xfrm>
          <a:prstGeom prst="rect">
            <a:avLst/>
          </a:prstGeom>
          <a:noFill/>
          <a:ln/>
        </p:spPr>
        <p:txBody>
          <a:bodyPr wrap="square" lIns="0" tIns="0" rIns="0" bIns="0" rtlCol="0" anchor="t"/>
          <a:lstStyle/>
          <a:p>
            <a:pPr algn="r" indent="0" marL="0">
              <a:lnSpc>
                <a:spcPts val="1238"/>
              </a:lnSpc>
              <a:buNone/>
            </a:pPr>
            <a:r>
              <a:rPr lang="en-US" sz="825" spc="149" kern="0" dirty="0">
                <a:solidFill>
                  <a:srgbClr val="BFB38D"/>
                </a:solidFill>
                <a:latin typeface="IBM Plex Mono" pitchFamily="34" charset="0"/>
                <a:ea typeface="IBM Plex Mono" pitchFamily="34" charset="-122"/>
                <a:cs typeface="IBM Plex Mono" pitchFamily="34" charset="-120"/>
              </a:rPr>
              <a:t>CD 4 종 · 69 pt</a:t>
            </a:r>
            <a:pPr algn="r" indent="0" marL="0">
              <a:lnSpc>
                <a:spcPts val="1238"/>
              </a:lnSpc>
              <a:buNone/>
            </a:pPr>
            <a:endParaRPr lang="en-US" sz="825" dirty="0"/>
          </a:p>
          <a:p>
            <a:pPr algn="r" indent="0" marL="0">
              <a:lnSpc>
                <a:spcPts val="1238"/>
              </a:lnSpc>
              <a:buNone/>
            </a:pPr>
            <a:r>
              <a:rPr lang="en-US" sz="825" spc="149" kern="0" dirty="0">
                <a:solidFill>
                  <a:srgbClr val="BFB38D"/>
                </a:solidFill>
                <a:latin typeface="IBM Plex Mono" pitchFamily="34" charset="0"/>
                <a:ea typeface="IBM Plex Mono" pitchFamily="34" charset="-122"/>
                <a:cs typeface="IBM Plex Mono" pitchFamily="34" charset="-120"/>
              </a:rPr>
              <a:t>Rs 40 die · Rc 32 chain</a:t>
            </a:r>
            <a:pPr algn="r" indent="0" marL="0">
              <a:lnSpc>
                <a:spcPts val="1238"/>
              </a:lnSpc>
              <a:buNone/>
            </a:pPr>
            <a:endParaRPr lang="en-US" sz="825" dirty="0"/>
          </a:p>
          <a:p>
            <a:pPr algn="r" indent="0" marL="0">
              <a:lnSpc>
                <a:spcPts val="1238"/>
              </a:lnSpc>
              <a:buNone/>
            </a:pPr>
            <a:r>
              <a:rPr lang="en-US" sz="825" spc="149" kern="0" dirty="0">
                <a:solidFill>
                  <a:srgbClr val="BFB38D"/>
                </a:solidFill>
                <a:latin typeface="IBM Plex Mono" pitchFamily="34" charset="0"/>
                <a:ea typeface="IBM Plex Mono" pitchFamily="34" charset="-122"/>
                <a:cs typeface="IBM Plex Mono" pitchFamily="34" charset="-120"/>
              </a:rPr>
              <a:t>total 828 data pts</a:t>
            </a:r>
            <a:endParaRPr lang="en-US" sz="825" dirty="0"/>
          </a:p>
        </p:txBody>
      </p:sp>
      <p:sp>
        <p:nvSpPr>
          <p:cNvPr id="40" name="Text 28"/>
          <p:cNvSpPr txBox="1"/>
          <p:nvPr/>
        </p:nvSpPr>
        <p:spPr>
          <a:xfrm>
            <a:off x="914400" y="9791395"/>
            <a:ext cx="17373600" cy="181051"/>
          </a:xfrm>
          <a:prstGeom prst="rect">
            <a:avLst/>
          </a:prstGeom>
          <a:noFill/>
          <a:ln/>
        </p:spPr>
        <p:txBody>
          <a:bodyPr wrap="none" lIns="0" tIns="0" rIns="0" bIns="0" rtlCol="0" anchor="ctr"/>
          <a:lstStyle/>
          <a:p>
            <a:pPr algn="ctr" indent="0" marL="0">
              <a:buNone/>
            </a:pPr>
            <a:r>
              <a:rPr lang="en-US" sz="975" spc="39" kern="0" dirty="0">
                <a:solidFill>
                  <a:srgbClr val="665B46"/>
                </a:solidFill>
                <a:latin typeface="Noto Sans KR" pitchFamily="34" charset="0"/>
                <a:ea typeface="Noto Sans KR" pitchFamily="34" charset="-122"/>
                <a:cs typeface="Noto Sans KR" pitchFamily="34" charset="-120"/>
              </a:rPr>
              <a:t>※ 내부 테스트용 더미(가상) 데이터</a:t>
            </a:r>
            <a:endParaRPr lang="en-US" sz="97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FE6D3"/>
        </a:solidFill>
      </p:bgPr>
    </p:bg>
    <p:spTree>
      <p:nvGrpSpPr>
        <p:cNvPr id="1" name=""/>
        <p:cNvGrpSpPr/>
        <p:nvPr/>
      </p:nvGrpSpPr>
      <p:grpSpPr>
        <a:xfrm>
          <a:off x="0" y="0"/>
          <a:ext cx="0" cy="0"/>
          <a:chOff x="0" y="0"/>
          <a:chExt cx="0" cy="0"/>
        </a:xfrm>
      </p:grpSpPr>
      <p:sp>
        <p:nvSpPr>
          <p:cNvPr id="3" name="Shape 0"/>
          <p:cNvSpPr/>
          <p:nvPr/>
        </p:nvSpPr>
        <p:spPr>
          <a:xfrm>
            <a:off x="0" y="0"/>
            <a:ext cx="914400" cy="10287000"/>
          </a:xfrm>
          <a:prstGeom prst="rect">
            <a:avLst/>
          </a:prstGeom>
          <a:solidFill>
            <a:srgbClr val="26201A"/>
          </a:solidFill>
          <a:ln w="12700">
            <a:solidFill>
              <a:srgbClr val="FFFFFF">
                <a:alpha val="0"/>
              </a:srgbClr>
            </a:solidFill>
            <a:prstDash val="solid"/>
          </a:ln>
        </p:spPr>
      </p:sp>
      <p:sp>
        <p:nvSpPr>
          <p:cNvPr id="4" name="Shape 1"/>
          <p:cNvSpPr/>
          <p:nvPr/>
        </p:nvSpPr>
        <p:spPr>
          <a:xfrm>
            <a:off x="1333195" y="1904695"/>
            <a:ext cx="9620402" cy="5715000"/>
          </a:xfrm>
          <a:prstGeom prst="rect">
            <a:avLst/>
          </a:prstGeom>
          <a:solidFill>
            <a:srgbClr val="1A1812"/>
          </a:solidFill>
          <a:ln w="12700">
            <a:solidFill>
              <a:srgbClr val="FFFFFF">
                <a:alpha val="0"/>
              </a:srgbClr>
            </a:solidFill>
            <a:prstDash val="solid"/>
          </a:ln>
        </p:spPr>
      </p:sp>
      <p:sp>
        <p:nvSpPr>
          <p:cNvPr id="5" name="Shape 2"/>
          <p:cNvSpPr/>
          <p:nvPr/>
        </p:nvSpPr>
        <p:spPr>
          <a:xfrm>
            <a:off x="11239805" y="2686507"/>
            <a:ext cx="5734202" cy="4781398"/>
          </a:xfrm>
          <a:prstGeom prst="rect">
            <a:avLst/>
          </a:prstGeom>
          <a:solidFill>
            <a:srgbClr val="FFFFFF"/>
          </a:solidFill>
          <a:ln w="12700">
            <a:solidFill>
              <a:srgbClr val="BFB38D"/>
            </a:solidFill>
            <a:prstDash val="solid"/>
          </a:ln>
        </p:spPr>
      </p:sp>
      <p:sp>
        <p:nvSpPr>
          <p:cNvPr id="6" name="Shape 3"/>
          <p:cNvSpPr/>
          <p:nvPr/>
        </p:nvSpPr>
        <p:spPr>
          <a:xfrm>
            <a:off x="1333195" y="8762695"/>
            <a:ext cx="15620695" cy="609905"/>
          </a:xfrm>
          <a:prstGeom prst="rect">
            <a:avLst/>
          </a:prstGeom>
          <a:solidFill>
            <a:srgbClr val="26201A"/>
          </a:solidFill>
          <a:ln w="12700">
            <a:solidFill>
              <a:srgbClr val="FFFFFF">
                <a:alpha val="0"/>
              </a:srgbClr>
            </a:solidFill>
            <a:prstDash val="solid"/>
          </a:ln>
        </p:spPr>
      </p:sp>
      <p:pic>
        <p:nvPicPr>
          <p:cNvPr id="7" name="Image 0" descr="gen-dedup-8ca81fb1b3e3efc0f694d5155d1e78a6.png">    </p:cNvPr>
          <p:cNvPicPr>
            <a:picLocks noChangeAspect="1"/>
          </p:cNvPicPr>
          <p:nvPr/>
        </p:nvPicPr>
        <p:blipFill>
          <a:blip r:embed="rId1"/>
          <a:srcRect l="-375" r="-375" t="0" b="0"/>
          <a:stretch/>
        </p:blipFill>
        <p:spPr>
          <a:xfrm>
            <a:off x="1333195" y="8762695"/>
            <a:ext cx="57607" cy="609905"/>
          </a:xfrm>
          <a:prstGeom prst="rect">
            <a:avLst/>
          </a:prstGeom>
        </p:spPr>
      </p:pic>
      <p:sp>
        <p:nvSpPr>
          <p:cNvPr id="8" name="Text 4"/>
          <p:cNvSpPr txBox="1"/>
          <p:nvPr/>
        </p:nvSpPr>
        <p:spPr>
          <a:xfrm>
            <a:off x="0" y="1904695"/>
            <a:ext cx="372161" cy="2286000"/>
          </a:xfrm>
          <a:prstGeom prst="rect">
            <a:avLst/>
          </a:prstGeom>
          <a:noFill/>
          <a:ln/>
        </p:spPr>
        <p:txBody>
          <a:bodyPr wrap="square" lIns="0" tIns="0" rIns="0" bIns="0" rtlCol="0" anchor="ctr"/>
          <a:lstStyle/>
          <a:p>
            <a:pPr algn="l" indent="0" marL="0">
              <a:lnSpc>
                <a:spcPct val="100000"/>
              </a:lnSpc>
              <a:buNone/>
            </a:pPr>
            <a:r>
              <a:rPr lang="en-US" sz="825" spc="264" kern="0" dirty="0">
                <a:solidFill>
                  <a:srgbClr val="D6C79C"/>
                </a:solidFill>
                <a:latin typeface="IBM Plex Mono" pitchFamily="34" charset="0"/>
                <a:ea typeface="IBM Plex Mono" pitchFamily="34" charset="-122"/>
                <a:cs typeface="IBM Plex Mono" pitchFamily="34" charset="-120"/>
              </a:rPr>
              <a:t>SECTION 03 / 11</a:t>
            </a:r>
            <a:endParaRPr lang="en-US" sz="825" dirty="0"/>
          </a:p>
        </p:txBody>
      </p:sp>
      <p:sp>
        <p:nvSpPr>
          <p:cNvPr id="9" name="Text 5"/>
          <p:cNvSpPr txBox="1"/>
          <p:nvPr/>
        </p:nvSpPr>
        <p:spPr>
          <a:xfrm>
            <a:off x="0" y="5333695"/>
            <a:ext cx="391363" cy="1905610"/>
          </a:xfrm>
          <a:prstGeom prst="rect">
            <a:avLst/>
          </a:prstGeom>
          <a:noFill/>
          <a:ln/>
        </p:spPr>
        <p:txBody>
          <a:bodyPr wrap="square" lIns="0" tIns="0" rIns="0" bIns="0" rtlCol="0" anchor="ctr"/>
          <a:lstStyle/>
          <a:p>
            <a:pPr algn="l" indent="0" marL="0">
              <a:lnSpc>
                <a:spcPct val="100000"/>
              </a:lnSpc>
              <a:buNone/>
            </a:pPr>
            <a:r>
              <a:rPr lang="en-US" sz="975" spc="215" kern="0" dirty="0">
                <a:solidFill>
                  <a:srgbClr val="EFE6D3"/>
                </a:solidFill>
                <a:latin typeface="Noto Sans KR" pitchFamily="34" charset="0"/>
                <a:ea typeface="Noto Sans KR" pitchFamily="34" charset="-122"/>
                <a:cs typeface="Noto Sans KR" pitchFamily="34" charset="-120"/>
              </a:rPr>
              <a:t>SEM · 350°C</a:t>
            </a:r>
            <a:endParaRPr lang="en-US" sz="975" dirty="0"/>
          </a:p>
        </p:txBody>
      </p:sp>
      <p:sp>
        <p:nvSpPr>
          <p:cNvPr id="10" name="Text 6"/>
          <p:cNvSpPr txBox="1"/>
          <p:nvPr/>
        </p:nvSpPr>
        <p:spPr>
          <a:xfrm>
            <a:off x="1333195" y="571500"/>
            <a:ext cx="12764110" cy="143561"/>
          </a:xfrm>
          <a:prstGeom prst="rect">
            <a:avLst/>
          </a:prstGeom>
          <a:noFill/>
          <a:ln/>
        </p:spPr>
        <p:txBody>
          <a:bodyPr wrap="none" lIns="0" tIns="0" rIns="0" bIns="0" rtlCol="0" anchor="ctr"/>
          <a:lstStyle/>
          <a:p>
            <a:pPr algn="l" indent="0" marL="0">
              <a:buNone/>
            </a:pPr>
            <a:r>
              <a:rPr lang="en-US" sz="900" spc="288" kern="0" dirty="0">
                <a:solidFill>
                  <a:srgbClr val="B4631D"/>
                </a:solidFill>
                <a:latin typeface="IBM Plex Mono" pitchFamily="34" charset="0"/>
                <a:ea typeface="IBM Plex Mono" pitchFamily="34" charset="-122"/>
                <a:cs typeface="IBM Plex Mono" pitchFamily="34" charset="-120"/>
              </a:rPr>
              <a:t>W03 · SITE-1 · CENTER</a:t>
            </a:r>
            <a:endParaRPr lang="en-US" sz="900" dirty="0"/>
          </a:p>
        </p:txBody>
      </p:sp>
      <p:sp>
        <p:nvSpPr>
          <p:cNvPr id="11" name="Text 7"/>
          <p:cNvSpPr txBox="1"/>
          <p:nvPr/>
        </p:nvSpPr>
        <p:spPr>
          <a:xfrm>
            <a:off x="1333195" y="847649"/>
            <a:ext cx="12764110" cy="467258"/>
          </a:xfrm>
          <a:prstGeom prst="rect">
            <a:avLst/>
          </a:prstGeom>
          <a:noFill/>
          <a:ln/>
        </p:spPr>
        <p:txBody>
          <a:bodyPr wrap="none" lIns="0" tIns="0" rIns="0" bIns="0" rtlCol="0" anchor="ctr"/>
          <a:lstStyle/>
          <a:p>
            <a:pPr algn="l" indent="0" marL="0">
              <a:buNone/>
            </a:pPr>
            <a:r>
              <a:rPr lang="en-US" sz="3450" b="1" spc="-34" kern="0" dirty="0">
                <a:solidFill>
                  <a:srgbClr val="1C1D24"/>
                </a:solidFill>
                <a:latin typeface="Noto Sans KR" pitchFamily="34" charset="0"/>
                <a:ea typeface="Noto Sans KR" pitchFamily="34" charset="-122"/>
                <a:cs typeface="Noto Sans KR" pitchFamily="34" charset="-120"/>
              </a:rPr>
              <a:t>SEM 단면 — 350°C 기준 case</a:t>
            </a:r>
            <a:endParaRPr lang="en-US" sz="3450" dirty="0"/>
          </a:p>
        </p:txBody>
      </p:sp>
      <p:pic>
        <p:nvPicPr>
          <p:cNvPr id="12" name="Image 1" descr="gen-dedup-761d4fd6e7dc3de7b6acca5c62ab11d2.png">    </p:cNvPr>
          <p:cNvPicPr>
            <a:picLocks noChangeAspect="1"/>
          </p:cNvPicPr>
          <p:nvPr/>
        </p:nvPicPr>
        <p:blipFill>
          <a:blip r:embed="rId2"/>
          <a:srcRect l="-2083" r="-2083" t="0" b="0"/>
          <a:stretch/>
        </p:blipFill>
        <p:spPr>
          <a:xfrm>
            <a:off x="1333195" y="1516990"/>
            <a:ext cx="12763195" cy="9144"/>
          </a:xfrm>
          <a:prstGeom prst="rect">
            <a:avLst/>
          </a:prstGeom>
        </p:spPr>
      </p:pic>
      <p:sp>
        <p:nvSpPr>
          <p:cNvPr id="13" name="Text 8"/>
          <p:cNvSpPr txBox="1"/>
          <p:nvPr/>
        </p:nvSpPr>
        <p:spPr>
          <a:xfrm>
            <a:off x="14688007" y="413309"/>
            <a:ext cx="3143707" cy="625450"/>
          </a:xfrm>
          <a:prstGeom prst="rect">
            <a:avLst/>
          </a:prstGeom>
          <a:noFill/>
          <a:ln/>
        </p:spPr>
        <p:txBody>
          <a:bodyPr wrap="square" lIns="0" tIns="0" rIns="0" bIns="0" rtlCol="0" anchor="t"/>
          <a:lstStyle/>
          <a:p>
            <a:pPr algn="r" indent="0" marL="0">
              <a:lnSpc>
                <a:spcPts val="1560"/>
              </a:lnSpc>
              <a:buNone/>
            </a:pPr>
            <a:r>
              <a:rPr lang="en-US" sz="975" spc="98" kern="0" dirty="0">
                <a:solidFill>
                  <a:srgbClr val="665B46"/>
                </a:solidFill>
                <a:latin typeface="IBM Plex Mono" pitchFamily="34" charset="0"/>
                <a:ea typeface="IBM Plex Mono" pitchFamily="34" charset="-122"/>
                <a:cs typeface="IBM Plex Mono" pitchFamily="34" charset="-120"/>
              </a:rPr>
              <a:t>DOC · BEOL-12</a:t>
            </a:r>
            <a:pPr algn="r" indent="0" marL="0">
              <a:lnSpc>
                <a:spcPts val="1560"/>
              </a:lnSpc>
              <a:buNone/>
            </a:pPr>
            <a:endParaRPr lang="en-US" sz="975" dirty="0"/>
          </a:p>
          <a:p>
            <a:pPr algn="r" indent="0" marL="0">
              <a:lnSpc>
                <a:spcPts val="1560"/>
              </a:lnSpc>
              <a:buNone/>
            </a:pPr>
            <a:r>
              <a:rPr lang="en-US" sz="975" spc="98" kern="0" dirty="0">
                <a:solidFill>
                  <a:srgbClr val="B4631D"/>
                </a:solidFill>
                <a:latin typeface="IBM Plex Mono" pitchFamily="34" charset="0"/>
                <a:ea typeface="IBM Plex Mono" pitchFamily="34" charset="-122"/>
                <a:cs typeface="IBM Plex Mono" pitchFamily="34" charset="-120"/>
              </a:rPr>
              <a:t>FILE 12 / 20</a:t>
            </a:r>
            <a:pPr algn="r" indent="0" marL="0">
              <a:lnSpc>
                <a:spcPts val="1560"/>
              </a:lnSpc>
              <a:buNone/>
            </a:pPr>
            <a:endParaRPr lang="en-US" sz="975" dirty="0"/>
          </a:p>
          <a:p>
            <a:pPr algn="r" indent="0" marL="0">
              <a:lnSpc>
                <a:spcPts val="1560"/>
              </a:lnSpc>
              <a:buNone/>
            </a:pPr>
            <a:r>
              <a:rPr lang="en-US" sz="975" spc="98" kern="0" dirty="0">
                <a:solidFill>
                  <a:srgbClr val="665B46"/>
                </a:solidFill>
                <a:latin typeface="IBM Plex Mono" pitchFamily="34" charset="0"/>
                <a:ea typeface="IBM Plex Mono" pitchFamily="34" charset="-122"/>
                <a:cs typeface="IBM Plex Mono" pitchFamily="34" charset="-120"/>
              </a:rPr>
              <a:t>REV.0 · DUMMY</a:t>
            </a:r>
            <a:endParaRPr lang="en-US" sz="975" dirty="0"/>
          </a:p>
        </p:txBody>
      </p:sp>
      <p:sp>
        <p:nvSpPr>
          <p:cNvPr id="14" name="Text 9"/>
          <p:cNvSpPr txBox="1"/>
          <p:nvPr/>
        </p:nvSpPr>
        <p:spPr>
          <a:xfrm>
            <a:off x="1524305" y="7848295"/>
            <a:ext cx="5972861" cy="133502"/>
          </a:xfrm>
          <a:prstGeom prst="rect">
            <a:avLst/>
          </a:prstGeom>
          <a:noFill/>
          <a:ln/>
        </p:spPr>
        <p:txBody>
          <a:bodyPr wrap="none" lIns="0" tIns="0" rIns="0" bIns="0" rtlCol="0" anchor="ctr"/>
          <a:lstStyle/>
          <a:p>
            <a:pPr algn="l" indent="0" marL="0">
              <a:buNone/>
            </a:pPr>
            <a:r>
              <a:rPr lang="en-US" sz="825" spc="149" kern="0" dirty="0">
                <a:solidFill>
                  <a:srgbClr val="5A5447"/>
                </a:solidFill>
                <a:latin typeface="IBM Plex Mono" pitchFamily="34" charset="0"/>
                <a:ea typeface="IBM Plex Mono" pitchFamily="34" charset="-122"/>
                <a:cs typeface="IBM Plex Mono" pitchFamily="34" charset="-120"/>
              </a:rPr>
              <a:t>REF IMAGERY · BEOL M3 Cu damascene (referenced from Semiconductor Digest)</a:t>
            </a:r>
            <a:endParaRPr lang="en-US" sz="825" dirty="0"/>
          </a:p>
        </p:txBody>
      </p:sp>
      <p:sp>
        <p:nvSpPr>
          <p:cNvPr id="15" name="Text 10"/>
          <p:cNvSpPr txBox="1"/>
          <p:nvPr/>
        </p:nvSpPr>
        <p:spPr>
          <a:xfrm>
            <a:off x="8079638" y="7848295"/>
            <a:ext cx="2781605" cy="133502"/>
          </a:xfrm>
          <a:prstGeom prst="rect">
            <a:avLst/>
          </a:prstGeom>
          <a:noFill/>
          <a:ln/>
        </p:spPr>
        <p:txBody>
          <a:bodyPr wrap="none" lIns="0" tIns="0" rIns="0" bIns="0" rtlCol="0" anchor="ctr"/>
          <a:lstStyle/>
          <a:p>
            <a:pPr algn="l" indent="0" marL="0">
              <a:buNone/>
            </a:pPr>
            <a:r>
              <a:rPr lang="en-US" sz="825" spc="149" kern="0" dirty="0">
                <a:solidFill>
                  <a:srgbClr val="5A5447"/>
                </a:solidFill>
                <a:latin typeface="IBM Plex Mono" pitchFamily="34" charset="0"/>
                <a:ea typeface="IBM Plex Mono" pitchFamily="34" charset="-122"/>
                <a:cs typeface="IBM Plex Mono" pitchFamily="34" charset="-120"/>
              </a:rPr>
              <a:t>SCALE 50 nm · MAG 200 kX · TILT 0°</a:t>
            </a:r>
            <a:endParaRPr lang="en-US" sz="825" dirty="0"/>
          </a:p>
        </p:txBody>
      </p:sp>
      <p:sp>
        <p:nvSpPr>
          <p:cNvPr id="16" name="Text 11"/>
          <p:cNvSpPr txBox="1"/>
          <p:nvPr/>
        </p:nvSpPr>
        <p:spPr>
          <a:xfrm>
            <a:off x="11239805" y="1904695"/>
            <a:ext cx="5715000" cy="133502"/>
          </a:xfrm>
          <a:prstGeom prst="rect">
            <a:avLst/>
          </a:prstGeom>
          <a:noFill/>
          <a:ln/>
        </p:spPr>
        <p:txBody>
          <a:bodyPr wrap="none" lIns="0" tIns="0" rIns="0" bIns="0" rtlCol="0" anchor="ctr"/>
          <a:lstStyle/>
          <a:p>
            <a:pPr algn="l" indent="0" marL="0">
              <a:buNone/>
            </a:pPr>
            <a:r>
              <a:rPr lang="en-US" sz="825" spc="231" kern="0" dirty="0">
                <a:solidFill>
                  <a:srgbClr val="B4631D"/>
                </a:solidFill>
                <a:latin typeface="IBM Plex Mono" pitchFamily="34" charset="0"/>
                <a:ea typeface="IBM Plex Mono" pitchFamily="34" charset="-122"/>
                <a:cs typeface="IBM Plex Mono" pitchFamily="34" charset="-120"/>
              </a:rPr>
              <a:t>LINEAR MEASUREMENTS · SITE 1</a:t>
            </a:r>
            <a:endParaRPr lang="en-US" sz="825" dirty="0"/>
          </a:p>
        </p:txBody>
      </p:sp>
      <p:sp>
        <p:nvSpPr>
          <p:cNvPr id="17" name="Text 12"/>
          <p:cNvSpPr txBox="1"/>
          <p:nvPr/>
        </p:nvSpPr>
        <p:spPr>
          <a:xfrm>
            <a:off x="11239805" y="2171700"/>
            <a:ext cx="5715000" cy="305410"/>
          </a:xfrm>
          <a:prstGeom prst="rect">
            <a:avLst/>
          </a:prstGeom>
          <a:noFill/>
          <a:ln/>
        </p:spPr>
        <p:txBody>
          <a:bodyPr wrap="none" lIns="0" tIns="0" rIns="0" bIns="0" rtlCol="0" anchor="ctr"/>
          <a:lstStyle/>
          <a:p>
            <a:pPr algn="l" indent="0" marL="0">
              <a:buNone/>
            </a:pPr>
            <a:r>
              <a:rPr lang="en-US" sz="1650" b="1" dirty="0">
                <a:solidFill>
                  <a:srgbClr val="1C1D24"/>
                </a:solidFill>
                <a:latin typeface="Noto Sans KR" pitchFamily="34" charset="0"/>
                <a:ea typeface="Noto Sans KR" pitchFamily="34" charset="-122"/>
                <a:cs typeface="Noto Sans KR" pitchFamily="34" charset="-120"/>
              </a:rPr>
              <a:t>대표 단면 측정값 (W03)</a:t>
            </a:r>
            <a:endParaRPr lang="en-US" sz="165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11430000" y="2857500"/>
          <a:ext cx="5334610" cy="4000500"/>
        </p:xfrm>
        <a:graphic>
          <a:graphicData uri="http://schemas.openxmlformats.org/drawingml/2006/table">
            <a:tbl>
              <a:tblPr/>
              <a:tblGrid>
                <a:gridCol w="2222906"/>
                <a:gridCol w="1185977"/>
                <a:gridCol w="1037844"/>
                <a:gridCol w="887882"/>
              </a:tblGrid>
              <a:tr h="363682">
                <a:tc>
                  <a:txBody>
                    <a:bodyPr/>
                    <a:lstStyle/>
                    <a:p>
                      <a:pPr algn="l" indent="0" marL="0">
                        <a:buNone/>
                      </a:pPr>
                      <a:r>
                        <a:rPr lang="en-US" sz="825" dirty="0">
                          <a:solidFill>
                            <a:srgbClr val="665B46"/>
                          </a:solidFill>
                          <a:latin typeface="IBM Plex Mono" pitchFamily="34" charset="0"/>
                          <a:ea typeface="IBM Plex Mono" pitchFamily="34" charset="-122"/>
                          <a:cs typeface="IBM Plex Mono" pitchFamily="34" charset="-120"/>
                        </a:rPr>
                        <a:t>PARAM</a:t>
                      </a:r>
                      <a:endParaRPr lang="en-US" sz="825" dirty="0">
                        <a:latin typeface="IBM Plex Mono" charset="0"/>
                        <a:ea typeface="IBM Plex Mono" charset="0"/>
                        <a:cs typeface="IBM Plex Mono" charset="0"/>
                      </a:endParaRPr>
                    </a:p>
                  </a:txBody>
                  <a:tcPr marL="0" marR="0" marT="75895" marB="75895" anchor="ctr">
                    <a:lnL w="0" cap="flat" cmpd="sng" algn="ctr">
                      <a:solidFill>
                        <a:srgbClr val="BFB38D"/>
                      </a:solidFill>
                      <a:prstDash val="solid"/>
                      <a:round/>
                      <a:headEnd type="none" w="med" len="med"/>
                      <a:tailEnd type="none" w="med" len="med"/>
                    </a:lnL>
                    <a:lnR w="0" cap="flat" cmpd="sng" algn="ctr">
                      <a:solidFill>
                        <a:srgbClr val="BFB38D"/>
                      </a:solidFill>
                      <a:prstDash val="solid"/>
                      <a:round/>
                      <a:headEnd type="none" w="med" len="med"/>
                      <a:tailEnd type="none" w="med" len="med"/>
                    </a:lnR>
                    <a:lnT w="0" cap="flat" cmpd="sng" algn="ctr">
                      <a:solidFill>
                        <a:srgbClr val="BFB38D"/>
                      </a:solidFill>
                      <a:prstDash val="solid"/>
                      <a:round/>
                      <a:headEnd type="none" w="med" len="med"/>
                      <a:tailEnd type="none" w="med" len="med"/>
                    </a:lnT>
                    <a:lnB w="0" cap="flat" cmpd="sng" algn="ctr">
                      <a:solidFill>
                        <a:srgbClr val="BFB38D"/>
                      </a:solidFill>
                      <a:prstDash val="solid"/>
                      <a:round/>
                      <a:headEnd type="none" w="med" len="med"/>
                      <a:tailEnd type="none" w="med" len="med"/>
                    </a:lnB>
                  </a:tcPr>
                </a:tc>
                <a:tc>
                  <a:txBody>
                    <a:bodyPr/>
                    <a:lstStyle/>
                    <a:p>
                      <a:pPr algn="r" indent="0" marL="0">
                        <a:buNone/>
                      </a:pPr>
                      <a:r>
                        <a:rPr lang="en-US" sz="825" dirty="0">
                          <a:solidFill>
                            <a:srgbClr val="665B46"/>
                          </a:solidFill>
                          <a:latin typeface="IBM Plex Mono" pitchFamily="34" charset="0"/>
                          <a:ea typeface="IBM Plex Mono" pitchFamily="34" charset="-122"/>
                          <a:cs typeface="IBM Plex Mono" pitchFamily="34" charset="-120"/>
                        </a:rPr>
                        <a:t>VALUE</a:t>
                      </a:r>
                      <a:endParaRPr lang="en-US" sz="825" dirty="0">
                        <a:latin typeface="IBM Plex Mono" charset="0"/>
                        <a:ea typeface="IBM Plex Mono" charset="0"/>
                        <a:cs typeface="IBM Plex Mono" charset="0"/>
                      </a:endParaRPr>
                    </a:p>
                  </a:txBody>
                  <a:tcPr marL="0" marR="0" marT="75895" marB="75895" anchor="ctr">
                    <a:lnL w="0" cap="flat" cmpd="sng" algn="ctr">
                      <a:solidFill>
                        <a:srgbClr val="BFB38D"/>
                      </a:solidFill>
                      <a:prstDash val="solid"/>
                      <a:round/>
                      <a:headEnd type="none" w="med" len="med"/>
                      <a:tailEnd type="none" w="med" len="med"/>
                    </a:lnL>
                    <a:lnR w="0" cap="flat" cmpd="sng" algn="ctr">
                      <a:solidFill>
                        <a:srgbClr val="BFB38D"/>
                      </a:solidFill>
                      <a:prstDash val="solid"/>
                      <a:round/>
                      <a:headEnd type="none" w="med" len="med"/>
                      <a:tailEnd type="none" w="med" len="med"/>
                    </a:lnR>
                    <a:lnT w="0" cap="flat" cmpd="sng" algn="ctr">
                      <a:solidFill>
                        <a:srgbClr val="BFB38D"/>
                      </a:solidFill>
                      <a:prstDash val="solid"/>
                      <a:round/>
                      <a:headEnd type="none" w="med" len="med"/>
                      <a:tailEnd type="none" w="med" len="med"/>
                    </a:lnT>
                    <a:lnB w="0" cap="flat" cmpd="sng" algn="ctr">
                      <a:solidFill>
                        <a:srgbClr val="BFB38D"/>
                      </a:solidFill>
                      <a:prstDash val="solid"/>
                      <a:round/>
                      <a:headEnd type="none" w="med" len="med"/>
                      <a:tailEnd type="none" w="med" len="med"/>
                    </a:lnB>
                  </a:tcPr>
                </a:tc>
                <a:tc>
                  <a:txBody>
                    <a:bodyPr/>
                    <a:lstStyle/>
                    <a:p>
                      <a:pPr algn="r" indent="0" marL="0">
                        <a:buNone/>
                      </a:pPr>
                      <a:r>
                        <a:rPr lang="en-US" sz="825" dirty="0">
                          <a:solidFill>
                            <a:srgbClr val="665B46"/>
                          </a:solidFill>
                          <a:latin typeface="IBM Plex Mono" pitchFamily="34" charset="0"/>
                          <a:ea typeface="IBM Plex Mono" pitchFamily="34" charset="-122"/>
                          <a:cs typeface="IBM Plex Mono" pitchFamily="34" charset="-120"/>
                        </a:rPr>
                        <a:t>SPEC</a:t>
                      </a:r>
                      <a:endParaRPr lang="en-US" sz="825" dirty="0">
                        <a:latin typeface="IBM Plex Mono" charset="0"/>
                        <a:ea typeface="IBM Plex Mono" charset="0"/>
                        <a:cs typeface="IBM Plex Mono" charset="0"/>
                      </a:endParaRPr>
                    </a:p>
                  </a:txBody>
                  <a:tcPr marL="0" marR="0" marT="75895" marB="75895" anchor="ctr">
                    <a:lnL w="0" cap="flat" cmpd="sng" algn="ctr">
                      <a:solidFill>
                        <a:srgbClr val="BFB38D"/>
                      </a:solidFill>
                      <a:prstDash val="solid"/>
                      <a:round/>
                      <a:headEnd type="none" w="med" len="med"/>
                      <a:tailEnd type="none" w="med" len="med"/>
                    </a:lnL>
                    <a:lnR w="0" cap="flat" cmpd="sng" algn="ctr">
                      <a:solidFill>
                        <a:srgbClr val="BFB38D"/>
                      </a:solidFill>
                      <a:prstDash val="solid"/>
                      <a:round/>
                      <a:headEnd type="none" w="med" len="med"/>
                      <a:tailEnd type="none" w="med" len="med"/>
                    </a:lnR>
                    <a:lnT w="0" cap="flat" cmpd="sng" algn="ctr">
                      <a:solidFill>
                        <a:srgbClr val="BFB38D"/>
                      </a:solidFill>
                      <a:prstDash val="solid"/>
                      <a:round/>
                      <a:headEnd type="none" w="med" len="med"/>
                      <a:tailEnd type="none" w="med" len="med"/>
                    </a:lnT>
                    <a:lnB w="0" cap="flat" cmpd="sng" algn="ctr">
                      <a:solidFill>
                        <a:srgbClr val="BFB38D"/>
                      </a:solidFill>
                      <a:prstDash val="solid"/>
                      <a:round/>
                      <a:headEnd type="none" w="med" len="med"/>
                      <a:tailEnd type="none" w="med" len="med"/>
                    </a:lnB>
                  </a:tcPr>
                </a:tc>
                <a:tc>
                  <a:txBody>
                    <a:bodyPr/>
                    <a:lstStyle/>
                    <a:p>
                      <a:pPr algn="r" indent="0" marL="0">
                        <a:buNone/>
                      </a:pPr>
                      <a:r>
                        <a:rPr lang="en-US" sz="825" dirty="0">
                          <a:solidFill>
                            <a:srgbClr val="665B46"/>
                          </a:solidFill>
                          <a:latin typeface="IBM Plex Mono" pitchFamily="34" charset="0"/>
                          <a:ea typeface="IBM Plex Mono" pitchFamily="34" charset="-122"/>
                          <a:cs typeface="IBM Plex Mono" pitchFamily="34" charset="-120"/>
                        </a:rPr>
                        <a:t>FLAG</a:t>
                      </a:r>
                      <a:endParaRPr lang="en-US" sz="825" dirty="0">
                        <a:latin typeface="IBM Plex Mono" charset="0"/>
                        <a:ea typeface="IBM Plex Mono" charset="0"/>
                        <a:cs typeface="IBM Plex Mono" charset="0"/>
                      </a:endParaRPr>
                    </a:p>
                  </a:txBody>
                  <a:tcPr marL="75895" marR="75895" marT="75895" marB="75895" anchor="ctr">
                    <a:lnL w="0" cap="flat" cmpd="sng" algn="ctr">
                      <a:solidFill>
                        <a:srgbClr val="BFB38D"/>
                      </a:solidFill>
                      <a:prstDash val="solid"/>
                      <a:round/>
                      <a:headEnd type="none" w="med" len="med"/>
                      <a:tailEnd type="none" w="med" len="med"/>
                    </a:lnL>
                    <a:lnR w="0" cap="flat" cmpd="sng" algn="ctr">
                      <a:solidFill>
                        <a:srgbClr val="BFB38D"/>
                      </a:solidFill>
                      <a:prstDash val="solid"/>
                      <a:round/>
                      <a:headEnd type="none" w="med" len="med"/>
                      <a:tailEnd type="none" w="med" len="med"/>
                    </a:lnR>
                    <a:lnT w="0" cap="flat" cmpd="sng" algn="ctr">
                      <a:solidFill>
                        <a:srgbClr val="BFB38D"/>
                      </a:solidFill>
                      <a:prstDash val="solid"/>
                      <a:round/>
                      <a:headEnd type="none" w="med" len="med"/>
                      <a:tailEnd type="none" w="med" len="med"/>
                    </a:lnT>
                    <a:lnB w="0" cap="flat" cmpd="sng" algn="ctr">
                      <a:solidFill>
                        <a:srgbClr val="BFB38D"/>
                      </a:solidFill>
                      <a:prstDash val="solid"/>
                      <a:round/>
                      <a:headEnd type="none" w="med" len="med"/>
                      <a:tailEnd type="none" w="med" len="med"/>
                    </a:lnB>
                  </a:tcPr>
                </a:tc>
              </a:tr>
              <a:tr h="363682">
                <a:tc>
                  <a:txBody>
                    <a:bodyPr/>
                    <a:lstStyle/>
                    <a:p>
                      <a:pPr indent="0" marL="0">
                        <a:buNone/>
                      </a:pPr>
                      <a:r>
                        <a:rPr lang="en-US" sz="1050" dirty="0">
                          <a:solidFill>
                            <a:srgbClr val="1C1D24"/>
                          </a:solidFill>
                          <a:latin typeface="IBM Plex Mono" pitchFamily="34" charset="0"/>
                          <a:ea typeface="IBM Plex Mono" pitchFamily="34" charset="-122"/>
                          <a:cs typeface="IBM Plex Mono" pitchFamily="34" charset="-120"/>
                        </a:rPr>
                        <a:t>AASI top CD</a:t>
                      </a:r>
                      <a:endParaRPr lang="en-US" sz="1050" dirty="0">
                        <a:latin typeface="IBM Plex Mono" charset="0"/>
                        <a:ea typeface="IBM Plex Mono" charset="0"/>
                        <a:cs typeface="IBM Plex Mono" charset="0"/>
                      </a:endParaRPr>
                    </a:p>
                  </a:txBody>
                  <a:tcPr marL="0" marR="0" marT="95098" marB="95098" anchor="ctr">
                    <a:lnL w="0" cap="flat" cmpd="sng" algn="ctr">
                      <a:solidFill>
                        <a:srgbClr val="BFB38D"/>
                      </a:solidFill>
                      <a:prstDash val="solid"/>
                      <a:round/>
                      <a:headEnd type="none" w="med" len="med"/>
                      <a:tailEnd type="none" w="med" len="med"/>
                    </a:lnL>
                    <a:lnR w="0" cap="flat" cmpd="sng" algn="ctr">
                      <a:solidFill>
                        <a:srgbClr val="BFB38D"/>
                      </a:solidFill>
                      <a:prstDash val="solid"/>
                      <a:round/>
                      <a:headEnd type="none" w="med" len="med"/>
                      <a:tailEnd type="none" w="med" len="med"/>
                    </a:lnR>
                    <a:lnT w="0" cap="flat" cmpd="sng" algn="ctr">
                      <a:solidFill>
                        <a:srgbClr val="BFB38D"/>
                      </a:solidFill>
                      <a:prstDash val="solid"/>
                      <a:round/>
                      <a:headEnd type="none" w="med" len="med"/>
                      <a:tailEnd type="none" w="med" len="med"/>
                    </a:lnT>
                    <a:lnB w="9525" cap="flat" cmpd="sng" algn="ctr">
                      <a:solidFill>
                        <a:srgbClr val="BFB38D"/>
                      </a:solidFill>
                      <a:prstDash val="solid"/>
                      <a:round/>
                      <a:headEnd type="none" w="med" len="med"/>
                      <a:tailEnd type="none" w="med" len="med"/>
                    </a:lnB>
                  </a:tcPr>
                </a:tc>
                <a:tc>
                  <a:txBody>
                    <a:bodyPr/>
                    <a:lstStyle/>
                    <a:p>
                      <a:pPr algn="r" indent="0" marL="0">
                        <a:buNone/>
                      </a:pPr>
                      <a:r>
                        <a:rPr lang="en-US" sz="1050" dirty="0">
                          <a:solidFill>
                            <a:srgbClr val="1C1D24"/>
                          </a:solidFill>
                          <a:latin typeface="IBM Plex Mono" pitchFamily="34" charset="0"/>
                          <a:ea typeface="IBM Plex Mono" pitchFamily="34" charset="-122"/>
                          <a:cs typeface="IBM Plex Mono" pitchFamily="34" charset="-120"/>
                        </a:rPr>
                        <a:t>23.41 nm</a:t>
                      </a:r>
                      <a:endParaRPr lang="en-US" sz="1050" dirty="0">
                        <a:latin typeface="IBM Plex Mono" charset="0"/>
                        <a:ea typeface="IBM Plex Mono" charset="0"/>
                        <a:cs typeface="IBM Plex Mono" charset="0"/>
                      </a:endParaRPr>
                    </a:p>
                  </a:txBody>
                  <a:tcPr marL="0" marR="0" marT="95098" marB="95098" anchor="ctr">
                    <a:lnL w="0" cap="flat" cmpd="sng" algn="ctr">
                      <a:solidFill>
                        <a:srgbClr val="BFB38D"/>
                      </a:solidFill>
                      <a:prstDash val="solid"/>
                      <a:round/>
                      <a:headEnd type="none" w="med" len="med"/>
                      <a:tailEnd type="none" w="med" len="med"/>
                    </a:lnL>
                    <a:lnR w="0" cap="flat" cmpd="sng" algn="ctr">
                      <a:solidFill>
                        <a:srgbClr val="BFB38D"/>
                      </a:solidFill>
                      <a:prstDash val="solid"/>
                      <a:round/>
                      <a:headEnd type="none" w="med" len="med"/>
                      <a:tailEnd type="none" w="med" len="med"/>
                    </a:lnR>
                    <a:lnT w="0" cap="flat" cmpd="sng" algn="ctr">
                      <a:solidFill>
                        <a:srgbClr val="BFB38D"/>
                      </a:solidFill>
                      <a:prstDash val="solid"/>
                      <a:round/>
                      <a:headEnd type="none" w="med" len="med"/>
                      <a:tailEnd type="none" w="med" len="med"/>
                    </a:lnT>
                    <a:lnB w="0" cap="flat" cmpd="sng" algn="ctr">
                      <a:solidFill>
                        <a:srgbClr val="BFB38D"/>
                      </a:solidFill>
                      <a:prstDash val="solid"/>
                      <a:round/>
                      <a:headEnd type="none" w="med" len="med"/>
                      <a:tailEnd type="none" w="med" len="med"/>
                    </a:lnB>
                  </a:tcPr>
                </a:tc>
                <a:tc>
                  <a:txBody>
                    <a:bodyPr/>
                    <a:lstStyle/>
                    <a:p>
                      <a:pPr algn="r" indent="0" marL="0">
                        <a:buNone/>
                      </a:pPr>
                      <a:r>
                        <a:rPr lang="en-US" sz="1050" dirty="0">
                          <a:solidFill>
                            <a:srgbClr val="665B46"/>
                          </a:solidFill>
                          <a:latin typeface="IBM Plex Mono" pitchFamily="34" charset="0"/>
                          <a:ea typeface="IBM Plex Mono" pitchFamily="34" charset="-122"/>
                          <a:cs typeface="IBM Plex Mono" pitchFamily="34" charset="-120"/>
                        </a:rPr>
                        <a:t>23.4</a:t>
                      </a:r>
                      <a:endParaRPr lang="en-US" sz="1050" dirty="0">
                        <a:latin typeface="IBM Plex Mono" charset="0"/>
                        <a:ea typeface="IBM Plex Mono" charset="0"/>
                        <a:cs typeface="IBM Plex Mono" charset="0"/>
                      </a:endParaRPr>
                    </a:p>
                  </a:txBody>
                  <a:tcPr marL="0" marR="0" marT="95098" marB="95098" anchor="ctr">
                    <a:lnL w="0" cap="flat" cmpd="sng" algn="ctr">
                      <a:solidFill>
                        <a:srgbClr val="BFB38D"/>
                      </a:solidFill>
                      <a:prstDash val="solid"/>
                      <a:round/>
                      <a:headEnd type="none" w="med" len="med"/>
                      <a:tailEnd type="none" w="med" len="med"/>
                    </a:lnL>
                    <a:lnR w="0" cap="flat" cmpd="sng" algn="ctr">
                      <a:solidFill>
                        <a:srgbClr val="BFB38D"/>
                      </a:solidFill>
                      <a:prstDash val="solid"/>
                      <a:round/>
                      <a:headEnd type="none" w="med" len="med"/>
                      <a:tailEnd type="none" w="med" len="med"/>
                    </a:lnR>
                    <a:lnT w="0" cap="flat" cmpd="sng" algn="ctr">
                      <a:solidFill>
                        <a:srgbClr val="BFB38D"/>
                      </a:solidFill>
                      <a:prstDash val="solid"/>
                      <a:round/>
                      <a:headEnd type="none" w="med" len="med"/>
                      <a:tailEnd type="none" w="med" len="med"/>
                    </a:lnT>
                    <a:lnB w="0" cap="flat" cmpd="sng" algn="ctr">
                      <a:solidFill>
                        <a:srgbClr val="BFB38D"/>
                      </a:solidFill>
                      <a:prstDash val="solid"/>
                      <a:round/>
                      <a:headEnd type="none" w="med" len="med"/>
                      <a:tailEnd type="none" w="med" len="med"/>
                    </a:lnB>
                  </a:tcPr>
                </a:tc>
                <a:tc>
                  <a:txBody>
                    <a:bodyPr/>
                    <a:lstStyle/>
                    <a:p>
                      <a:pPr algn="r" indent="0" marL="0">
                        <a:buNone/>
                      </a:pPr>
                      <a:r>
                        <a:rPr lang="en-US" sz="1050" b="1" dirty="0">
                          <a:solidFill>
                            <a:srgbClr val="3D7251"/>
                          </a:solidFill>
                          <a:latin typeface="IBM Plex Mono" pitchFamily="34" charset="0"/>
                          <a:ea typeface="IBM Plex Mono" pitchFamily="34" charset="-122"/>
                          <a:cs typeface="IBM Plex Mono" pitchFamily="34" charset="-120"/>
                        </a:rPr>
                        <a:t>IN</a:t>
                      </a:r>
                      <a:endParaRPr lang="en-US" sz="1050" dirty="0">
                        <a:latin typeface="IBM Plex Mono" charset="0"/>
                        <a:ea typeface="IBM Plex Mono" charset="0"/>
                        <a:cs typeface="IBM Plex Mono" charset="0"/>
                      </a:endParaRPr>
                    </a:p>
                  </a:txBody>
                  <a:tcPr marL="0" marR="75895" marT="95098" marB="95098" anchor="ctr">
                    <a:lnL w="0" cap="flat" cmpd="sng" algn="ctr">
                      <a:solidFill>
                        <a:srgbClr val="BFB38D"/>
                      </a:solidFill>
                      <a:prstDash val="solid"/>
                      <a:round/>
                      <a:headEnd type="none" w="med" len="med"/>
                      <a:tailEnd type="none" w="med" len="med"/>
                    </a:lnL>
                    <a:lnR w="0" cap="flat" cmpd="sng" algn="ctr">
                      <a:solidFill>
                        <a:srgbClr val="BFB38D"/>
                      </a:solidFill>
                      <a:prstDash val="solid"/>
                      <a:round/>
                      <a:headEnd type="none" w="med" len="med"/>
                      <a:tailEnd type="none" w="med" len="med"/>
                    </a:lnR>
                    <a:lnT w="0" cap="flat" cmpd="sng" algn="ctr">
                      <a:solidFill>
                        <a:srgbClr val="BFB38D"/>
                      </a:solidFill>
                      <a:prstDash val="solid"/>
                      <a:round/>
                      <a:headEnd type="none" w="med" len="med"/>
                      <a:tailEnd type="none" w="med" len="med"/>
                    </a:lnT>
                    <a:lnB w="0" cap="flat" cmpd="sng" algn="ctr">
                      <a:solidFill>
                        <a:srgbClr val="BFB38D"/>
                      </a:solidFill>
                      <a:prstDash val="solid"/>
                      <a:round/>
                      <a:headEnd type="none" w="med" len="med"/>
                      <a:tailEnd type="none" w="med" len="med"/>
                    </a:lnB>
                  </a:tcPr>
                </a:tc>
              </a:tr>
              <a:tr h="363682">
                <a:tc>
                  <a:txBody>
                    <a:bodyPr/>
                    <a:lstStyle/>
                    <a:p>
                      <a:pPr indent="0" marL="0">
                        <a:buNone/>
                      </a:pPr>
                      <a:r>
                        <a:rPr lang="en-US" sz="1050" dirty="0">
                          <a:solidFill>
                            <a:srgbClr val="1C1D24"/>
                          </a:solidFill>
                          <a:latin typeface="IBM Plex Mono" pitchFamily="34" charset="0"/>
                          <a:ea typeface="IBM Plex Mono" pitchFamily="34" charset="-122"/>
                          <a:cs typeface="IBM Plex Mono" pitchFamily="34" charset="-120"/>
                        </a:rPr>
                        <a:t>ASEI bot CD</a:t>
                      </a:r>
                      <a:endParaRPr lang="en-US" sz="1050" dirty="0">
                        <a:latin typeface="IBM Plex Mono" charset="0"/>
                        <a:ea typeface="IBM Plex Mono" charset="0"/>
                        <a:cs typeface="IBM Plex Mono" charset="0"/>
                      </a:endParaRPr>
                    </a:p>
                  </a:txBody>
                  <a:tcPr marL="0" marR="0" marT="95098" marB="95098" anchor="ctr">
                    <a:lnL w="0" cap="flat" cmpd="sng" algn="ctr">
                      <a:solidFill>
                        <a:srgbClr val="BFB38D"/>
                      </a:solidFill>
                      <a:prstDash val="solid"/>
                      <a:round/>
                      <a:headEnd type="none" w="med" len="med"/>
                      <a:tailEnd type="none" w="med" len="med"/>
                    </a:lnL>
                    <a:lnR w="0" cap="flat" cmpd="sng" algn="ctr">
                      <a:solidFill>
                        <a:srgbClr val="BFB38D"/>
                      </a:solidFill>
                      <a:prstDash val="solid"/>
                      <a:round/>
                      <a:headEnd type="none" w="med" len="med"/>
                      <a:tailEnd type="none" w="med" len="med"/>
                    </a:lnR>
                    <a:lnT w="0" cap="flat" cmpd="sng" algn="ctr">
                      <a:solidFill>
                        <a:srgbClr val="BFB38D"/>
                      </a:solidFill>
                      <a:prstDash val="solid"/>
                      <a:round/>
                      <a:headEnd type="none" w="med" len="med"/>
                      <a:tailEnd type="none" w="med" len="med"/>
                    </a:lnT>
                    <a:lnB w="9525" cap="flat" cmpd="sng" algn="ctr">
                      <a:solidFill>
                        <a:srgbClr val="BFB38D"/>
                      </a:solidFill>
                      <a:prstDash val="solid"/>
                      <a:round/>
                      <a:headEnd type="none" w="med" len="med"/>
                      <a:tailEnd type="none" w="med" len="med"/>
                    </a:lnB>
                  </a:tcPr>
                </a:tc>
                <a:tc>
                  <a:txBody>
                    <a:bodyPr/>
                    <a:lstStyle/>
                    <a:p>
                      <a:pPr algn="r" indent="0" marL="0">
                        <a:buNone/>
                      </a:pPr>
                      <a:r>
                        <a:rPr lang="en-US" sz="1050" dirty="0">
                          <a:solidFill>
                            <a:srgbClr val="1C1D24"/>
                          </a:solidFill>
                          <a:latin typeface="IBM Plex Mono" pitchFamily="34" charset="0"/>
                          <a:ea typeface="IBM Plex Mono" pitchFamily="34" charset="-122"/>
                          <a:cs typeface="IBM Plex Mono" pitchFamily="34" charset="-120"/>
                        </a:rPr>
                        <a:t>18.27 nm</a:t>
                      </a:r>
                      <a:endParaRPr lang="en-US" sz="1050" dirty="0">
                        <a:latin typeface="IBM Plex Mono" charset="0"/>
                        <a:ea typeface="IBM Plex Mono" charset="0"/>
                        <a:cs typeface="IBM Plex Mono" charset="0"/>
                      </a:endParaRPr>
                    </a:p>
                  </a:txBody>
                  <a:tcPr marL="0" marR="0" marT="95098" marB="95098" anchor="ctr">
                    <a:lnL w="0" cap="flat" cmpd="sng" algn="ctr">
                      <a:solidFill>
                        <a:srgbClr val="BFB38D"/>
                      </a:solidFill>
                      <a:prstDash val="solid"/>
                      <a:round/>
                      <a:headEnd type="none" w="med" len="med"/>
                      <a:tailEnd type="none" w="med" len="med"/>
                    </a:lnL>
                    <a:lnR w="0" cap="flat" cmpd="sng" algn="ctr">
                      <a:solidFill>
                        <a:srgbClr val="BFB38D"/>
                      </a:solidFill>
                      <a:prstDash val="solid"/>
                      <a:round/>
                      <a:headEnd type="none" w="med" len="med"/>
                      <a:tailEnd type="none" w="med" len="med"/>
                    </a:lnR>
                    <a:lnT w="0" cap="flat" cmpd="sng" algn="ctr">
                      <a:solidFill>
                        <a:srgbClr val="BFB38D"/>
                      </a:solidFill>
                      <a:prstDash val="solid"/>
                      <a:round/>
                      <a:headEnd type="none" w="med" len="med"/>
                      <a:tailEnd type="none" w="med" len="med"/>
                    </a:lnT>
                    <a:lnB w="0" cap="flat" cmpd="sng" algn="ctr">
                      <a:solidFill>
                        <a:srgbClr val="BFB38D"/>
                      </a:solidFill>
                      <a:prstDash val="solid"/>
                      <a:round/>
                      <a:headEnd type="none" w="med" len="med"/>
                      <a:tailEnd type="none" w="med" len="med"/>
                    </a:lnB>
                  </a:tcPr>
                </a:tc>
                <a:tc>
                  <a:txBody>
                    <a:bodyPr/>
                    <a:lstStyle/>
                    <a:p>
                      <a:pPr algn="r" indent="0" marL="0">
                        <a:buNone/>
                      </a:pPr>
                      <a:r>
                        <a:rPr lang="en-US" sz="1050" dirty="0">
                          <a:solidFill>
                            <a:srgbClr val="665B46"/>
                          </a:solidFill>
                          <a:latin typeface="IBM Plex Mono" pitchFamily="34" charset="0"/>
                          <a:ea typeface="IBM Plex Mono" pitchFamily="34" charset="-122"/>
                          <a:cs typeface="IBM Plex Mono" pitchFamily="34" charset="-120"/>
                        </a:rPr>
                        <a:t>18.3</a:t>
                      </a:r>
                      <a:endParaRPr lang="en-US" sz="1050" dirty="0">
                        <a:latin typeface="IBM Plex Mono" charset="0"/>
                        <a:ea typeface="IBM Plex Mono" charset="0"/>
                        <a:cs typeface="IBM Plex Mono" charset="0"/>
                      </a:endParaRPr>
                    </a:p>
                  </a:txBody>
                  <a:tcPr marL="0" marR="0" marT="95098" marB="95098" anchor="ctr">
                    <a:lnL w="0" cap="flat" cmpd="sng" algn="ctr">
                      <a:solidFill>
                        <a:srgbClr val="BFB38D"/>
                      </a:solidFill>
                      <a:prstDash val="solid"/>
                      <a:round/>
                      <a:headEnd type="none" w="med" len="med"/>
                      <a:tailEnd type="none" w="med" len="med"/>
                    </a:lnL>
                    <a:lnR w="0" cap="flat" cmpd="sng" algn="ctr">
                      <a:solidFill>
                        <a:srgbClr val="BFB38D"/>
                      </a:solidFill>
                      <a:prstDash val="solid"/>
                      <a:round/>
                      <a:headEnd type="none" w="med" len="med"/>
                      <a:tailEnd type="none" w="med" len="med"/>
                    </a:lnR>
                    <a:lnT w="0" cap="flat" cmpd="sng" algn="ctr">
                      <a:solidFill>
                        <a:srgbClr val="BFB38D"/>
                      </a:solidFill>
                      <a:prstDash val="solid"/>
                      <a:round/>
                      <a:headEnd type="none" w="med" len="med"/>
                      <a:tailEnd type="none" w="med" len="med"/>
                    </a:lnT>
                    <a:lnB w="0" cap="flat" cmpd="sng" algn="ctr">
                      <a:solidFill>
                        <a:srgbClr val="BFB38D"/>
                      </a:solidFill>
                      <a:prstDash val="solid"/>
                      <a:round/>
                      <a:headEnd type="none" w="med" len="med"/>
                      <a:tailEnd type="none" w="med" len="med"/>
                    </a:lnB>
                  </a:tcPr>
                </a:tc>
                <a:tc>
                  <a:txBody>
                    <a:bodyPr/>
                    <a:lstStyle/>
                    <a:p>
                      <a:pPr algn="r" indent="0" marL="0">
                        <a:buNone/>
                      </a:pPr>
                      <a:r>
                        <a:rPr lang="en-US" sz="1050" b="1" dirty="0">
                          <a:solidFill>
                            <a:srgbClr val="3D7251"/>
                          </a:solidFill>
                          <a:latin typeface="IBM Plex Mono" pitchFamily="34" charset="0"/>
                          <a:ea typeface="IBM Plex Mono" pitchFamily="34" charset="-122"/>
                          <a:cs typeface="IBM Plex Mono" pitchFamily="34" charset="-120"/>
                        </a:rPr>
                        <a:t>IN</a:t>
                      </a:r>
                      <a:endParaRPr lang="en-US" sz="1050" dirty="0">
                        <a:latin typeface="IBM Plex Mono" charset="0"/>
                        <a:ea typeface="IBM Plex Mono" charset="0"/>
                        <a:cs typeface="IBM Plex Mono" charset="0"/>
                      </a:endParaRPr>
                    </a:p>
                  </a:txBody>
                  <a:tcPr marL="0" marR="75895" marT="95098" marB="95098" anchor="ctr">
                    <a:lnL w="0" cap="flat" cmpd="sng" algn="ctr">
                      <a:solidFill>
                        <a:srgbClr val="BFB38D"/>
                      </a:solidFill>
                      <a:prstDash val="solid"/>
                      <a:round/>
                      <a:headEnd type="none" w="med" len="med"/>
                      <a:tailEnd type="none" w="med" len="med"/>
                    </a:lnL>
                    <a:lnR w="0" cap="flat" cmpd="sng" algn="ctr">
                      <a:solidFill>
                        <a:srgbClr val="BFB38D"/>
                      </a:solidFill>
                      <a:prstDash val="solid"/>
                      <a:round/>
                      <a:headEnd type="none" w="med" len="med"/>
                      <a:tailEnd type="none" w="med" len="med"/>
                    </a:lnR>
                    <a:lnT w="0" cap="flat" cmpd="sng" algn="ctr">
                      <a:solidFill>
                        <a:srgbClr val="BFB38D"/>
                      </a:solidFill>
                      <a:prstDash val="solid"/>
                      <a:round/>
                      <a:headEnd type="none" w="med" len="med"/>
                      <a:tailEnd type="none" w="med" len="med"/>
                    </a:lnT>
                    <a:lnB w="0" cap="flat" cmpd="sng" algn="ctr">
                      <a:solidFill>
                        <a:srgbClr val="BFB38D"/>
                      </a:solidFill>
                      <a:prstDash val="solid"/>
                      <a:round/>
                      <a:headEnd type="none" w="med" len="med"/>
                      <a:tailEnd type="none" w="med" len="med"/>
                    </a:lnB>
                  </a:tcPr>
                </a:tc>
              </a:tr>
              <a:tr h="363682">
                <a:tc>
                  <a:txBody>
                    <a:bodyPr/>
                    <a:lstStyle/>
                    <a:p>
                      <a:pPr indent="0" marL="0">
                        <a:buNone/>
                      </a:pPr>
                      <a:r>
                        <a:rPr lang="en-US" sz="1050" dirty="0">
                          <a:solidFill>
                            <a:srgbClr val="1C1D24"/>
                          </a:solidFill>
                          <a:latin typeface="IBM Plex Mono" pitchFamily="34" charset="0"/>
                          <a:ea typeface="IBM Plex Mono" pitchFamily="34" charset="-122"/>
                          <a:cs typeface="IBM Plex Mono" pitchFamily="34" charset="-120"/>
                        </a:rPr>
                        <a:t>AMI side CD</a:t>
                      </a:r>
                      <a:endParaRPr lang="en-US" sz="1050" dirty="0">
                        <a:latin typeface="IBM Plex Mono" charset="0"/>
                        <a:ea typeface="IBM Plex Mono" charset="0"/>
                        <a:cs typeface="IBM Plex Mono" charset="0"/>
                      </a:endParaRPr>
                    </a:p>
                  </a:txBody>
                  <a:tcPr marL="0" marR="0" marT="95098" marB="95098" anchor="ctr">
                    <a:lnL w="0" cap="flat" cmpd="sng" algn="ctr">
                      <a:solidFill>
                        <a:srgbClr val="BFB38D"/>
                      </a:solidFill>
                      <a:prstDash val="solid"/>
                      <a:round/>
                      <a:headEnd type="none" w="med" len="med"/>
                      <a:tailEnd type="none" w="med" len="med"/>
                    </a:lnL>
                    <a:lnR w="0" cap="flat" cmpd="sng" algn="ctr">
                      <a:solidFill>
                        <a:srgbClr val="BFB38D"/>
                      </a:solidFill>
                      <a:prstDash val="solid"/>
                      <a:round/>
                      <a:headEnd type="none" w="med" len="med"/>
                      <a:tailEnd type="none" w="med" len="med"/>
                    </a:lnR>
                    <a:lnT w="0" cap="flat" cmpd="sng" algn="ctr">
                      <a:solidFill>
                        <a:srgbClr val="BFB38D"/>
                      </a:solidFill>
                      <a:prstDash val="solid"/>
                      <a:round/>
                      <a:headEnd type="none" w="med" len="med"/>
                      <a:tailEnd type="none" w="med" len="med"/>
                    </a:lnT>
                    <a:lnB w="9525" cap="flat" cmpd="sng" algn="ctr">
                      <a:solidFill>
                        <a:srgbClr val="BFB38D"/>
                      </a:solidFill>
                      <a:prstDash val="solid"/>
                      <a:round/>
                      <a:headEnd type="none" w="med" len="med"/>
                      <a:tailEnd type="none" w="med" len="med"/>
                    </a:lnB>
                  </a:tcPr>
                </a:tc>
                <a:tc>
                  <a:txBody>
                    <a:bodyPr/>
                    <a:lstStyle/>
                    <a:p>
                      <a:pPr algn="r" indent="0" marL="0">
                        <a:buNone/>
                      </a:pPr>
                      <a:r>
                        <a:rPr lang="en-US" sz="1050" dirty="0">
                          <a:solidFill>
                            <a:srgbClr val="1C1D24"/>
                          </a:solidFill>
                          <a:latin typeface="IBM Plex Mono" pitchFamily="34" charset="0"/>
                          <a:ea typeface="IBM Plex Mono" pitchFamily="34" charset="-122"/>
                          <a:cs typeface="IBM Plex Mono" pitchFamily="34" charset="-120"/>
                        </a:rPr>
                        <a:t>9.18 nm</a:t>
                      </a:r>
                      <a:endParaRPr lang="en-US" sz="1050" dirty="0">
                        <a:latin typeface="IBM Plex Mono" charset="0"/>
                        <a:ea typeface="IBM Plex Mono" charset="0"/>
                        <a:cs typeface="IBM Plex Mono" charset="0"/>
                      </a:endParaRPr>
                    </a:p>
                  </a:txBody>
                  <a:tcPr marL="0" marR="0" marT="95098" marB="95098" anchor="ctr">
                    <a:lnL w="0" cap="flat" cmpd="sng" algn="ctr">
                      <a:solidFill>
                        <a:srgbClr val="BFB38D"/>
                      </a:solidFill>
                      <a:prstDash val="solid"/>
                      <a:round/>
                      <a:headEnd type="none" w="med" len="med"/>
                      <a:tailEnd type="none" w="med" len="med"/>
                    </a:lnL>
                    <a:lnR w="0" cap="flat" cmpd="sng" algn="ctr">
                      <a:solidFill>
                        <a:srgbClr val="BFB38D"/>
                      </a:solidFill>
                      <a:prstDash val="solid"/>
                      <a:round/>
                      <a:headEnd type="none" w="med" len="med"/>
                      <a:tailEnd type="none" w="med" len="med"/>
                    </a:lnR>
                    <a:lnT w="0" cap="flat" cmpd="sng" algn="ctr">
                      <a:solidFill>
                        <a:srgbClr val="BFB38D"/>
                      </a:solidFill>
                      <a:prstDash val="solid"/>
                      <a:round/>
                      <a:headEnd type="none" w="med" len="med"/>
                      <a:tailEnd type="none" w="med" len="med"/>
                    </a:lnT>
                    <a:lnB w="0" cap="flat" cmpd="sng" algn="ctr">
                      <a:solidFill>
                        <a:srgbClr val="BFB38D"/>
                      </a:solidFill>
                      <a:prstDash val="solid"/>
                      <a:round/>
                      <a:headEnd type="none" w="med" len="med"/>
                      <a:tailEnd type="none" w="med" len="med"/>
                    </a:lnB>
                  </a:tcPr>
                </a:tc>
                <a:tc>
                  <a:txBody>
                    <a:bodyPr/>
                    <a:lstStyle/>
                    <a:p>
                      <a:pPr algn="r" indent="0" marL="0">
                        <a:buNone/>
                      </a:pPr>
                      <a:r>
                        <a:rPr lang="en-US" sz="1050" dirty="0">
                          <a:solidFill>
                            <a:srgbClr val="665B46"/>
                          </a:solidFill>
                          <a:latin typeface="IBM Plex Mono" pitchFamily="34" charset="0"/>
                          <a:ea typeface="IBM Plex Mono" pitchFamily="34" charset="-122"/>
                          <a:cs typeface="IBM Plex Mono" pitchFamily="34" charset="-120"/>
                        </a:rPr>
                        <a:t>9.2</a:t>
                      </a:r>
                      <a:endParaRPr lang="en-US" sz="1050" dirty="0">
                        <a:latin typeface="IBM Plex Mono" charset="0"/>
                        <a:ea typeface="IBM Plex Mono" charset="0"/>
                        <a:cs typeface="IBM Plex Mono" charset="0"/>
                      </a:endParaRPr>
                    </a:p>
                  </a:txBody>
                  <a:tcPr marL="0" marR="0" marT="95098" marB="95098" anchor="ctr">
                    <a:lnL w="0" cap="flat" cmpd="sng" algn="ctr">
                      <a:solidFill>
                        <a:srgbClr val="BFB38D"/>
                      </a:solidFill>
                      <a:prstDash val="solid"/>
                      <a:round/>
                      <a:headEnd type="none" w="med" len="med"/>
                      <a:tailEnd type="none" w="med" len="med"/>
                    </a:lnL>
                    <a:lnR w="0" cap="flat" cmpd="sng" algn="ctr">
                      <a:solidFill>
                        <a:srgbClr val="BFB38D"/>
                      </a:solidFill>
                      <a:prstDash val="solid"/>
                      <a:round/>
                      <a:headEnd type="none" w="med" len="med"/>
                      <a:tailEnd type="none" w="med" len="med"/>
                    </a:lnR>
                    <a:lnT w="0" cap="flat" cmpd="sng" algn="ctr">
                      <a:solidFill>
                        <a:srgbClr val="BFB38D"/>
                      </a:solidFill>
                      <a:prstDash val="solid"/>
                      <a:round/>
                      <a:headEnd type="none" w="med" len="med"/>
                      <a:tailEnd type="none" w="med" len="med"/>
                    </a:lnT>
                    <a:lnB w="0" cap="flat" cmpd="sng" algn="ctr">
                      <a:solidFill>
                        <a:srgbClr val="BFB38D"/>
                      </a:solidFill>
                      <a:prstDash val="solid"/>
                      <a:round/>
                      <a:headEnd type="none" w="med" len="med"/>
                      <a:tailEnd type="none" w="med" len="med"/>
                    </a:lnB>
                  </a:tcPr>
                </a:tc>
                <a:tc>
                  <a:txBody>
                    <a:bodyPr/>
                    <a:lstStyle/>
                    <a:p>
                      <a:pPr algn="r" indent="0" marL="0">
                        <a:buNone/>
                      </a:pPr>
                      <a:r>
                        <a:rPr lang="en-US" sz="1050" b="1" dirty="0">
                          <a:solidFill>
                            <a:srgbClr val="3D7251"/>
                          </a:solidFill>
                          <a:latin typeface="IBM Plex Mono" pitchFamily="34" charset="0"/>
                          <a:ea typeface="IBM Plex Mono" pitchFamily="34" charset="-122"/>
                          <a:cs typeface="IBM Plex Mono" pitchFamily="34" charset="-120"/>
                        </a:rPr>
                        <a:t>IN</a:t>
                      </a:r>
                      <a:endParaRPr lang="en-US" sz="1050" dirty="0">
                        <a:latin typeface="IBM Plex Mono" charset="0"/>
                        <a:ea typeface="IBM Plex Mono" charset="0"/>
                        <a:cs typeface="IBM Plex Mono" charset="0"/>
                      </a:endParaRPr>
                    </a:p>
                  </a:txBody>
                  <a:tcPr marL="0" marR="75895" marT="95098" marB="95098" anchor="ctr">
                    <a:lnL w="0" cap="flat" cmpd="sng" algn="ctr">
                      <a:solidFill>
                        <a:srgbClr val="BFB38D"/>
                      </a:solidFill>
                      <a:prstDash val="solid"/>
                      <a:round/>
                      <a:headEnd type="none" w="med" len="med"/>
                      <a:tailEnd type="none" w="med" len="med"/>
                    </a:lnL>
                    <a:lnR w="0" cap="flat" cmpd="sng" algn="ctr">
                      <a:solidFill>
                        <a:srgbClr val="BFB38D"/>
                      </a:solidFill>
                      <a:prstDash val="solid"/>
                      <a:round/>
                      <a:headEnd type="none" w="med" len="med"/>
                      <a:tailEnd type="none" w="med" len="med"/>
                    </a:lnR>
                    <a:lnT w="0" cap="flat" cmpd="sng" algn="ctr">
                      <a:solidFill>
                        <a:srgbClr val="BFB38D"/>
                      </a:solidFill>
                      <a:prstDash val="solid"/>
                      <a:round/>
                      <a:headEnd type="none" w="med" len="med"/>
                      <a:tailEnd type="none" w="med" len="med"/>
                    </a:lnT>
                    <a:lnB w="0" cap="flat" cmpd="sng" algn="ctr">
                      <a:solidFill>
                        <a:srgbClr val="BFB38D"/>
                      </a:solidFill>
                      <a:prstDash val="solid"/>
                      <a:round/>
                      <a:headEnd type="none" w="med" len="med"/>
                      <a:tailEnd type="none" w="med" len="med"/>
                    </a:lnB>
                  </a:tcPr>
                </a:tc>
              </a:tr>
              <a:tr h="363682">
                <a:tc>
                  <a:txBody>
                    <a:bodyPr/>
                    <a:lstStyle/>
                    <a:p>
                      <a:pPr indent="0" marL="0">
                        <a:buNone/>
                      </a:pPr>
                      <a:r>
                        <a:rPr lang="en-US" sz="1050" dirty="0">
                          <a:solidFill>
                            <a:srgbClr val="1C1D24"/>
                          </a:solidFill>
                          <a:latin typeface="IBM Plex Mono" pitchFamily="34" charset="0"/>
                          <a:ea typeface="IBM Plex Mono" pitchFamily="34" charset="-122"/>
                          <a:cs typeface="IBM Plex Mono" pitchFamily="34" charset="-120"/>
                        </a:rPr>
                        <a:t>ACI cap CD</a:t>
                      </a:r>
                      <a:endParaRPr lang="en-US" sz="1050" dirty="0">
                        <a:latin typeface="IBM Plex Mono" charset="0"/>
                        <a:ea typeface="IBM Plex Mono" charset="0"/>
                        <a:cs typeface="IBM Plex Mono" charset="0"/>
                      </a:endParaRPr>
                    </a:p>
                  </a:txBody>
                  <a:tcPr marL="0" marR="0" marT="95098" marB="95098" anchor="ctr">
                    <a:lnL w="0" cap="flat" cmpd="sng" algn="ctr">
                      <a:solidFill>
                        <a:srgbClr val="BFB38D"/>
                      </a:solidFill>
                      <a:prstDash val="solid"/>
                      <a:round/>
                      <a:headEnd type="none" w="med" len="med"/>
                      <a:tailEnd type="none" w="med" len="med"/>
                    </a:lnL>
                    <a:lnR w="0" cap="flat" cmpd="sng" algn="ctr">
                      <a:solidFill>
                        <a:srgbClr val="BFB38D"/>
                      </a:solidFill>
                      <a:prstDash val="solid"/>
                      <a:round/>
                      <a:headEnd type="none" w="med" len="med"/>
                      <a:tailEnd type="none" w="med" len="med"/>
                    </a:lnR>
                    <a:lnT w="0" cap="flat" cmpd="sng" algn="ctr">
                      <a:solidFill>
                        <a:srgbClr val="BFB38D"/>
                      </a:solidFill>
                      <a:prstDash val="solid"/>
                      <a:round/>
                      <a:headEnd type="none" w="med" len="med"/>
                      <a:tailEnd type="none" w="med" len="med"/>
                    </a:lnT>
                    <a:lnB w="9525" cap="flat" cmpd="sng" algn="ctr">
                      <a:solidFill>
                        <a:srgbClr val="BFB38D"/>
                      </a:solidFill>
                      <a:prstDash val="solid"/>
                      <a:round/>
                      <a:headEnd type="none" w="med" len="med"/>
                      <a:tailEnd type="none" w="med" len="med"/>
                    </a:lnB>
                  </a:tcPr>
                </a:tc>
                <a:tc>
                  <a:txBody>
                    <a:bodyPr/>
                    <a:lstStyle/>
                    <a:p>
                      <a:pPr algn="r" indent="0" marL="0">
                        <a:buNone/>
                      </a:pPr>
                      <a:r>
                        <a:rPr lang="en-US" sz="1050" dirty="0">
                          <a:solidFill>
                            <a:srgbClr val="1C1D24"/>
                          </a:solidFill>
                          <a:latin typeface="IBM Plex Mono" pitchFamily="34" charset="0"/>
                          <a:ea typeface="IBM Plex Mono" pitchFamily="34" charset="-122"/>
                          <a:cs typeface="IBM Plex Mono" pitchFamily="34" charset="-120"/>
                        </a:rPr>
                        <a:t>8.61 nm</a:t>
                      </a:r>
                      <a:endParaRPr lang="en-US" sz="1050" dirty="0">
                        <a:latin typeface="IBM Plex Mono" charset="0"/>
                        <a:ea typeface="IBM Plex Mono" charset="0"/>
                        <a:cs typeface="IBM Plex Mono" charset="0"/>
                      </a:endParaRPr>
                    </a:p>
                  </a:txBody>
                  <a:tcPr marL="0" marR="0" marT="95098" marB="95098" anchor="ctr">
                    <a:lnL w="0" cap="flat" cmpd="sng" algn="ctr">
                      <a:solidFill>
                        <a:srgbClr val="BFB38D"/>
                      </a:solidFill>
                      <a:prstDash val="solid"/>
                      <a:round/>
                      <a:headEnd type="none" w="med" len="med"/>
                      <a:tailEnd type="none" w="med" len="med"/>
                    </a:lnL>
                    <a:lnR w="0" cap="flat" cmpd="sng" algn="ctr">
                      <a:solidFill>
                        <a:srgbClr val="BFB38D"/>
                      </a:solidFill>
                      <a:prstDash val="solid"/>
                      <a:round/>
                      <a:headEnd type="none" w="med" len="med"/>
                      <a:tailEnd type="none" w="med" len="med"/>
                    </a:lnR>
                    <a:lnT w="0" cap="flat" cmpd="sng" algn="ctr">
                      <a:solidFill>
                        <a:srgbClr val="BFB38D"/>
                      </a:solidFill>
                      <a:prstDash val="solid"/>
                      <a:round/>
                      <a:headEnd type="none" w="med" len="med"/>
                      <a:tailEnd type="none" w="med" len="med"/>
                    </a:lnT>
                    <a:lnB w="0" cap="flat" cmpd="sng" algn="ctr">
                      <a:solidFill>
                        <a:srgbClr val="BFB38D"/>
                      </a:solidFill>
                      <a:prstDash val="solid"/>
                      <a:round/>
                      <a:headEnd type="none" w="med" len="med"/>
                      <a:tailEnd type="none" w="med" len="med"/>
                    </a:lnB>
                  </a:tcPr>
                </a:tc>
                <a:tc>
                  <a:txBody>
                    <a:bodyPr/>
                    <a:lstStyle/>
                    <a:p>
                      <a:pPr algn="r" indent="0" marL="0">
                        <a:buNone/>
                      </a:pPr>
                      <a:r>
                        <a:rPr lang="en-US" sz="1050" dirty="0">
                          <a:solidFill>
                            <a:srgbClr val="665B46"/>
                          </a:solidFill>
                          <a:latin typeface="IBM Plex Mono" pitchFamily="34" charset="0"/>
                          <a:ea typeface="IBM Plex Mono" pitchFamily="34" charset="-122"/>
                          <a:cs typeface="IBM Plex Mono" pitchFamily="34" charset="-120"/>
                        </a:rPr>
                        <a:t>8.6</a:t>
                      </a:r>
                      <a:endParaRPr lang="en-US" sz="1050" dirty="0">
                        <a:latin typeface="IBM Plex Mono" charset="0"/>
                        <a:ea typeface="IBM Plex Mono" charset="0"/>
                        <a:cs typeface="IBM Plex Mono" charset="0"/>
                      </a:endParaRPr>
                    </a:p>
                  </a:txBody>
                  <a:tcPr marL="0" marR="0" marT="95098" marB="95098" anchor="ctr">
                    <a:lnL w="0" cap="flat" cmpd="sng" algn="ctr">
                      <a:solidFill>
                        <a:srgbClr val="BFB38D"/>
                      </a:solidFill>
                      <a:prstDash val="solid"/>
                      <a:round/>
                      <a:headEnd type="none" w="med" len="med"/>
                      <a:tailEnd type="none" w="med" len="med"/>
                    </a:lnL>
                    <a:lnR w="0" cap="flat" cmpd="sng" algn="ctr">
                      <a:solidFill>
                        <a:srgbClr val="BFB38D"/>
                      </a:solidFill>
                      <a:prstDash val="solid"/>
                      <a:round/>
                      <a:headEnd type="none" w="med" len="med"/>
                      <a:tailEnd type="none" w="med" len="med"/>
                    </a:lnR>
                    <a:lnT w="0" cap="flat" cmpd="sng" algn="ctr">
                      <a:solidFill>
                        <a:srgbClr val="BFB38D"/>
                      </a:solidFill>
                      <a:prstDash val="solid"/>
                      <a:round/>
                      <a:headEnd type="none" w="med" len="med"/>
                      <a:tailEnd type="none" w="med" len="med"/>
                    </a:lnT>
                    <a:lnB w="0" cap="flat" cmpd="sng" algn="ctr">
                      <a:solidFill>
                        <a:srgbClr val="BFB38D"/>
                      </a:solidFill>
                      <a:prstDash val="solid"/>
                      <a:round/>
                      <a:headEnd type="none" w="med" len="med"/>
                      <a:tailEnd type="none" w="med" len="med"/>
                    </a:lnB>
                  </a:tcPr>
                </a:tc>
                <a:tc>
                  <a:txBody>
                    <a:bodyPr/>
                    <a:lstStyle/>
                    <a:p>
                      <a:pPr algn="r" indent="0" marL="0">
                        <a:buNone/>
                      </a:pPr>
                      <a:r>
                        <a:rPr lang="en-US" sz="1050" b="1" dirty="0">
                          <a:solidFill>
                            <a:srgbClr val="3D7251"/>
                          </a:solidFill>
                          <a:latin typeface="IBM Plex Mono" pitchFamily="34" charset="0"/>
                          <a:ea typeface="IBM Plex Mono" pitchFamily="34" charset="-122"/>
                          <a:cs typeface="IBM Plex Mono" pitchFamily="34" charset="-120"/>
                        </a:rPr>
                        <a:t>IN</a:t>
                      </a:r>
                      <a:endParaRPr lang="en-US" sz="1050" dirty="0">
                        <a:latin typeface="IBM Plex Mono" charset="0"/>
                        <a:ea typeface="IBM Plex Mono" charset="0"/>
                        <a:cs typeface="IBM Plex Mono" charset="0"/>
                      </a:endParaRPr>
                    </a:p>
                  </a:txBody>
                  <a:tcPr marL="0" marR="75895" marT="95098" marB="95098" anchor="ctr">
                    <a:lnL w="0" cap="flat" cmpd="sng" algn="ctr">
                      <a:solidFill>
                        <a:srgbClr val="BFB38D"/>
                      </a:solidFill>
                      <a:prstDash val="solid"/>
                      <a:round/>
                      <a:headEnd type="none" w="med" len="med"/>
                      <a:tailEnd type="none" w="med" len="med"/>
                    </a:lnL>
                    <a:lnR w="0" cap="flat" cmpd="sng" algn="ctr">
                      <a:solidFill>
                        <a:srgbClr val="BFB38D"/>
                      </a:solidFill>
                      <a:prstDash val="solid"/>
                      <a:round/>
                      <a:headEnd type="none" w="med" len="med"/>
                      <a:tailEnd type="none" w="med" len="med"/>
                    </a:lnR>
                    <a:lnT w="0" cap="flat" cmpd="sng" algn="ctr">
                      <a:solidFill>
                        <a:srgbClr val="BFB38D"/>
                      </a:solidFill>
                      <a:prstDash val="solid"/>
                      <a:round/>
                      <a:headEnd type="none" w="med" len="med"/>
                      <a:tailEnd type="none" w="med" len="med"/>
                    </a:lnT>
                    <a:lnB w="0" cap="flat" cmpd="sng" algn="ctr">
                      <a:solidFill>
                        <a:srgbClr val="BFB38D"/>
                      </a:solidFill>
                      <a:prstDash val="solid"/>
                      <a:round/>
                      <a:headEnd type="none" w="med" len="med"/>
                      <a:tailEnd type="none" w="med" len="med"/>
                    </a:lnB>
                  </a:tcPr>
                </a:tc>
              </a:tr>
              <a:tr h="363682">
                <a:tc>
                  <a:txBody>
                    <a:bodyPr/>
                    <a:lstStyle/>
                    <a:p>
                      <a:pPr indent="0" marL="0">
                        <a:buNone/>
                      </a:pPr>
                      <a:r>
                        <a:rPr lang="en-US" sz="1050" dirty="0">
                          <a:solidFill>
                            <a:srgbClr val="1C1D24"/>
                          </a:solidFill>
                          <a:latin typeface="IBM Plex Mono" pitchFamily="34" charset="0"/>
                          <a:ea typeface="IBM Plex Mono" pitchFamily="34" charset="-122"/>
                          <a:cs typeface="IBM Plex Mono" pitchFamily="34" charset="-120"/>
                        </a:rPr>
                        <a:t>sidewall angle</a:t>
                      </a:r>
                      <a:endParaRPr lang="en-US" sz="1050" dirty="0">
                        <a:latin typeface="IBM Plex Mono" charset="0"/>
                        <a:ea typeface="IBM Plex Mono" charset="0"/>
                        <a:cs typeface="IBM Plex Mono" charset="0"/>
                      </a:endParaRPr>
                    </a:p>
                  </a:txBody>
                  <a:tcPr marL="0" marR="0" marT="95098" marB="95098" anchor="ctr">
                    <a:lnL w="0" cap="flat" cmpd="sng" algn="ctr">
                      <a:solidFill>
                        <a:srgbClr val="BFB38D"/>
                      </a:solidFill>
                      <a:prstDash val="solid"/>
                      <a:round/>
                      <a:headEnd type="none" w="med" len="med"/>
                      <a:tailEnd type="none" w="med" len="med"/>
                    </a:lnL>
                    <a:lnR w="0" cap="flat" cmpd="sng" algn="ctr">
                      <a:solidFill>
                        <a:srgbClr val="BFB38D"/>
                      </a:solidFill>
                      <a:prstDash val="solid"/>
                      <a:round/>
                      <a:headEnd type="none" w="med" len="med"/>
                      <a:tailEnd type="none" w="med" len="med"/>
                    </a:lnR>
                    <a:lnT w="0" cap="flat" cmpd="sng" algn="ctr">
                      <a:solidFill>
                        <a:srgbClr val="BFB38D"/>
                      </a:solidFill>
                      <a:prstDash val="solid"/>
                      <a:round/>
                      <a:headEnd type="none" w="med" len="med"/>
                      <a:tailEnd type="none" w="med" len="med"/>
                    </a:lnT>
                    <a:lnB w="9525" cap="flat" cmpd="sng" algn="ctr">
                      <a:solidFill>
                        <a:srgbClr val="BFB38D"/>
                      </a:solidFill>
                      <a:prstDash val="solid"/>
                      <a:round/>
                      <a:headEnd type="none" w="med" len="med"/>
                      <a:tailEnd type="none" w="med" len="med"/>
                    </a:lnB>
                  </a:tcPr>
                </a:tc>
                <a:tc>
                  <a:txBody>
                    <a:bodyPr/>
                    <a:lstStyle/>
                    <a:p>
                      <a:pPr algn="r" indent="0" marL="0">
                        <a:buNone/>
                      </a:pPr>
                      <a:r>
                        <a:rPr lang="en-US" sz="1050" dirty="0">
                          <a:solidFill>
                            <a:srgbClr val="1C1D24"/>
                          </a:solidFill>
                          <a:latin typeface="IBM Plex Mono" pitchFamily="34" charset="0"/>
                          <a:ea typeface="IBM Plex Mono" pitchFamily="34" charset="-122"/>
                          <a:cs typeface="IBM Plex Mono" pitchFamily="34" charset="-120"/>
                        </a:rPr>
                        <a:t>87.8°</a:t>
                      </a:r>
                      <a:endParaRPr lang="en-US" sz="1050" dirty="0">
                        <a:latin typeface="IBM Plex Mono" charset="0"/>
                        <a:ea typeface="IBM Plex Mono" charset="0"/>
                        <a:cs typeface="IBM Plex Mono" charset="0"/>
                      </a:endParaRPr>
                    </a:p>
                  </a:txBody>
                  <a:tcPr marL="0" marR="0" marT="95098" marB="95098" anchor="ctr">
                    <a:lnL w="0" cap="flat" cmpd="sng" algn="ctr">
                      <a:solidFill>
                        <a:srgbClr val="BFB38D"/>
                      </a:solidFill>
                      <a:prstDash val="solid"/>
                      <a:round/>
                      <a:headEnd type="none" w="med" len="med"/>
                      <a:tailEnd type="none" w="med" len="med"/>
                    </a:lnL>
                    <a:lnR w="0" cap="flat" cmpd="sng" algn="ctr">
                      <a:solidFill>
                        <a:srgbClr val="BFB38D"/>
                      </a:solidFill>
                      <a:prstDash val="solid"/>
                      <a:round/>
                      <a:headEnd type="none" w="med" len="med"/>
                      <a:tailEnd type="none" w="med" len="med"/>
                    </a:lnR>
                    <a:lnT w="0" cap="flat" cmpd="sng" algn="ctr">
                      <a:solidFill>
                        <a:srgbClr val="BFB38D"/>
                      </a:solidFill>
                      <a:prstDash val="solid"/>
                      <a:round/>
                      <a:headEnd type="none" w="med" len="med"/>
                      <a:tailEnd type="none" w="med" len="med"/>
                    </a:lnT>
                    <a:lnB w="0" cap="flat" cmpd="sng" algn="ctr">
                      <a:solidFill>
                        <a:srgbClr val="BFB38D"/>
                      </a:solidFill>
                      <a:prstDash val="solid"/>
                      <a:round/>
                      <a:headEnd type="none" w="med" len="med"/>
                      <a:tailEnd type="none" w="med" len="med"/>
                    </a:lnB>
                  </a:tcPr>
                </a:tc>
                <a:tc>
                  <a:txBody>
                    <a:bodyPr/>
                    <a:lstStyle/>
                    <a:p>
                      <a:pPr algn="r" indent="0" marL="0">
                        <a:buNone/>
                      </a:pPr>
                      <a:r>
                        <a:rPr lang="en-US" sz="1050" dirty="0">
                          <a:solidFill>
                            <a:srgbClr val="665B46"/>
                          </a:solidFill>
                          <a:latin typeface="IBM Plex Mono" pitchFamily="34" charset="0"/>
                          <a:ea typeface="IBM Plex Mono" pitchFamily="34" charset="-122"/>
                          <a:cs typeface="IBM Plex Mono" pitchFamily="34" charset="-120"/>
                        </a:rPr>
                        <a:t>≥ 86</a:t>
                      </a:r>
                      <a:endParaRPr lang="en-US" sz="1050" dirty="0">
                        <a:latin typeface="IBM Plex Mono" charset="0"/>
                        <a:ea typeface="IBM Plex Mono" charset="0"/>
                        <a:cs typeface="IBM Plex Mono" charset="0"/>
                      </a:endParaRPr>
                    </a:p>
                  </a:txBody>
                  <a:tcPr marL="0" marR="0" marT="95098" marB="95098" anchor="ctr">
                    <a:lnL w="0" cap="flat" cmpd="sng" algn="ctr">
                      <a:solidFill>
                        <a:srgbClr val="BFB38D"/>
                      </a:solidFill>
                      <a:prstDash val="solid"/>
                      <a:round/>
                      <a:headEnd type="none" w="med" len="med"/>
                      <a:tailEnd type="none" w="med" len="med"/>
                    </a:lnL>
                    <a:lnR w="0" cap="flat" cmpd="sng" algn="ctr">
                      <a:solidFill>
                        <a:srgbClr val="BFB38D"/>
                      </a:solidFill>
                      <a:prstDash val="solid"/>
                      <a:round/>
                      <a:headEnd type="none" w="med" len="med"/>
                      <a:tailEnd type="none" w="med" len="med"/>
                    </a:lnR>
                    <a:lnT w="0" cap="flat" cmpd="sng" algn="ctr">
                      <a:solidFill>
                        <a:srgbClr val="BFB38D"/>
                      </a:solidFill>
                      <a:prstDash val="solid"/>
                      <a:round/>
                      <a:headEnd type="none" w="med" len="med"/>
                      <a:tailEnd type="none" w="med" len="med"/>
                    </a:lnT>
                    <a:lnB w="0" cap="flat" cmpd="sng" algn="ctr">
                      <a:solidFill>
                        <a:srgbClr val="BFB38D"/>
                      </a:solidFill>
                      <a:prstDash val="solid"/>
                      <a:round/>
                      <a:headEnd type="none" w="med" len="med"/>
                      <a:tailEnd type="none" w="med" len="med"/>
                    </a:lnB>
                  </a:tcPr>
                </a:tc>
                <a:tc>
                  <a:txBody>
                    <a:bodyPr/>
                    <a:lstStyle/>
                    <a:p>
                      <a:pPr algn="r" indent="0" marL="0">
                        <a:buNone/>
                      </a:pPr>
                      <a:r>
                        <a:rPr lang="en-US" sz="1050" b="1" dirty="0">
                          <a:solidFill>
                            <a:srgbClr val="3D7251"/>
                          </a:solidFill>
                          <a:latin typeface="IBM Plex Mono" pitchFamily="34" charset="0"/>
                          <a:ea typeface="IBM Plex Mono" pitchFamily="34" charset="-122"/>
                          <a:cs typeface="IBM Plex Mono" pitchFamily="34" charset="-120"/>
                        </a:rPr>
                        <a:t>OK</a:t>
                      </a:r>
                      <a:endParaRPr lang="en-US" sz="1050" dirty="0">
                        <a:latin typeface="IBM Plex Mono" charset="0"/>
                        <a:ea typeface="IBM Plex Mono" charset="0"/>
                        <a:cs typeface="IBM Plex Mono" charset="0"/>
                      </a:endParaRPr>
                    </a:p>
                  </a:txBody>
                  <a:tcPr marL="0" marR="75895" marT="95098" marB="95098" anchor="ctr">
                    <a:lnL w="0" cap="flat" cmpd="sng" algn="ctr">
                      <a:solidFill>
                        <a:srgbClr val="BFB38D"/>
                      </a:solidFill>
                      <a:prstDash val="solid"/>
                      <a:round/>
                      <a:headEnd type="none" w="med" len="med"/>
                      <a:tailEnd type="none" w="med" len="med"/>
                    </a:lnL>
                    <a:lnR w="0" cap="flat" cmpd="sng" algn="ctr">
                      <a:solidFill>
                        <a:srgbClr val="BFB38D"/>
                      </a:solidFill>
                      <a:prstDash val="solid"/>
                      <a:round/>
                      <a:headEnd type="none" w="med" len="med"/>
                      <a:tailEnd type="none" w="med" len="med"/>
                    </a:lnR>
                    <a:lnT w="0" cap="flat" cmpd="sng" algn="ctr">
                      <a:solidFill>
                        <a:srgbClr val="BFB38D"/>
                      </a:solidFill>
                      <a:prstDash val="solid"/>
                      <a:round/>
                      <a:headEnd type="none" w="med" len="med"/>
                      <a:tailEnd type="none" w="med" len="med"/>
                    </a:lnT>
                    <a:lnB w="0" cap="flat" cmpd="sng" algn="ctr">
                      <a:solidFill>
                        <a:srgbClr val="BFB38D"/>
                      </a:solidFill>
                      <a:prstDash val="solid"/>
                      <a:round/>
                      <a:headEnd type="none" w="med" len="med"/>
                      <a:tailEnd type="none" w="med" len="med"/>
                    </a:lnB>
                  </a:tcPr>
                </a:tc>
              </a:tr>
              <a:tr h="363682">
                <a:tc>
                  <a:txBody>
                    <a:bodyPr/>
                    <a:lstStyle/>
                    <a:p>
                      <a:pPr indent="0" marL="0">
                        <a:buNone/>
                      </a:pPr>
                      <a:r>
                        <a:rPr lang="en-US" sz="1050" dirty="0">
                          <a:solidFill>
                            <a:srgbClr val="1C1D24"/>
                          </a:solidFill>
                          <a:latin typeface="IBM Plex Mono" pitchFamily="34" charset="0"/>
                          <a:ea typeface="IBM Plex Mono" pitchFamily="34" charset="-122"/>
                          <a:cs typeface="IBM Plex Mono" pitchFamily="34" charset="-120"/>
                        </a:rPr>
                        <a:t>liner thickness</a:t>
                      </a:r>
                      <a:endParaRPr lang="en-US" sz="1050" dirty="0">
                        <a:latin typeface="IBM Plex Mono" charset="0"/>
                        <a:ea typeface="IBM Plex Mono" charset="0"/>
                        <a:cs typeface="IBM Plex Mono" charset="0"/>
                      </a:endParaRPr>
                    </a:p>
                  </a:txBody>
                  <a:tcPr marL="0" marR="0" marT="95098" marB="95098" anchor="ctr">
                    <a:lnL w="0" cap="flat" cmpd="sng" algn="ctr">
                      <a:solidFill>
                        <a:srgbClr val="BFB38D"/>
                      </a:solidFill>
                      <a:prstDash val="solid"/>
                      <a:round/>
                      <a:headEnd type="none" w="med" len="med"/>
                      <a:tailEnd type="none" w="med" len="med"/>
                    </a:lnL>
                    <a:lnR w="0" cap="flat" cmpd="sng" algn="ctr">
                      <a:solidFill>
                        <a:srgbClr val="BFB38D"/>
                      </a:solidFill>
                      <a:prstDash val="solid"/>
                      <a:round/>
                      <a:headEnd type="none" w="med" len="med"/>
                      <a:tailEnd type="none" w="med" len="med"/>
                    </a:lnR>
                    <a:lnT w="0" cap="flat" cmpd="sng" algn="ctr">
                      <a:solidFill>
                        <a:srgbClr val="BFB38D"/>
                      </a:solidFill>
                      <a:prstDash val="solid"/>
                      <a:round/>
                      <a:headEnd type="none" w="med" len="med"/>
                      <a:tailEnd type="none" w="med" len="med"/>
                    </a:lnT>
                    <a:lnB w="9525" cap="flat" cmpd="sng" algn="ctr">
                      <a:solidFill>
                        <a:srgbClr val="BFB38D"/>
                      </a:solidFill>
                      <a:prstDash val="solid"/>
                      <a:round/>
                      <a:headEnd type="none" w="med" len="med"/>
                      <a:tailEnd type="none" w="med" len="med"/>
                    </a:lnB>
                  </a:tcPr>
                </a:tc>
                <a:tc>
                  <a:txBody>
                    <a:bodyPr/>
                    <a:lstStyle/>
                    <a:p>
                      <a:pPr algn="r" indent="0" marL="0">
                        <a:buNone/>
                      </a:pPr>
                      <a:r>
                        <a:rPr lang="en-US" sz="1050" dirty="0">
                          <a:solidFill>
                            <a:srgbClr val="1C1D24"/>
                          </a:solidFill>
                          <a:latin typeface="IBM Plex Mono" pitchFamily="34" charset="0"/>
                          <a:ea typeface="IBM Plex Mono" pitchFamily="34" charset="-122"/>
                          <a:cs typeface="IBM Plex Mono" pitchFamily="34" charset="-120"/>
                        </a:rPr>
                        <a:t>2.4 nm</a:t>
                      </a:r>
                      <a:endParaRPr lang="en-US" sz="1050" dirty="0">
                        <a:latin typeface="IBM Plex Mono" charset="0"/>
                        <a:ea typeface="IBM Plex Mono" charset="0"/>
                        <a:cs typeface="IBM Plex Mono" charset="0"/>
                      </a:endParaRPr>
                    </a:p>
                  </a:txBody>
                  <a:tcPr marL="0" marR="0" marT="95098" marB="95098" anchor="ctr">
                    <a:lnL w="0" cap="flat" cmpd="sng" algn="ctr">
                      <a:solidFill>
                        <a:srgbClr val="BFB38D"/>
                      </a:solidFill>
                      <a:prstDash val="solid"/>
                      <a:round/>
                      <a:headEnd type="none" w="med" len="med"/>
                      <a:tailEnd type="none" w="med" len="med"/>
                    </a:lnL>
                    <a:lnR w="0" cap="flat" cmpd="sng" algn="ctr">
                      <a:solidFill>
                        <a:srgbClr val="BFB38D"/>
                      </a:solidFill>
                      <a:prstDash val="solid"/>
                      <a:round/>
                      <a:headEnd type="none" w="med" len="med"/>
                      <a:tailEnd type="none" w="med" len="med"/>
                    </a:lnR>
                    <a:lnT w="0" cap="flat" cmpd="sng" algn="ctr">
                      <a:solidFill>
                        <a:srgbClr val="BFB38D"/>
                      </a:solidFill>
                      <a:prstDash val="solid"/>
                      <a:round/>
                      <a:headEnd type="none" w="med" len="med"/>
                      <a:tailEnd type="none" w="med" len="med"/>
                    </a:lnT>
                    <a:lnB w="0" cap="flat" cmpd="sng" algn="ctr">
                      <a:solidFill>
                        <a:srgbClr val="BFB38D"/>
                      </a:solidFill>
                      <a:prstDash val="solid"/>
                      <a:round/>
                      <a:headEnd type="none" w="med" len="med"/>
                      <a:tailEnd type="none" w="med" len="med"/>
                    </a:lnB>
                  </a:tcPr>
                </a:tc>
                <a:tc>
                  <a:txBody>
                    <a:bodyPr/>
                    <a:lstStyle/>
                    <a:p>
                      <a:pPr algn="r" indent="0" marL="0">
                        <a:buNone/>
                      </a:pPr>
                      <a:r>
                        <a:rPr lang="en-US" sz="1050" dirty="0">
                          <a:solidFill>
                            <a:srgbClr val="665B46"/>
                          </a:solidFill>
                          <a:latin typeface="IBM Plex Mono" pitchFamily="34" charset="0"/>
                          <a:ea typeface="IBM Plex Mono" pitchFamily="34" charset="-122"/>
                          <a:cs typeface="IBM Plex Mono" pitchFamily="34" charset="-120"/>
                        </a:rPr>
                        <a:t>2 ± 0.5</a:t>
                      </a:r>
                      <a:endParaRPr lang="en-US" sz="1050" dirty="0">
                        <a:latin typeface="IBM Plex Mono" charset="0"/>
                        <a:ea typeface="IBM Plex Mono" charset="0"/>
                        <a:cs typeface="IBM Plex Mono" charset="0"/>
                      </a:endParaRPr>
                    </a:p>
                  </a:txBody>
                  <a:tcPr marL="0" marR="0" marT="95098" marB="95098" anchor="ctr">
                    <a:lnL w="0" cap="flat" cmpd="sng" algn="ctr">
                      <a:solidFill>
                        <a:srgbClr val="BFB38D"/>
                      </a:solidFill>
                      <a:prstDash val="solid"/>
                      <a:round/>
                      <a:headEnd type="none" w="med" len="med"/>
                      <a:tailEnd type="none" w="med" len="med"/>
                    </a:lnL>
                    <a:lnR w="0" cap="flat" cmpd="sng" algn="ctr">
                      <a:solidFill>
                        <a:srgbClr val="BFB38D"/>
                      </a:solidFill>
                      <a:prstDash val="solid"/>
                      <a:round/>
                      <a:headEnd type="none" w="med" len="med"/>
                      <a:tailEnd type="none" w="med" len="med"/>
                    </a:lnR>
                    <a:lnT w="0" cap="flat" cmpd="sng" algn="ctr">
                      <a:solidFill>
                        <a:srgbClr val="BFB38D"/>
                      </a:solidFill>
                      <a:prstDash val="solid"/>
                      <a:round/>
                      <a:headEnd type="none" w="med" len="med"/>
                      <a:tailEnd type="none" w="med" len="med"/>
                    </a:lnT>
                    <a:lnB w="0" cap="flat" cmpd="sng" algn="ctr">
                      <a:solidFill>
                        <a:srgbClr val="BFB38D"/>
                      </a:solidFill>
                      <a:prstDash val="solid"/>
                      <a:round/>
                      <a:headEnd type="none" w="med" len="med"/>
                      <a:tailEnd type="none" w="med" len="med"/>
                    </a:lnB>
                  </a:tcPr>
                </a:tc>
                <a:tc>
                  <a:txBody>
                    <a:bodyPr/>
                    <a:lstStyle/>
                    <a:p>
                      <a:pPr algn="r" indent="0" marL="0">
                        <a:buNone/>
                      </a:pPr>
                      <a:r>
                        <a:rPr lang="en-US" sz="1050" b="1" dirty="0">
                          <a:solidFill>
                            <a:srgbClr val="3D7251"/>
                          </a:solidFill>
                          <a:latin typeface="IBM Plex Mono" pitchFamily="34" charset="0"/>
                          <a:ea typeface="IBM Plex Mono" pitchFamily="34" charset="-122"/>
                          <a:cs typeface="IBM Plex Mono" pitchFamily="34" charset="-120"/>
                        </a:rPr>
                        <a:t>IN</a:t>
                      </a:r>
                      <a:endParaRPr lang="en-US" sz="1050" dirty="0">
                        <a:latin typeface="IBM Plex Mono" charset="0"/>
                        <a:ea typeface="IBM Plex Mono" charset="0"/>
                        <a:cs typeface="IBM Plex Mono" charset="0"/>
                      </a:endParaRPr>
                    </a:p>
                  </a:txBody>
                  <a:tcPr marL="0" marR="75895" marT="95098" marB="95098" anchor="ctr">
                    <a:lnL w="0" cap="flat" cmpd="sng" algn="ctr">
                      <a:solidFill>
                        <a:srgbClr val="BFB38D"/>
                      </a:solidFill>
                      <a:prstDash val="solid"/>
                      <a:round/>
                      <a:headEnd type="none" w="med" len="med"/>
                      <a:tailEnd type="none" w="med" len="med"/>
                    </a:lnL>
                    <a:lnR w="0" cap="flat" cmpd="sng" algn="ctr">
                      <a:solidFill>
                        <a:srgbClr val="BFB38D"/>
                      </a:solidFill>
                      <a:prstDash val="solid"/>
                      <a:round/>
                      <a:headEnd type="none" w="med" len="med"/>
                      <a:tailEnd type="none" w="med" len="med"/>
                    </a:lnR>
                    <a:lnT w="0" cap="flat" cmpd="sng" algn="ctr">
                      <a:solidFill>
                        <a:srgbClr val="BFB38D"/>
                      </a:solidFill>
                      <a:prstDash val="solid"/>
                      <a:round/>
                      <a:headEnd type="none" w="med" len="med"/>
                      <a:tailEnd type="none" w="med" len="med"/>
                    </a:lnT>
                    <a:lnB w="0" cap="flat" cmpd="sng" algn="ctr">
                      <a:solidFill>
                        <a:srgbClr val="BFB38D"/>
                      </a:solidFill>
                      <a:prstDash val="solid"/>
                      <a:round/>
                      <a:headEnd type="none" w="med" len="med"/>
                      <a:tailEnd type="none" w="med" len="med"/>
                    </a:lnB>
                  </a:tcPr>
                </a:tc>
              </a:tr>
              <a:tr h="363682">
                <a:tc>
                  <a:txBody>
                    <a:bodyPr/>
                    <a:lstStyle/>
                    <a:p>
                      <a:pPr indent="0" marL="0">
                        <a:buNone/>
                      </a:pPr>
                      <a:r>
                        <a:rPr lang="en-US" sz="1050" dirty="0">
                          <a:solidFill>
                            <a:srgbClr val="1C1D24"/>
                          </a:solidFill>
                          <a:latin typeface="IBM Plex Mono" pitchFamily="34" charset="0"/>
                          <a:ea typeface="IBM Plex Mono" pitchFamily="34" charset="-122"/>
                          <a:cs typeface="IBM Plex Mono" pitchFamily="34" charset="-120"/>
                        </a:rPr>
                        <a:t>TaN coverage</a:t>
                      </a:r>
                      <a:endParaRPr lang="en-US" sz="1050" dirty="0">
                        <a:latin typeface="IBM Plex Mono" charset="0"/>
                        <a:ea typeface="IBM Plex Mono" charset="0"/>
                        <a:cs typeface="IBM Plex Mono" charset="0"/>
                      </a:endParaRPr>
                    </a:p>
                  </a:txBody>
                  <a:tcPr marL="0" marR="0" marT="95098" marB="95098" anchor="ctr">
                    <a:lnL w="0" cap="flat" cmpd="sng" algn="ctr">
                      <a:solidFill>
                        <a:srgbClr val="BFB38D"/>
                      </a:solidFill>
                      <a:prstDash val="solid"/>
                      <a:round/>
                      <a:headEnd type="none" w="med" len="med"/>
                      <a:tailEnd type="none" w="med" len="med"/>
                    </a:lnL>
                    <a:lnR w="0" cap="flat" cmpd="sng" algn="ctr">
                      <a:solidFill>
                        <a:srgbClr val="BFB38D"/>
                      </a:solidFill>
                      <a:prstDash val="solid"/>
                      <a:round/>
                      <a:headEnd type="none" w="med" len="med"/>
                      <a:tailEnd type="none" w="med" len="med"/>
                    </a:lnR>
                    <a:lnT w="0" cap="flat" cmpd="sng" algn="ctr">
                      <a:solidFill>
                        <a:srgbClr val="BFB38D"/>
                      </a:solidFill>
                      <a:prstDash val="solid"/>
                      <a:round/>
                      <a:headEnd type="none" w="med" len="med"/>
                      <a:tailEnd type="none" w="med" len="med"/>
                    </a:lnT>
                    <a:lnB w="9525" cap="flat" cmpd="sng" algn="ctr">
                      <a:solidFill>
                        <a:srgbClr val="BFB38D"/>
                      </a:solidFill>
                      <a:prstDash val="solid"/>
                      <a:round/>
                      <a:headEnd type="none" w="med" len="med"/>
                      <a:tailEnd type="none" w="med" len="med"/>
                    </a:lnB>
                  </a:tcPr>
                </a:tc>
                <a:tc>
                  <a:txBody>
                    <a:bodyPr/>
                    <a:lstStyle/>
                    <a:p>
                      <a:pPr algn="r" indent="0" marL="0">
                        <a:buNone/>
                      </a:pPr>
                      <a:r>
                        <a:rPr lang="en-US" sz="1050" dirty="0">
                          <a:solidFill>
                            <a:srgbClr val="1C1D24"/>
                          </a:solidFill>
                          <a:latin typeface="IBM Plex Mono" pitchFamily="34" charset="0"/>
                          <a:ea typeface="IBM Plex Mono" pitchFamily="34" charset="-122"/>
                          <a:cs typeface="IBM Plex Mono" pitchFamily="34" charset="-120"/>
                        </a:rPr>
                        <a:t>uniform</a:t>
                      </a:r>
                      <a:endParaRPr lang="en-US" sz="1050" dirty="0">
                        <a:latin typeface="IBM Plex Mono" charset="0"/>
                        <a:ea typeface="IBM Plex Mono" charset="0"/>
                        <a:cs typeface="IBM Plex Mono" charset="0"/>
                      </a:endParaRPr>
                    </a:p>
                  </a:txBody>
                  <a:tcPr marL="0" marR="0" marT="95098" marB="95098" anchor="ctr">
                    <a:lnL w="0" cap="flat" cmpd="sng" algn="ctr">
                      <a:solidFill>
                        <a:srgbClr val="BFB38D"/>
                      </a:solidFill>
                      <a:prstDash val="solid"/>
                      <a:round/>
                      <a:headEnd type="none" w="med" len="med"/>
                      <a:tailEnd type="none" w="med" len="med"/>
                    </a:lnL>
                    <a:lnR w="0" cap="flat" cmpd="sng" algn="ctr">
                      <a:solidFill>
                        <a:srgbClr val="BFB38D"/>
                      </a:solidFill>
                      <a:prstDash val="solid"/>
                      <a:round/>
                      <a:headEnd type="none" w="med" len="med"/>
                      <a:tailEnd type="none" w="med" len="med"/>
                    </a:lnR>
                    <a:lnT w="0" cap="flat" cmpd="sng" algn="ctr">
                      <a:solidFill>
                        <a:srgbClr val="BFB38D"/>
                      </a:solidFill>
                      <a:prstDash val="solid"/>
                      <a:round/>
                      <a:headEnd type="none" w="med" len="med"/>
                      <a:tailEnd type="none" w="med" len="med"/>
                    </a:lnT>
                    <a:lnB w="0" cap="flat" cmpd="sng" algn="ctr">
                      <a:solidFill>
                        <a:srgbClr val="BFB38D"/>
                      </a:solidFill>
                      <a:prstDash val="solid"/>
                      <a:round/>
                      <a:headEnd type="none" w="med" len="med"/>
                      <a:tailEnd type="none" w="med" len="med"/>
                    </a:lnB>
                  </a:tcPr>
                </a:tc>
                <a:tc>
                  <a:txBody>
                    <a:bodyPr/>
                    <a:lstStyle/>
                    <a:p>
                      <a:pPr algn="r" indent="0" marL="0">
                        <a:buNone/>
                      </a:pPr>
                      <a:r>
                        <a:rPr lang="en-US" sz="1050" dirty="0">
                          <a:solidFill>
                            <a:srgbClr val="665B46"/>
                          </a:solidFill>
                          <a:latin typeface="IBM Plex Mono" pitchFamily="34" charset="0"/>
                          <a:ea typeface="IBM Plex Mono" pitchFamily="34" charset="-122"/>
                          <a:cs typeface="IBM Plex Mono" pitchFamily="34" charset="-120"/>
                        </a:rPr>
                        <a:t>uniform</a:t>
                      </a:r>
                      <a:endParaRPr lang="en-US" sz="1050" dirty="0">
                        <a:latin typeface="IBM Plex Mono" charset="0"/>
                        <a:ea typeface="IBM Plex Mono" charset="0"/>
                        <a:cs typeface="IBM Plex Mono" charset="0"/>
                      </a:endParaRPr>
                    </a:p>
                  </a:txBody>
                  <a:tcPr marL="0" marR="0" marT="95098" marB="95098" anchor="ctr">
                    <a:lnL w="0" cap="flat" cmpd="sng" algn="ctr">
                      <a:solidFill>
                        <a:srgbClr val="BFB38D"/>
                      </a:solidFill>
                      <a:prstDash val="solid"/>
                      <a:round/>
                      <a:headEnd type="none" w="med" len="med"/>
                      <a:tailEnd type="none" w="med" len="med"/>
                    </a:lnL>
                    <a:lnR w="0" cap="flat" cmpd="sng" algn="ctr">
                      <a:solidFill>
                        <a:srgbClr val="BFB38D"/>
                      </a:solidFill>
                      <a:prstDash val="solid"/>
                      <a:round/>
                      <a:headEnd type="none" w="med" len="med"/>
                      <a:tailEnd type="none" w="med" len="med"/>
                    </a:lnR>
                    <a:lnT w="0" cap="flat" cmpd="sng" algn="ctr">
                      <a:solidFill>
                        <a:srgbClr val="BFB38D"/>
                      </a:solidFill>
                      <a:prstDash val="solid"/>
                      <a:round/>
                      <a:headEnd type="none" w="med" len="med"/>
                      <a:tailEnd type="none" w="med" len="med"/>
                    </a:lnT>
                    <a:lnB w="0" cap="flat" cmpd="sng" algn="ctr">
                      <a:solidFill>
                        <a:srgbClr val="BFB38D"/>
                      </a:solidFill>
                      <a:prstDash val="solid"/>
                      <a:round/>
                      <a:headEnd type="none" w="med" len="med"/>
                      <a:tailEnd type="none" w="med" len="med"/>
                    </a:lnB>
                  </a:tcPr>
                </a:tc>
                <a:tc>
                  <a:txBody>
                    <a:bodyPr/>
                    <a:lstStyle/>
                    <a:p>
                      <a:pPr algn="r" indent="0" marL="0">
                        <a:buNone/>
                      </a:pPr>
                      <a:r>
                        <a:rPr lang="en-US" sz="1050" b="1" dirty="0">
                          <a:solidFill>
                            <a:srgbClr val="3D7251"/>
                          </a:solidFill>
                          <a:latin typeface="IBM Plex Mono" pitchFamily="34" charset="0"/>
                          <a:ea typeface="IBM Plex Mono" pitchFamily="34" charset="-122"/>
                          <a:cs typeface="IBM Plex Mono" pitchFamily="34" charset="-120"/>
                        </a:rPr>
                        <a:t>OK</a:t>
                      </a:r>
                      <a:endParaRPr lang="en-US" sz="1050" dirty="0">
                        <a:latin typeface="IBM Plex Mono" charset="0"/>
                        <a:ea typeface="IBM Plex Mono" charset="0"/>
                        <a:cs typeface="IBM Plex Mono" charset="0"/>
                      </a:endParaRPr>
                    </a:p>
                  </a:txBody>
                  <a:tcPr marL="0" marR="75895" marT="95098" marB="95098" anchor="ctr">
                    <a:lnL w="0" cap="flat" cmpd="sng" algn="ctr">
                      <a:solidFill>
                        <a:srgbClr val="BFB38D"/>
                      </a:solidFill>
                      <a:prstDash val="solid"/>
                      <a:round/>
                      <a:headEnd type="none" w="med" len="med"/>
                      <a:tailEnd type="none" w="med" len="med"/>
                    </a:lnL>
                    <a:lnR w="0" cap="flat" cmpd="sng" algn="ctr">
                      <a:solidFill>
                        <a:srgbClr val="BFB38D"/>
                      </a:solidFill>
                      <a:prstDash val="solid"/>
                      <a:round/>
                      <a:headEnd type="none" w="med" len="med"/>
                      <a:tailEnd type="none" w="med" len="med"/>
                    </a:lnR>
                    <a:lnT w="0" cap="flat" cmpd="sng" algn="ctr">
                      <a:solidFill>
                        <a:srgbClr val="BFB38D"/>
                      </a:solidFill>
                      <a:prstDash val="solid"/>
                      <a:round/>
                      <a:headEnd type="none" w="med" len="med"/>
                      <a:tailEnd type="none" w="med" len="med"/>
                    </a:lnT>
                    <a:lnB w="0" cap="flat" cmpd="sng" algn="ctr">
                      <a:solidFill>
                        <a:srgbClr val="BFB38D"/>
                      </a:solidFill>
                      <a:prstDash val="solid"/>
                      <a:round/>
                      <a:headEnd type="none" w="med" len="med"/>
                      <a:tailEnd type="none" w="med" len="med"/>
                    </a:lnB>
                  </a:tcPr>
                </a:tc>
              </a:tr>
              <a:tr h="363682">
                <a:tc>
                  <a:txBody>
                    <a:bodyPr/>
                    <a:lstStyle/>
                    <a:p>
                      <a:pPr indent="0" marL="0">
                        <a:buNone/>
                      </a:pPr>
                      <a:r>
                        <a:rPr lang="en-US" sz="1050" dirty="0">
                          <a:solidFill>
                            <a:srgbClr val="1C1D24"/>
                          </a:solidFill>
                          <a:latin typeface="IBM Plex Mono" pitchFamily="34" charset="0"/>
                          <a:ea typeface="IBM Plex Mono" pitchFamily="34" charset="-122"/>
                          <a:cs typeface="IBM Plex Mono" pitchFamily="34" charset="-120"/>
                        </a:rPr>
                        <a:t>Se recess</a:t>
                      </a:r>
                      <a:endParaRPr lang="en-US" sz="1050" dirty="0">
                        <a:latin typeface="IBM Plex Mono" charset="0"/>
                        <a:ea typeface="IBM Plex Mono" charset="0"/>
                        <a:cs typeface="IBM Plex Mono" charset="0"/>
                      </a:endParaRPr>
                    </a:p>
                  </a:txBody>
                  <a:tcPr marL="0" marR="0" marT="95098" marB="95098" anchor="ctr">
                    <a:lnL w="0" cap="flat" cmpd="sng" algn="ctr">
                      <a:solidFill>
                        <a:srgbClr val="BFB38D"/>
                      </a:solidFill>
                      <a:prstDash val="solid"/>
                      <a:round/>
                      <a:headEnd type="none" w="med" len="med"/>
                      <a:tailEnd type="none" w="med" len="med"/>
                    </a:lnL>
                    <a:lnR w="0" cap="flat" cmpd="sng" algn="ctr">
                      <a:solidFill>
                        <a:srgbClr val="BFB38D"/>
                      </a:solidFill>
                      <a:prstDash val="solid"/>
                      <a:round/>
                      <a:headEnd type="none" w="med" len="med"/>
                      <a:tailEnd type="none" w="med" len="med"/>
                    </a:lnR>
                    <a:lnT w="0" cap="flat" cmpd="sng" algn="ctr">
                      <a:solidFill>
                        <a:srgbClr val="BFB38D"/>
                      </a:solidFill>
                      <a:prstDash val="solid"/>
                      <a:round/>
                      <a:headEnd type="none" w="med" len="med"/>
                      <a:tailEnd type="none" w="med" len="med"/>
                    </a:lnT>
                    <a:lnB w="9525" cap="flat" cmpd="sng" algn="ctr">
                      <a:solidFill>
                        <a:srgbClr val="BFB38D"/>
                      </a:solidFill>
                      <a:prstDash val="solid"/>
                      <a:round/>
                      <a:headEnd type="none" w="med" len="med"/>
                      <a:tailEnd type="none" w="med" len="med"/>
                    </a:lnB>
                  </a:tcPr>
                </a:tc>
                <a:tc>
                  <a:txBody>
                    <a:bodyPr/>
                    <a:lstStyle/>
                    <a:p>
                      <a:pPr algn="r" indent="0" marL="0">
                        <a:buNone/>
                      </a:pPr>
                      <a:r>
                        <a:rPr lang="en-US" sz="1050" dirty="0">
                          <a:solidFill>
                            <a:srgbClr val="1C1D24"/>
                          </a:solidFill>
                          <a:latin typeface="IBM Plex Mono" pitchFamily="34" charset="0"/>
                          <a:ea typeface="IBM Plex Mono" pitchFamily="34" charset="-122"/>
                          <a:cs typeface="IBM Plex Mono" pitchFamily="34" charset="-120"/>
                        </a:rPr>
                        <a:t>3.1 nm</a:t>
                      </a:r>
                      <a:endParaRPr lang="en-US" sz="1050" dirty="0">
                        <a:latin typeface="IBM Plex Mono" charset="0"/>
                        <a:ea typeface="IBM Plex Mono" charset="0"/>
                        <a:cs typeface="IBM Plex Mono" charset="0"/>
                      </a:endParaRPr>
                    </a:p>
                  </a:txBody>
                  <a:tcPr marL="0" marR="0" marT="95098" marB="95098" anchor="ctr">
                    <a:lnL w="0" cap="flat" cmpd="sng" algn="ctr">
                      <a:solidFill>
                        <a:srgbClr val="BFB38D"/>
                      </a:solidFill>
                      <a:prstDash val="solid"/>
                      <a:round/>
                      <a:headEnd type="none" w="med" len="med"/>
                      <a:tailEnd type="none" w="med" len="med"/>
                    </a:lnL>
                    <a:lnR w="0" cap="flat" cmpd="sng" algn="ctr">
                      <a:solidFill>
                        <a:srgbClr val="BFB38D"/>
                      </a:solidFill>
                      <a:prstDash val="solid"/>
                      <a:round/>
                      <a:headEnd type="none" w="med" len="med"/>
                      <a:tailEnd type="none" w="med" len="med"/>
                    </a:lnR>
                    <a:lnT w="0" cap="flat" cmpd="sng" algn="ctr">
                      <a:solidFill>
                        <a:srgbClr val="BFB38D"/>
                      </a:solidFill>
                      <a:prstDash val="solid"/>
                      <a:round/>
                      <a:headEnd type="none" w="med" len="med"/>
                      <a:tailEnd type="none" w="med" len="med"/>
                    </a:lnT>
                    <a:lnB w="0" cap="flat" cmpd="sng" algn="ctr">
                      <a:solidFill>
                        <a:srgbClr val="BFB38D"/>
                      </a:solidFill>
                      <a:prstDash val="solid"/>
                      <a:round/>
                      <a:headEnd type="none" w="med" len="med"/>
                      <a:tailEnd type="none" w="med" len="med"/>
                    </a:lnB>
                  </a:tcPr>
                </a:tc>
                <a:tc>
                  <a:txBody>
                    <a:bodyPr/>
                    <a:lstStyle/>
                    <a:p>
                      <a:pPr algn="r" indent="0" marL="0">
                        <a:buNone/>
                      </a:pPr>
                      <a:r>
                        <a:rPr lang="en-US" sz="1050" dirty="0">
                          <a:solidFill>
                            <a:srgbClr val="665B46"/>
                          </a:solidFill>
                          <a:latin typeface="IBM Plex Mono" pitchFamily="34" charset="0"/>
                          <a:ea typeface="IBM Plex Mono" pitchFamily="34" charset="-122"/>
                          <a:cs typeface="IBM Plex Mono" pitchFamily="34" charset="-120"/>
                        </a:rPr>
                        <a:t>≤ 5</a:t>
                      </a:r>
                      <a:endParaRPr lang="en-US" sz="1050" dirty="0">
                        <a:latin typeface="IBM Plex Mono" charset="0"/>
                        <a:ea typeface="IBM Plex Mono" charset="0"/>
                        <a:cs typeface="IBM Plex Mono" charset="0"/>
                      </a:endParaRPr>
                    </a:p>
                  </a:txBody>
                  <a:tcPr marL="0" marR="0" marT="95098" marB="95098" anchor="ctr">
                    <a:lnL w="0" cap="flat" cmpd="sng" algn="ctr">
                      <a:solidFill>
                        <a:srgbClr val="BFB38D"/>
                      </a:solidFill>
                      <a:prstDash val="solid"/>
                      <a:round/>
                      <a:headEnd type="none" w="med" len="med"/>
                      <a:tailEnd type="none" w="med" len="med"/>
                    </a:lnL>
                    <a:lnR w="0" cap="flat" cmpd="sng" algn="ctr">
                      <a:solidFill>
                        <a:srgbClr val="BFB38D"/>
                      </a:solidFill>
                      <a:prstDash val="solid"/>
                      <a:round/>
                      <a:headEnd type="none" w="med" len="med"/>
                      <a:tailEnd type="none" w="med" len="med"/>
                    </a:lnR>
                    <a:lnT w="0" cap="flat" cmpd="sng" algn="ctr">
                      <a:solidFill>
                        <a:srgbClr val="BFB38D"/>
                      </a:solidFill>
                      <a:prstDash val="solid"/>
                      <a:round/>
                      <a:headEnd type="none" w="med" len="med"/>
                      <a:tailEnd type="none" w="med" len="med"/>
                    </a:lnT>
                    <a:lnB w="0" cap="flat" cmpd="sng" algn="ctr">
                      <a:solidFill>
                        <a:srgbClr val="BFB38D"/>
                      </a:solidFill>
                      <a:prstDash val="solid"/>
                      <a:round/>
                      <a:headEnd type="none" w="med" len="med"/>
                      <a:tailEnd type="none" w="med" len="med"/>
                    </a:lnB>
                  </a:tcPr>
                </a:tc>
                <a:tc>
                  <a:txBody>
                    <a:bodyPr/>
                    <a:lstStyle/>
                    <a:p>
                      <a:pPr algn="r" indent="0" marL="0">
                        <a:buNone/>
                      </a:pPr>
                      <a:r>
                        <a:rPr lang="en-US" sz="1050" b="1" dirty="0">
                          <a:solidFill>
                            <a:srgbClr val="3D7251"/>
                          </a:solidFill>
                          <a:latin typeface="IBM Plex Mono" pitchFamily="34" charset="0"/>
                          <a:ea typeface="IBM Plex Mono" pitchFamily="34" charset="-122"/>
                          <a:cs typeface="IBM Plex Mono" pitchFamily="34" charset="-120"/>
                        </a:rPr>
                        <a:t>OK</a:t>
                      </a:r>
                      <a:endParaRPr lang="en-US" sz="1050" dirty="0">
                        <a:latin typeface="IBM Plex Mono" charset="0"/>
                        <a:ea typeface="IBM Plex Mono" charset="0"/>
                        <a:cs typeface="IBM Plex Mono" charset="0"/>
                      </a:endParaRPr>
                    </a:p>
                  </a:txBody>
                  <a:tcPr marL="0" marR="75895" marT="95098" marB="95098" anchor="ctr">
                    <a:lnL w="0" cap="flat" cmpd="sng" algn="ctr">
                      <a:solidFill>
                        <a:srgbClr val="BFB38D"/>
                      </a:solidFill>
                      <a:prstDash val="solid"/>
                      <a:round/>
                      <a:headEnd type="none" w="med" len="med"/>
                      <a:tailEnd type="none" w="med" len="med"/>
                    </a:lnL>
                    <a:lnR w="0" cap="flat" cmpd="sng" algn="ctr">
                      <a:solidFill>
                        <a:srgbClr val="BFB38D"/>
                      </a:solidFill>
                      <a:prstDash val="solid"/>
                      <a:round/>
                      <a:headEnd type="none" w="med" len="med"/>
                      <a:tailEnd type="none" w="med" len="med"/>
                    </a:lnR>
                    <a:lnT w="0" cap="flat" cmpd="sng" algn="ctr">
                      <a:solidFill>
                        <a:srgbClr val="BFB38D"/>
                      </a:solidFill>
                      <a:prstDash val="solid"/>
                      <a:round/>
                      <a:headEnd type="none" w="med" len="med"/>
                      <a:tailEnd type="none" w="med" len="med"/>
                    </a:lnT>
                    <a:lnB w="0" cap="flat" cmpd="sng" algn="ctr">
                      <a:solidFill>
                        <a:srgbClr val="BFB38D"/>
                      </a:solidFill>
                      <a:prstDash val="solid"/>
                      <a:round/>
                      <a:headEnd type="none" w="med" len="med"/>
                      <a:tailEnd type="none" w="med" len="med"/>
                    </a:lnB>
                  </a:tcPr>
                </a:tc>
              </a:tr>
              <a:tr h="363682">
                <a:tc>
                  <a:txBody>
                    <a:bodyPr/>
                    <a:lstStyle/>
                    <a:p>
                      <a:pPr indent="0" marL="0">
                        <a:buNone/>
                      </a:pPr>
                      <a:r>
                        <a:rPr lang="en-US" sz="1050" dirty="0">
                          <a:solidFill>
                            <a:srgbClr val="1C1D24"/>
                          </a:solidFill>
                          <a:latin typeface="IBM Plex Mono" pitchFamily="34" charset="0"/>
                          <a:ea typeface="IBM Plex Mono" pitchFamily="34" charset="-122"/>
                          <a:cs typeface="IBM Plex Mono" pitchFamily="34" charset="-120"/>
                        </a:rPr>
                        <a:t>surface rough.</a:t>
                      </a:r>
                      <a:endParaRPr lang="en-US" sz="1050" dirty="0">
                        <a:latin typeface="IBM Plex Mono" charset="0"/>
                        <a:ea typeface="IBM Plex Mono" charset="0"/>
                        <a:cs typeface="IBM Plex Mono" charset="0"/>
                      </a:endParaRPr>
                    </a:p>
                  </a:txBody>
                  <a:tcPr marL="0" marR="0" marT="95098" marB="95098" anchor="ctr">
                    <a:lnL w="0" cap="flat" cmpd="sng" algn="ctr">
                      <a:solidFill>
                        <a:srgbClr val="BFB38D"/>
                      </a:solidFill>
                      <a:prstDash val="solid"/>
                      <a:round/>
                      <a:headEnd type="none" w="med" len="med"/>
                      <a:tailEnd type="none" w="med" len="med"/>
                    </a:lnL>
                    <a:lnR w="0" cap="flat" cmpd="sng" algn="ctr">
                      <a:solidFill>
                        <a:srgbClr val="BFB38D"/>
                      </a:solidFill>
                      <a:prstDash val="solid"/>
                      <a:round/>
                      <a:headEnd type="none" w="med" len="med"/>
                      <a:tailEnd type="none" w="med" len="med"/>
                    </a:lnR>
                    <a:lnT w="0" cap="flat" cmpd="sng" algn="ctr">
                      <a:solidFill>
                        <a:srgbClr val="BFB38D"/>
                      </a:solidFill>
                      <a:prstDash val="solid"/>
                      <a:round/>
                      <a:headEnd type="none" w="med" len="med"/>
                      <a:tailEnd type="none" w="med" len="med"/>
                    </a:lnT>
                    <a:lnB w="9525" cap="flat" cmpd="sng" algn="ctr">
                      <a:solidFill>
                        <a:srgbClr val="BFB38D"/>
                      </a:solidFill>
                      <a:prstDash val="solid"/>
                      <a:round/>
                      <a:headEnd type="none" w="med" len="med"/>
                      <a:tailEnd type="none" w="med" len="med"/>
                    </a:lnB>
                  </a:tcPr>
                </a:tc>
                <a:tc>
                  <a:txBody>
                    <a:bodyPr/>
                    <a:lstStyle/>
                    <a:p>
                      <a:pPr algn="r" indent="0" marL="0">
                        <a:buNone/>
                      </a:pPr>
                      <a:r>
                        <a:rPr lang="en-US" sz="1050" dirty="0">
                          <a:solidFill>
                            <a:srgbClr val="1C1D24"/>
                          </a:solidFill>
                          <a:latin typeface="IBM Plex Mono" pitchFamily="34" charset="0"/>
                          <a:ea typeface="IBM Plex Mono" pitchFamily="34" charset="-122"/>
                          <a:cs typeface="IBM Plex Mono" pitchFamily="34" charset="-120"/>
                        </a:rPr>
                        <a:t>0.8 nm</a:t>
                      </a:r>
                      <a:endParaRPr lang="en-US" sz="1050" dirty="0">
                        <a:latin typeface="IBM Plex Mono" charset="0"/>
                        <a:ea typeface="IBM Plex Mono" charset="0"/>
                        <a:cs typeface="IBM Plex Mono" charset="0"/>
                      </a:endParaRPr>
                    </a:p>
                  </a:txBody>
                  <a:tcPr marL="0" marR="0" marT="95098" marB="95098" anchor="ctr">
                    <a:lnL w="0" cap="flat" cmpd="sng" algn="ctr">
                      <a:solidFill>
                        <a:srgbClr val="BFB38D"/>
                      </a:solidFill>
                      <a:prstDash val="solid"/>
                      <a:round/>
                      <a:headEnd type="none" w="med" len="med"/>
                      <a:tailEnd type="none" w="med" len="med"/>
                    </a:lnL>
                    <a:lnR w="0" cap="flat" cmpd="sng" algn="ctr">
                      <a:solidFill>
                        <a:srgbClr val="BFB38D"/>
                      </a:solidFill>
                      <a:prstDash val="solid"/>
                      <a:round/>
                      <a:headEnd type="none" w="med" len="med"/>
                      <a:tailEnd type="none" w="med" len="med"/>
                    </a:lnR>
                    <a:lnT w="0" cap="flat" cmpd="sng" algn="ctr">
                      <a:solidFill>
                        <a:srgbClr val="BFB38D"/>
                      </a:solidFill>
                      <a:prstDash val="solid"/>
                      <a:round/>
                      <a:headEnd type="none" w="med" len="med"/>
                      <a:tailEnd type="none" w="med" len="med"/>
                    </a:lnT>
                    <a:lnB w="0" cap="flat" cmpd="sng" algn="ctr">
                      <a:solidFill>
                        <a:srgbClr val="BFB38D"/>
                      </a:solidFill>
                      <a:prstDash val="solid"/>
                      <a:round/>
                      <a:headEnd type="none" w="med" len="med"/>
                      <a:tailEnd type="none" w="med" len="med"/>
                    </a:lnB>
                  </a:tcPr>
                </a:tc>
                <a:tc>
                  <a:txBody>
                    <a:bodyPr/>
                    <a:lstStyle/>
                    <a:p>
                      <a:pPr algn="r" indent="0" marL="0">
                        <a:buNone/>
                      </a:pPr>
                      <a:r>
                        <a:rPr lang="en-US" sz="1050" dirty="0">
                          <a:solidFill>
                            <a:srgbClr val="665B46"/>
                          </a:solidFill>
                          <a:latin typeface="IBM Plex Mono" pitchFamily="34" charset="0"/>
                          <a:ea typeface="IBM Plex Mono" pitchFamily="34" charset="-122"/>
                          <a:cs typeface="IBM Plex Mono" pitchFamily="34" charset="-120"/>
                        </a:rPr>
                        <a:t>≤ 1.5</a:t>
                      </a:r>
                      <a:endParaRPr lang="en-US" sz="1050" dirty="0">
                        <a:latin typeface="IBM Plex Mono" charset="0"/>
                        <a:ea typeface="IBM Plex Mono" charset="0"/>
                        <a:cs typeface="IBM Plex Mono" charset="0"/>
                      </a:endParaRPr>
                    </a:p>
                  </a:txBody>
                  <a:tcPr marL="0" marR="0" marT="95098" marB="95098" anchor="ctr">
                    <a:lnL w="0" cap="flat" cmpd="sng" algn="ctr">
                      <a:solidFill>
                        <a:srgbClr val="BFB38D"/>
                      </a:solidFill>
                      <a:prstDash val="solid"/>
                      <a:round/>
                      <a:headEnd type="none" w="med" len="med"/>
                      <a:tailEnd type="none" w="med" len="med"/>
                    </a:lnL>
                    <a:lnR w="0" cap="flat" cmpd="sng" algn="ctr">
                      <a:solidFill>
                        <a:srgbClr val="BFB38D"/>
                      </a:solidFill>
                      <a:prstDash val="solid"/>
                      <a:round/>
                      <a:headEnd type="none" w="med" len="med"/>
                      <a:tailEnd type="none" w="med" len="med"/>
                    </a:lnR>
                    <a:lnT w="0" cap="flat" cmpd="sng" algn="ctr">
                      <a:solidFill>
                        <a:srgbClr val="BFB38D"/>
                      </a:solidFill>
                      <a:prstDash val="solid"/>
                      <a:round/>
                      <a:headEnd type="none" w="med" len="med"/>
                      <a:tailEnd type="none" w="med" len="med"/>
                    </a:lnT>
                    <a:lnB w="0" cap="flat" cmpd="sng" algn="ctr">
                      <a:solidFill>
                        <a:srgbClr val="BFB38D"/>
                      </a:solidFill>
                      <a:prstDash val="solid"/>
                      <a:round/>
                      <a:headEnd type="none" w="med" len="med"/>
                      <a:tailEnd type="none" w="med" len="med"/>
                    </a:lnB>
                  </a:tcPr>
                </a:tc>
                <a:tc>
                  <a:txBody>
                    <a:bodyPr/>
                    <a:lstStyle/>
                    <a:p>
                      <a:pPr algn="r" indent="0" marL="0">
                        <a:buNone/>
                      </a:pPr>
                      <a:r>
                        <a:rPr lang="en-US" sz="1050" b="1" dirty="0">
                          <a:solidFill>
                            <a:srgbClr val="3D7251"/>
                          </a:solidFill>
                          <a:latin typeface="IBM Plex Mono" pitchFamily="34" charset="0"/>
                          <a:ea typeface="IBM Plex Mono" pitchFamily="34" charset="-122"/>
                          <a:cs typeface="IBM Plex Mono" pitchFamily="34" charset="-120"/>
                        </a:rPr>
                        <a:t>OK</a:t>
                      </a:r>
                      <a:endParaRPr lang="en-US" sz="1050" dirty="0">
                        <a:latin typeface="IBM Plex Mono" charset="0"/>
                        <a:ea typeface="IBM Plex Mono" charset="0"/>
                        <a:cs typeface="IBM Plex Mono" charset="0"/>
                      </a:endParaRPr>
                    </a:p>
                  </a:txBody>
                  <a:tcPr marL="0" marR="75895" marT="95098" marB="95098" anchor="ctr">
                    <a:lnL w="0" cap="flat" cmpd="sng" algn="ctr">
                      <a:solidFill>
                        <a:srgbClr val="BFB38D"/>
                      </a:solidFill>
                      <a:prstDash val="solid"/>
                      <a:round/>
                      <a:headEnd type="none" w="med" len="med"/>
                      <a:tailEnd type="none" w="med" len="med"/>
                    </a:lnL>
                    <a:lnR w="0" cap="flat" cmpd="sng" algn="ctr">
                      <a:solidFill>
                        <a:srgbClr val="BFB38D"/>
                      </a:solidFill>
                      <a:prstDash val="solid"/>
                      <a:round/>
                      <a:headEnd type="none" w="med" len="med"/>
                      <a:tailEnd type="none" w="med" len="med"/>
                    </a:lnR>
                    <a:lnT w="0" cap="flat" cmpd="sng" algn="ctr">
                      <a:solidFill>
                        <a:srgbClr val="BFB38D"/>
                      </a:solidFill>
                      <a:prstDash val="solid"/>
                      <a:round/>
                      <a:headEnd type="none" w="med" len="med"/>
                      <a:tailEnd type="none" w="med" len="med"/>
                    </a:lnT>
                    <a:lnB w="0" cap="flat" cmpd="sng" algn="ctr">
                      <a:solidFill>
                        <a:srgbClr val="BFB38D"/>
                      </a:solidFill>
                      <a:prstDash val="solid"/>
                      <a:round/>
                      <a:headEnd type="none" w="med" len="med"/>
                      <a:tailEnd type="none" w="med" len="med"/>
                    </a:lnB>
                  </a:tcPr>
                </a:tc>
              </a:tr>
              <a:tr h="363682">
                <a:tc>
                  <a:txBody>
                    <a:bodyPr/>
                    <a:lstStyle/>
                    <a:p>
                      <a:pPr indent="0" marL="0">
                        <a:buNone/>
                      </a:pPr>
                      <a:r>
                        <a:rPr lang="en-US" sz="1050" dirty="0">
                          <a:solidFill>
                            <a:srgbClr val="1C1D24"/>
                          </a:solidFill>
                          <a:latin typeface="IBM Plex Mono" pitchFamily="34" charset="0"/>
                          <a:ea typeface="IBM Plex Mono" pitchFamily="34" charset="-122"/>
                          <a:cs typeface="IBM Plex Mono" pitchFamily="34" charset="-120"/>
                        </a:rPr>
                        <a:t>void in trench</a:t>
                      </a:r>
                      <a:endParaRPr lang="en-US" sz="1050" dirty="0">
                        <a:latin typeface="IBM Plex Mono" charset="0"/>
                        <a:ea typeface="IBM Plex Mono" charset="0"/>
                        <a:cs typeface="IBM Plex Mono" charset="0"/>
                      </a:endParaRPr>
                    </a:p>
                  </a:txBody>
                  <a:tcPr marL="0" marR="0" marT="95098" marB="95098" anchor="ctr">
                    <a:lnL w="0" cap="flat" cmpd="sng" algn="ctr">
                      <a:solidFill>
                        <a:srgbClr val="BFB38D"/>
                      </a:solidFill>
                      <a:prstDash val="solid"/>
                      <a:round/>
                      <a:headEnd type="none" w="med" len="med"/>
                      <a:tailEnd type="none" w="med" len="med"/>
                    </a:lnL>
                    <a:lnR w="0" cap="flat" cmpd="sng" algn="ctr">
                      <a:solidFill>
                        <a:srgbClr val="BFB38D"/>
                      </a:solidFill>
                      <a:prstDash val="solid"/>
                      <a:round/>
                      <a:headEnd type="none" w="med" len="med"/>
                      <a:tailEnd type="none" w="med" len="med"/>
                    </a:lnR>
                    <a:lnT w="0" cap="flat" cmpd="sng" algn="ctr">
                      <a:solidFill>
                        <a:srgbClr val="BFB38D"/>
                      </a:solidFill>
                      <a:prstDash val="solid"/>
                      <a:round/>
                      <a:headEnd type="none" w="med" len="med"/>
                      <a:tailEnd type="none" w="med" len="med"/>
                    </a:lnT>
                    <a:lnB w="0" cap="flat" cmpd="sng" algn="ctr">
                      <a:solidFill>
                        <a:srgbClr val="BFB38D"/>
                      </a:solidFill>
                      <a:prstDash val="solid"/>
                      <a:round/>
                      <a:headEnd type="none" w="med" len="med"/>
                      <a:tailEnd type="none" w="med" len="med"/>
                    </a:lnB>
                  </a:tcPr>
                </a:tc>
                <a:tc>
                  <a:txBody>
                    <a:bodyPr/>
                    <a:lstStyle/>
                    <a:p>
                      <a:pPr algn="r" indent="0" marL="0">
                        <a:buNone/>
                      </a:pPr>
                      <a:r>
                        <a:rPr lang="en-US" sz="1050" dirty="0">
                          <a:solidFill>
                            <a:srgbClr val="1C1D24"/>
                          </a:solidFill>
                          <a:latin typeface="IBM Plex Mono" pitchFamily="34" charset="0"/>
                          <a:ea typeface="IBM Plex Mono" pitchFamily="34" charset="-122"/>
                          <a:cs typeface="IBM Plex Mono" pitchFamily="34" charset="-120"/>
                        </a:rPr>
                        <a:t>none</a:t>
                      </a:r>
                      <a:endParaRPr lang="en-US" sz="1050" dirty="0">
                        <a:latin typeface="IBM Plex Mono" charset="0"/>
                        <a:ea typeface="IBM Plex Mono" charset="0"/>
                        <a:cs typeface="IBM Plex Mono" charset="0"/>
                      </a:endParaRPr>
                    </a:p>
                  </a:txBody>
                  <a:tcPr marL="0" marR="0" marT="95098" marB="95098" anchor="ctr">
                    <a:lnL w="0" cap="flat" cmpd="sng" algn="ctr">
                      <a:solidFill>
                        <a:srgbClr val="BFB38D"/>
                      </a:solidFill>
                      <a:prstDash val="solid"/>
                      <a:round/>
                      <a:headEnd type="none" w="med" len="med"/>
                      <a:tailEnd type="none" w="med" len="med"/>
                    </a:lnL>
                    <a:lnR w="0" cap="flat" cmpd="sng" algn="ctr">
                      <a:solidFill>
                        <a:srgbClr val="BFB38D"/>
                      </a:solidFill>
                      <a:prstDash val="solid"/>
                      <a:round/>
                      <a:headEnd type="none" w="med" len="med"/>
                      <a:tailEnd type="none" w="med" len="med"/>
                    </a:lnR>
                    <a:lnT w="0" cap="flat" cmpd="sng" algn="ctr">
                      <a:solidFill>
                        <a:srgbClr val="BFB38D"/>
                      </a:solidFill>
                      <a:prstDash val="solid"/>
                      <a:round/>
                      <a:headEnd type="none" w="med" len="med"/>
                      <a:tailEnd type="none" w="med" len="med"/>
                    </a:lnT>
                    <a:lnB w="0" cap="flat" cmpd="sng" algn="ctr">
                      <a:solidFill>
                        <a:srgbClr val="BFB38D"/>
                      </a:solidFill>
                      <a:prstDash val="solid"/>
                      <a:round/>
                      <a:headEnd type="none" w="med" len="med"/>
                      <a:tailEnd type="none" w="med" len="med"/>
                    </a:lnB>
                  </a:tcPr>
                </a:tc>
                <a:tc>
                  <a:txBody>
                    <a:bodyPr/>
                    <a:lstStyle/>
                    <a:p>
                      <a:pPr algn="r" indent="0" marL="0">
                        <a:buNone/>
                      </a:pPr>
                      <a:r>
                        <a:rPr lang="en-US" sz="1050" dirty="0">
                          <a:solidFill>
                            <a:srgbClr val="665B46"/>
                          </a:solidFill>
                          <a:latin typeface="IBM Plex Mono" pitchFamily="34" charset="0"/>
                          <a:ea typeface="IBM Plex Mono" pitchFamily="34" charset="-122"/>
                          <a:cs typeface="IBM Plex Mono" pitchFamily="34" charset="-120"/>
                        </a:rPr>
                        <a:t>none</a:t>
                      </a:r>
                      <a:endParaRPr lang="en-US" sz="1050" dirty="0">
                        <a:latin typeface="IBM Plex Mono" charset="0"/>
                        <a:ea typeface="IBM Plex Mono" charset="0"/>
                        <a:cs typeface="IBM Plex Mono" charset="0"/>
                      </a:endParaRPr>
                    </a:p>
                  </a:txBody>
                  <a:tcPr marL="0" marR="0" marT="95098" marB="95098" anchor="ctr">
                    <a:lnL w="0" cap="flat" cmpd="sng" algn="ctr">
                      <a:solidFill>
                        <a:srgbClr val="BFB38D"/>
                      </a:solidFill>
                      <a:prstDash val="solid"/>
                      <a:round/>
                      <a:headEnd type="none" w="med" len="med"/>
                      <a:tailEnd type="none" w="med" len="med"/>
                    </a:lnL>
                    <a:lnR w="0" cap="flat" cmpd="sng" algn="ctr">
                      <a:solidFill>
                        <a:srgbClr val="BFB38D"/>
                      </a:solidFill>
                      <a:prstDash val="solid"/>
                      <a:round/>
                      <a:headEnd type="none" w="med" len="med"/>
                      <a:tailEnd type="none" w="med" len="med"/>
                    </a:lnR>
                    <a:lnT w="0" cap="flat" cmpd="sng" algn="ctr">
                      <a:solidFill>
                        <a:srgbClr val="BFB38D"/>
                      </a:solidFill>
                      <a:prstDash val="solid"/>
                      <a:round/>
                      <a:headEnd type="none" w="med" len="med"/>
                      <a:tailEnd type="none" w="med" len="med"/>
                    </a:lnT>
                    <a:lnB w="0" cap="flat" cmpd="sng" algn="ctr">
                      <a:solidFill>
                        <a:srgbClr val="BFB38D"/>
                      </a:solidFill>
                      <a:prstDash val="solid"/>
                      <a:round/>
                      <a:headEnd type="none" w="med" len="med"/>
                      <a:tailEnd type="none" w="med" len="med"/>
                    </a:lnB>
                  </a:tcPr>
                </a:tc>
                <a:tc>
                  <a:txBody>
                    <a:bodyPr/>
                    <a:lstStyle/>
                    <a:p>
                      <a:pPr algn="r" indent="0" marL="0">
                        <a:buNone/>
                      </a:pPr>
                      <a:r>
                        <a:rPr lang="en-US" sz="1050" b="1" dirty="0">
                          <a:solidFill>
                            <a:srgbClr val="3D7251"/>
                          </a:solidFill>
                          <a:latin typeface="IBM Plex Mono" pitchFamily="34" charset="0"/>
                          <a:ea typeface="IBM Plex Mono" pitchFamily="34" charset="-122"/>
                          <a:cs typeface="IBM Plex Mono" pitchFamily="34" charset="-120"/>
                        </a:rPr>
                        <a:t>OK</a:t>
                      </a:r>
                      <a:endParaRPr lang="en-US" sz="1050" dirty="0">
                        <a:latin typeface="IBM Plex Mono" charset="0"/>
                        <a:ea typeface="IBM Plex Mono" charset="0"/>
                        <a:cs typeface="IBM Plex Mono" charset="0"/>
                      </a:endParaRPr>
                    </a:p>
                  </a:txBody>
                  <a:tcPr marL="0" marR="75895" marT="95098" marB="95098" anchor="ctr">
                    <a:lnL w="0" cap="flat" cmpd="sng" algn="ctr">
                      <a:solidFill>
                        <a:srgbClr val="BFB38D"/>
                      </a:solidFill>
                      <a:prstDash val="solid"/>
                      <a:round/>
                      <a:headEnd type="none" w="med" len="med"/>
                      <a:tailEnd type="none" w="med" len="med"/>
                    </a:lnL>
                    <a:lnR w="0" cap="flat" cmpd="sng" algn="ctr">
                      <a:solidFill>
                        <a:srgbClr val="BFB38D"/>
                      </a:solidFill>
                      <a:prstDash val="solid"/>
                      <a:round/>
                      <a:headEnd type="none" w="med" len="med"/>
                      <a:tailEnd type="none" w="med" len="med"/>
                    </a:lnR>
                    <a:lnT w="0" cap="flat" cmpd="sng" algn="ctr">
                      <a:solidFill>
                        <a:srgbClr val="BFB38D"/>
                      </a:solidFill>
                      <a:prstDash val="solid"/>
                      <a:round/>
                      <a:headEnd type="none" w="med" len="med"/>
                      <a:tailEnd type="none" w="med" len="med"/>
                    </a:lnT>
                    <a:lnB w="0" cap="flat" cmpd="sng" algn="ctr">
                      <a:solidFill>
                        <a:srgbClr val="BFB38D"/>
                      </a:solidFill>
                      <a:prstDash val="solid"/>
                      <a:round/>
                      <a:headEnd type="none" w="med" len="med"/>
                      <a:tailEnd type="none" w="med" len="med"/>
                    </a:lnB>
                  </a:tcPr>
                </a:tc>
              </a:tr>
            </a:tbl>
          </a:graphicData>
        </a:graphic>
      </p:graphicFrame>
      <p:sp>
        <p:nvSpPr>
          <p:cNvPr id="19" name="Text 13"/>
          <p:cNvSpPr txBox="1"/>
          <p:nvPr/>
        </p:nvSpPr>
        <p:spPr>
          <a:xfrm>
            <a:off x="1333195" y="8287207"/>
            <a:ext cx="9620402" cy="133502"/>
          </a:xfrm>
          <a:prstGeom prst="rect">
            <a:avLst/>
          </a:prstGeom>
          <a:noFill/>
          <a:ln/>
        </p:spPr>
        <p:txBody>
          <a:bodyPr wrap="none" lIns="0" tIns="0" rIns="0" bIns="0" rtlCol="0" anchor="ctr"/>
          <a:lstStyle/>
          <a:p>
            <a:pPr algn="l" indent="0" marL="0">
              <a:buNone/>
            </a:pPr>
            <a:r>
              <a:rPr lang="en-US" sz="825" spc="149" kern="0" dirty="0">
                <a:solidFill>
                  <a:srgbClr val="665B46"/>
                </a:solidFill>
                <a:latin typeface="IBM Plex Mono" pitchFamily="34" charset="0"/>
                <a:ea typeface="IBM Plex Mono" pitchFamily="34" charset="-122"/>
                <a:cs typeface="IBM Plex Mono" pitchFamily="34" charset="-120"/>
              </a:rPr>
              <a:t>OBSERVATION</a:t>
            </a:r>
            <a:endParaRPr lang="en-US" sz="825" dirty="0"/>
          </a:p>
        </p:txBody>
      </p:sp>
      <p:sp>
        <p:nvSpPr>
          <p:cNvPr id="20" name="Text 14"/>
          <p:cNvSpPr txBox="1"/>
          <p:nvPr/>
        </p:nvSpPr>
        <p:spPr>
          <a:xfrm>
            <a:off x="1333195" y="8477402"/>
            <a:ext cx="9620402" cy="200254"/>
          </a:xfrm>
          <a:prstGeom prst="rect">
            <a:avLst/>
          </a:prstGeom>
          <a:noFill/>
          <a:ln/>
        </p:spPr>
        <p:txBody>
          <a:bodyPr wrap="none" lIns="0" tIns="0" rIns="0" bIns="0" rtlCol="0" anchor="ctr"/>
          <a:lstStyle/>
          <a:p>
            <a:pPr algn="l" indent="0" marL="0">
              <a:buNone/>
            </a:pPr>
            <a:r>
              <a:rPr lang="en-US" sz="1050" dirty="0">
                <a:solidFill>
                  <a:srgbClr val="36322A"/>
                </a:solidFill>
                <a:latin typeface="Noto Sans KR" pitchFamily="34" charset="0"/>
                <a:ea typeface="Noto Sans KR" pitchFamily="34" charset="-122"/>
                <a:cs typeface="Noto Sans KR" pitchFamily="34" charset="-120"/>
              </a:rPr>
              <a:t>line top corner 둥글지 않고 직각 유지. sidewall 87.8°로 spec 이내. TaN/Ta barrier 연속 피막, void 없음.</a:t>
            </a:r>
            <a:endParaRPr lang="en-US" sz="1050" dirty="0"/>
          </a:p>
        </p:txBody>
      </p:sp>
      <p:sp>
        <p:nvSpPr>
          <p:cNvPr id="21" name="Text 15"/>
          <p:cNvSpPr txBox="1"/>
          <p:nvPr/>
        </p:nvSpPr>
        <p:spPr>
          <a:xfrm>
            <a:off x="1580998" y="8876995"/>
            <a:ext cx="15050110" cy="133502"/>
          </a:xfrm>
          <a:prstGeom prst="rect">
            <a:avLst/>
          </a:prstGeom>
          <a:noFill/>
          <a:ln/>
        </p:spPr>
        <p:txBody>
          <a:bodyPr wrap="none" lIns="0" tIns="0" rIns="0" bIns="0" rtlCol="0" anchor="ctr"/>
          <a:lstStyle/>
          <a:p>
            <a:pPr algn="l" indent="0" marL="0">
              <a:buNone/>
            </a:pPr>
            <a:r>
              <a:rPr lang="en-US" sz="825" spc="182" kern="0" dirty="0">
                <a:solidFill>
                  <a:srgbClr val="B4631D"/>
                </a:solidFill>
                <a:latin typeface="IBM Plex Mono" pitchFamily="34" charset="0"/>
                <a:ea typeface="IBM Plex Mono" pitchFamily="34" charset="-122"/>
                <a:cs typeface="IBM Plex Mono" pitchFamily="34" charset="-120"/>
              </a:rPr>
              <a:t>KEY TAKEAWAY · 03</a:t>
            </a:r>
            <a:endParaRPr lang="en-US" sz="825" dirty="0"/>
          </a:p>
        </p:txBody>
      </p:sp>
      <p:sp>
        <p:nvSpPr>
          <p:cNvPr id="22" name="Text 16"/>
          <p:cNvSpPr txBox="1"/>
          <p:nvPr/>
        </p:nvSpPr>
        <p:spPr>
          <a:xfrm>
            <a:off x="1580998" y="9048902"/>
            <a:ext cx="15050110" cy="228600"/>
          </a:xfrm>
          <a:prstGeom prst="rect">
            <a:avLst/>
          </a:prstGeom>
          <a:noFill/>
          <a:ln/>
        </p:spPr>
        <p:txBody>
          <a:bodyPr wrap="none" lIns="0" tIns="0" rIns="0" bIns="0" rtlCol="0" anchor="ctr"/>
          <a:lstStyle/>
          <a:p>
            <a:pPr algn="l" indent="0" marL="0">
              <a:buNone/>
            </a:pPr>
            <a:r>
              <a:rPr lang="en-US" sz="1275" b="1" dirty="0">
                <a:solidFill>
                  <a:srgbClr val="EFE6D3"/>
                </a:solidFill>
                <a:latin typeface="Noto Sans KR" pitchFamily="34" charset="0"/>
                <a:ea typeface="Noto Sans KR" pitchFamily="34" charset="-122"/>
                <a:cs typeface="Noto Sans KR" pitchFamily="34" charset="-120"/>
              </a:rPr>
              <a:t>W03 350°C site-1은 spec 안 — AASI 23.41 / ASEI 18.27 / AMI 9.18 / ACI 8.61 모두 nominal 부근, sidewall 87.8°, 주요 defect 없음.</a:t>
            </a:r>
            <a:endParaRPr lang="en-US" sz="1275" dirty="0"/>
          </a:p>
        </p:txBody>
      </p:sp>
      <p:sp>
        <p:nvSpPr>
          <p:cNvPr id="23" name="Text 17"/>
          <p:cNvSpPr txBox="1"/>
          <p:nvPr/>
        </p:nvSpPr>
        <p:spPr>
          <a:xfrm>
            <a:off x="914400" y="9791395"/>
            <a:ext cx="17373600" cy="181051"/>
          </a:xfrm>
          <a:prstGeom prst="rect">
            <a:avLst/>
          </a:prstGeom>
          <a:noFill/>
          <a:ln/>
        </p:spPr>
        <p:txBody>
          <a:bodyPr wrap="none" lIns="0" tIns="0" rIns="0" bIns="0" rtlCol="0" anchor="ctr"/>
          <a:lstStyle/>
          <a:p>
            <a:pPr algn="ctr" indent="0" marL="0">
              <a:buNone/>
            </a:pPr>
            <a:r>
              <a:rPr lang="en-US" sz="975" spc="39" kern="0" dirty="0">
                <a:solidFill>
                  <a:srgbClr val="665B46"/>
                </a:solidFill>
                <a:latin typeface="Noto Sans KR" pitchFamily="34" charset="0"/>
                <a:ea typeface="Noto Sans KR" pitchFamily="34" charset="-122"/>
                <a:cs typeface="Noto Sans KR" pitchFamily="34" charset="-120"/>
              </a:rPr>
              <a:t>※ 내부 테스트용 더미(가상) 데이터</a:t>
            </a:r>
            <a:endParaRPr lang="en-US" sz="975"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FE6D3"/>
        </a:solidFill>
      </p:bgPr>
    </p:bg>
    <p:spTree>
      <p:nvGrpSpPr>
        <p:cNvPr id="1" name=""/>
        <p:cNvGrpSpPr/>
        <p:nvPr/>
      </p:nvGrpSpPr>
      <p:grpSpPr>
        <a:xfrm>
          <a:off x="0" y="0"/>
          <a:ext cx="0" cy="0"/>
          <a:chOff x="0" y="0"/>
          <a:chExt cx="0" cy="0"/>
        </a:xfrm>
      </p:grpSpPr>
      <p:sp>
        <p:nvSpPr>
          <p:cNvPr id="3" name="Shape 0"/>
          <p:cNvSpPr/>
          <p:nvPr/>
        </p:nvSpPr>
        <p:spPr>
          <a:xfrm>
            <a:off x="0" y="0"/>
            <a:ext cx="914400" cy="10287000"/>
          </a:xfrm>
          <a:prstGeom prst="rect">
            <a:avLst/>
          </a:prstGeom>
          <a:solidFill>
            <a:srgbClr val="26201A"/>
          </a:solidFill>
          <a:ln w="12700">
            <a:solidFill>
              <a:srgbClr val="FFFFFF">
                <a:alpha val="0"/>
              </a:srgbClr>
            </a:solidFill>
            <a:prstDash val="solid"/>
          </a:ln>
        </p:spPr>
      </p:sp>
      <p:sp>
        <p:nvSpPr>
          <p:cNvPr id="4" name="Shape 1"/>
          <p:cNvSpPr/>
          <p:nvPr/>
        </p:nvSpPr>
        <p:spPr>
          <a:xfrm>
            <a:off x="1333195" y="2286000"/>
            <a:ext cx="7619695" cy="3619195"/>
          </a:xfrm>
          <a:prstGeom prst="rect">
            <a:avLst/>
          </a:prstGeom>
          <a:solidFill>
            <a:srgbClr val="1A1812"/>
          </a:solidFill>
          <a:ln w="12700">
            <a:solidFill>
              <a:srgbClr val="FFFFFF">
                <a:alpha val="0"/>
              </a:srgbClr>
            </a:solidFill>
            <a:prstDash val="solid"/>
          </a:ln>
        </p:spPr>
      </p:sp>
      <p:sp>
        <p:nvSpPr>
          <p:cNvPr id="5" name="Shape 2"/>
          <p:cNvSpPr/>
          <p:nvPr/>
        </p:nvSpPr>
        <p:spPr>
          <a:xfrm>
            <a:off x="9334195" y="2286000"/>
            <a:ext cx="7619695" cy="3619195"/>
          </a:xfrm>
          <a:prstGeom prst="rect">
            <a:avLst/>
          </a:prstGeom>
          <a:solidFill>
            <a:srgbClr val="1A1812"/>
          </a:solidFill>
          <a:ln w="12700">
            <a:solidFill>
              <a:srgbClr val="FFFFFF">
                <a:alpha val="0"/>
              </a:srgbClr>
            </a:solidFill>
            <a:prstDash val="solid"/>
          </a:ln>
        </p:spPr>
      </p:sp>
      <p:sp>
        <p:nvSpPr>
          <p:cNvPr id="6" name="Shape 3"/>
          <p:cNvSpPr/>
          <p:nvPr/>
        </p:nvSpPr>
        <p:spPr>
          <a:xfrm>
            <a:off x="1333195" y="6819595"/>
            <a:ext cx="15639898" cy="1638605"/>
          </a:xfrm>
          <a:prstGeom prst="rect">
            <a:avLst/>
          </a:prstGeom>
          <a:solidFill>
            <a:srgbClr val="FFFFFF"/>
          </a:solidFill>
          <a:ln w="12700">
            <a:solidFill>
              <a:srgbClr val="BFB38D"/>
            </a:solidFill>
            <a:prstDash val="solid"/>
          </a:ln>
        </p:spPr>
      </p:sp>
      <p:sp>
        <p:nvSpPr>
          <p:cNvPr id="7" name="Shape 4"/>
          <p:cNvSpPr/>
          <p:nvPr/>
        </p:nvSpPr>
        <p:spPr>
          <a:xfrm>
            <a:off x="1333195" y="8762695"/>
            <a:ext cx="15620695" cy="609905"/>
          </a:xfrm>
          <a:prstGeom prst="rect">
            <a:avLst/>
          </a:prstGeom>
          <a:solidFill>
            <a:srgbClr val="26201A"/>
          </a:solidFill>
          <a:ln w="12700">
            <a:solidFill>
              <a:srgbClr val="FFFFFF">
                <a:alpha val="0"/>
              </a:srgbClr>
            </a:solidFill>
            <a:prstDash val="solid"/>
          </a:ln>
        </p:spPr>
      </p:sp>
      <p:pic>
        <p:nvPicPr>
          <p:cNvPr id="8" name="Image 0" descr="gen-dedup-c845962f155ab5af491dec706a323ebd.png">    </p:cNvPr>
          <p:cNvPicPr>
            <a:picLocks noChangeAspect="1"/>
          </p:cNvPicPr>
          <p:nvPr/>
        </p:nvPicPr>
        <p:blipFill>
          <a:blip r:embed="rId1"/>
          <a:srcRect l="-404" r="-404" t="0" b="0"/>
          <a:stretch/>
        </p:blipFill>
        <p:spPr>
          <a:xfrm>
            <a:off x="1333195" y="2286000"/>
            <a:ext cx="57607" cy="3619195"/>
          </a:xfrm>
          <a:prstGeom prst="rect">
            <a:avLst/>
          </a:prstGeom>
        </p:spPr>
      </p:pic>
      <p:pic>
        <p:nvPicPr>
          <p:cNvPr id="9" name="Image 1" descr="gen-dedup-b25c93f3447ed1fe805d8286914b2d7f.png">    </p:cNvPr>
          <p:cNvPicPr>
            <a:picLocks noChangeAspect="1"/>
          </p:cNvPicPr>
          <p:nvPr/>
        </p:nvPicPr>
        <p:blipFill>
          <a:blip r:embed="rId2"/>
          <a:srcRect l="-404" r="-404" t="0" b="0"/>
          <a:stretch/>
        </p:blipFill>
        <p:spPr>
          <a:xfrm>
            <a:off x="9334195" y="2286000"/>
            <a:ext cx="57607" cy="3619195"/>
          </a:xfrm>
          <a:prstGeom prst="rect">
            <a:avLst/>
          </a:prstGeom>
        </p:spPr>
      </p:pic>
      <p:pic>
        <p:nvPicPr>
          <p:cNvPr id="10" name="Image 2" descr="gen-dedup-560947752f54f3032c9176823ba24ebf.png">    </p:cNvPr>
          <p:cNvPicPr>
            <a:picLocks noChangeAspect="1"/>
          </p:cNvPicPr>
          <p:nvPr/>
        </p:nvPicPr>
        <p:blipFill>
          <a:blip r:embed="rId3"/>
          <a:srcRect l="-375" r="-375" t="0" b="0"/>
          <a:stretch/>
        </p:blipFill>
        <p:spPr>
          <a:xfrm>
            <a:off x="1333195" y="8762695"/>
            <a:ext cx="57607" cy="609905"/>
          </a:xfrm>
          <a:prstGeom prst="rect">
            <a:avLst/>
          </a:prstGeom>
        </p:spPr>
      </p:pic>
      <p:sp>
        <p:nvSpPr>
          <p:cNvPr id="11" name="Text 5"/>
          <p:cNvSpPr txBox="1"/>
          <p:nvPr/>
        </p:nvSpPr>
        <p:spPr>
          <a:xfrm>
            <a:off x="0" y="1904695"/>
            <a:ext cx="372161" cy="2286000"/>
          </a:xfrm>
          <a:prstGeom prst="rect">
            <a:avLst/>
          </a:prstGeom>
          <a:noFill/>
          <a:ln/>
        </p:spPr>
        <p:txBody>
          <a:bodyPr wrap="square" lIns="0" tIns="0" rIns="0" bIns="0" rtlCol="0" anchor="ctr"/>
          <a:lstStyle/>
          <a:p>
            <a:pPr algn="l" indent="0" marL="0">
              <a:lnSpc>
                <a:spcPct val="100000"/>
              </a:lnSpc>
              <a:buNone/>
            </a:pPr>
            <a:r>
              <a:rPr lang="en-US" sz="825" spc="264" kern="0" dirty="0">
                <a:solidFill>
                  <a:srgbClr val="D6C79C"/>
                </a:solidFill>
                <a:latin typeface="IBM Plex Mono" pitchFamily="34" charset="0"/>
                <a:ea typeface="IBM Plex Mono" pitchFamily="34" charset="-122"/>
                <a:cs typeface="IBM Plex Mono" pitchFamily="34" charset="-120"/>
              </a:rPr>
              <a:t>SECTION 04 / 11</a:t>
            </a:r>
            <a:endParaRPr lang="en-US" sz="825" dirty="0"/>
          </a:p>
        </p:txBody>
      </p:sp>
      <p:sp>
        <p:nvSpPr>
          <p:cNvPr id="12" name="Text 6"/>
          <p:cNvSpPr txBox="1"/>
          <p:nvPr/>
        </p:nvSpPr>
        <p:spPr>
          <a:xfrm>
            <a:off x="0" y="5333695"/>
            <a:ext cx="391363" cy="1905610"/>
          </a:xfrm>
          <a:prstGeom prst="rect">
            <a:avLst/>
          </a:prstGeom>
          <a:noFill/>
          <a:ln/>
        </p:spPr>
        <p:txBody>
          <a:bodyPr wrap="square" lIns="0" tIns="0" rIns="0" bIns="0" rtlCol="0" anchor="ctr"/>
          <a:lstStyle/>
          <a:p>
            <a:pPr algn="l" indent="0" marL="0">
              <a:lnSpc>
                <a:spcPct val="100000"/>
              </a:lnSpc>
              <a:buNone/>
            </a:pPr>
            <a:r>
              <a:rPr lang="en-US" sz="975" spc="215" kern="0" dirty="0">
                <a:solidFill>
                  <a:srgbClr val="EFE6D3"/>
                </a:solidFill>
                <a:latin typeface="Noto Sans KR" pitchFamily="34" charset="0"/>
                <a:ea typeface="Noto Sans KR" pitchFamily="34" charset="-122"/>
                <a:cs typeface="Noto Sans KR" pitchFamily="34" charset="-120"/>
              </a:rPr>
              <a:t>SEM · 400°C</a:t>
            </a:r>
            <a:endParaRPr lang="en-US" sz="975" dirty="0"/>
          </a:p>
        </p:txBody>
      </p:sp>
      <p:sp>
        <p:nvSpPr>
          <p:cNvPr id="13" name="Text 7"/>
          <p:cNvSpPr txBox="1"/>
          <p:nvPr/>
        </p:nvSpPr>
        <p:spPr>
          <a:xfrm>
            <a:off x="1333195" y="571500"/>
            <a:ext cx="12764110" cy="143561"/>
          </a:xfrm>
          <a:prstGeom prst="rect">
            <a:avLst/>
          </a:prstGeom>
          <a:noFill/>
          <a:ln/>
        </p:spPr>
        <p:txBody>
          <a:bodyPr wrap="none" lIns="0" tIns="0" rIns="0" bIns="0" rtlCol="0" anchor="ctr"/>
          <a:lstStyle/>
          <a:p>
            <a:pPr algn="l" indent="0" marL="0">
              <a:buNone/>
            </a:pPr>
            <a:r>
              <a:rPr lang="en-US" sz="900" spc="288" kern="0" dirty="0">
                <a:solidFill>
                  <a:srgbClr val="C25028"/>
                </a:solidFill>
                <a:latin typeface="IBM Plex Mono" pitchFamily="34" charset="0"/>
                <a:ea typeface="IBM Plex Mono" pitchFamily="34" charset="-122"/>
                <a:cs typeface="IBM Plex Mono" pitchFamily="34" charset="-120"/>
              </a:rPr>
              <a:t>W07 · SITE-1 · CENTER · 400°C ANNEAL</a:t>
            </a:r>
            <a:endParaRPr lang="en-US" sz="900" dirty="0"/>
          </a:p>
        </p:txBody>
      </p:sp>
      <p:sp>
        <p:nvSpPr>
          <p:cNvPr id="14" name="Text 8"/>
          <p:cNvSpPr txBox="1"/>
          <p:nvPr/>
        </p:nvSpPr>
        <p:spPr>
          <a:xfrm>
            <a:off x="1333195" y="847649"/>
            <a:ext cx="12764110" cy="467258"/>
          </a:xfrm>
          <a:prstGeom prst="rect">
            <a:avLst/>
          </a:prstGeom>
          <a:noFill/>
          <a:ln/>
        </p:spPr>
        <p:txBody>
          <a:bodyPr wrap="none" lIns="0" tIns="0" rIns="0" bIns="0" rtlCol="0" anchor="ctr"/>
          <a:lstStyle/>
          <a:p>
            <a:pPr algn="l" indent="0" marL="0">
              <a:buNone/>
            </a:pPr>
            <a:r>
              <a:rPr lang="en-US" sz="3450" b="1" spc="-34" kern="0" dirty="0">
                <a:solidFill>
                  <a:srgbClr val="1C1D24"/>
                </a:solidFill>
                <a:latin typeface="Noto Sans KR" pitchFamily="34" charset="0"/>
                <a:ea typeface="Noto Sans KR" pitchFamily="34" charset="-122"/>
                <a:cs typeface="Noto Sans KR" pitchFamily="34" charset="-120"/>
              </a:rPr>
              <a:t>SEM 단면 — 400°C 비교 case</a:t>
            </a:r>
            <a:endParaRPr lang="en-US" sz="3450" dirty="0"/>
          </a:p>
        </p:txBody>
      </p:sp>
      <p:pic>
        <p:nvPicPr>
          <p:cNvPr id="15" name="Image 3" descr="gen-dedup-761d4fd6e7dc3de7b6acca5c62ab11d2.png">    </p:cNvPr>
          <p:cNvPicPr>
            <a:picLocks noChangeAspect="1"/>
          </p:cNvPicPr>
          <p:nvPr/>
        </p:nvPicPr>
        <p:blipFill>
          <a:blip r:embed="rId4"/>
          <a:srcRect l="-2083" r="-2083" t="0" b="0"/>
          <a:stretch/>
        </p:blipFill>
        <p:spPr>
          <a:xfrm>
            <a:off x="1333195" y="1516990"/>
            <a:ext cx="12763195" cy="9144"/>
          </a:xfrm>
          <a:prstGeom prst="rect">
            <a:avLst/>
          </a:prstGeom>
        </p:spPr>
      </p:pic>
      <p:sp>
        <p:nvSpPr>
          <p:cNvPr id="16" name="Text 9"/>
          <p:cNvSpPr txBox="1"/>
          <p:nvPr/>
        </p:nvSpPr>
        <p:spPr>
          <a:xfrm>
            <a:off x="14688007" y="413309"/>
            <a:ext cx="3143707" cy="625450"/>
          </a:xfrm>
          <a:prstGeom prst="rect">
            <a:avLst/>
          </a:prstGeom>
          <a:noFill/>
          <a:ln/>
        </p:spPr>
        <p:txBody>
          <a:bodyPr wrap="square" lIns="0" tIns="0" rIns="0" bIns="0" rtlCol="0" anchor="t"/>
          <a:lstStyle/>
          <a:p>
            <a:pPr algn="r" indent="0" marL="0">
              <a:lnSpc>
                <a:spcPts val="1560"/>
              </a:lnSpc>
              <a:buNone/>
            </a:pPr>
            <a:r>
              <a:rPr lang="en-US" sz="975" spc="98" kern="0" dirty="0">
                <a:solidFill>
                  <a:srgbClr val="665B46"/>
                </a:solidFill>
                <a:latin typeface="IBM Plex Mono" pitchFamily="34" charset="0"/>
                <a:ea typeface="IBM Plex Mono" pitchFamily="34" charset="-122"/>
                <a:cs typeface="IBM Plex Mono" pitchFamily="34" charset="-120"/>
              </a:rPr>
              <a:t>DOC · BEOL-12</a:t>
            </a:r>
            <a:pPr algn="r" indent="0" marL="0">
              <a:lnSpc>
                <a:spcPts val="1560"/>
              </a:lnSpc>
              <a:buNone/>
            </a:pPr>
            <a:endParaRPr lang="en-US" sz="975" dirty="0"/>
          </a:p>
          <a:p>
            <a:pPr algn="r" indent="0" marL="0">
              <a:lnSpc>
                <a:spcPts val="1560"/>
              </a:lnSpc>
              <a:buNone/>
            </a:pPr>
            <a:r>
              <a:rPr lang="en-US" sz="975" spc="98" kern="0" dirty="0">
                <a:solidFill>
                  <a:srgbClr val="C25028"/>
                </a:solidFill>
                <a:latin typeface="IBM Plex Mono" pitchFamily="34" charset="0"/>
                <a:ea typeface="IBM Plex Mono" pitchFamily="34" charset="-122"/>
                <a:cs typeface="IBM Plex Mono" pitchFamily="34" charset="-120"/>
              </a:rPr>
              <a:t>FILE 12 / 20</a:t>
            </a:r>
            <a:pPr algn="r" indent="0" marL="0">
              <a:lnSpc>
                <a:spcPts val="1560"/>
              </a:lnSpc>
              <a:buNone/>
            </a:pPr>
            <a:endParaRPr lang="en-US" sz="975" dirty="0"/>
          </a:p>
          <a:p>
            <a:pPr algn="r" indent="0" marL="0">
              <a:lnSpc>
                <a:spcPts val="1560"/>
              </a:lnSpc>
              <a:buNone/>
            </a:pPr>
            <a:r>
              <a:rPr lang="en-US" sz="975" spc="98" kern="0" dirty="0">
                <a:solidFill>
                  <a:srgbClr val="665B46"/>
                </a:solidFill>
                <a:latin typeface="IBM Plex Mono" pitchFamily="34" charset="0"/>
                <a:ea typeface="IBM Plex Mono" pitchFamily="34" charset="-122"/>
                <a:cs typeface="IBM Plex Mono" pitchFamily="34" charset="-120"/>
              </a:rPr>
              <a:t>REV.0 · DUMMY</a:t>
            </a:r>
            <a:endParaRPr lang="en-US" sz="975" dirty="0"/>
          </a:p>
        </p:txBody>
      </p:sp>
      <p:sp>
        <p:nvSpPr>
          <p:cNvPr id="17" name="Text 10"/>
          <p:cNvSpPr txBox="1"/>
          <p:nvPr/>
        </p:nvSpPr>
        <p:spPr>
          <a:xfrm>
            <a:off x="1333195" y="1904695"/>
            <a:ext cx="15621610" cy="133502"/>
          </a:xfrm>
          <a:prstGeom prst="rect">
            <a:avLst/>
          </a:prstGeom>
          <a:noFill/>
          <a:ln/>
        </p:spPr>
        <p:txBody>
          <a:bodyPr wrap="none" lIns="0" tIns="0" rIns="0" bIns="0" rtlCol="0" anchor="ctr"/>
          <a:lstStyle/>
          <a:p>
            <a:pPr algn="l" indent="0" marL="0">
              <a:buNone/>
            </a:pPr>
            <a:r>
              <a:rPr lang="en-US" sz="825" spc="231" kern="0" dirty="0">
                <a:solidFill>
                  <a:srgbClr val="B4631D"/>
                </a:solidFill>
                <a:latin typeface="IBM Plex Mono" pitchFamily="34" charset="0"/>
                <a:ea typeface="IBM Plex Mono" pitchFamily="34" charset="-122"/>
                <a:cs typeface="IBM Plex Mono" pitchFamily="34" charset="-120"/>
              </a:rPr>
              <a:t>SIDE-BY-SIDE · 350°C vs 400°C SITE-1 TOP CD</a:t>
            </a:r>
            <a:endParaRPr lang="en-US" sz="825" dirty="0"/>
          </a:p>
        </p:txBody>
      </p:sp>
      <p:sp>
        <p:nvSpPr>
          <p:cNvPr id="18" name="Text 11"/>
          <p:cNvSpPr txBox="1"/>
          <p:nvPr/>
        </p:nvSpPr>
        <p:spPr>
          <a:xfrm>
            <a:off x="1524305" y="5982005"/>
            <a:ext cx="1610258" cy="143561"/>
          </a:xfrm>
          <a:prstGeom prst="rect">
            <a:avLst/>
          </a:prstGeom>
          <a:noFill/>
          <a:ln/>
        </p:spPr>
        <p:txBody>
          <a:bodyPr wrap="none" lIns="0" tIns="0" rIns="0" bIns="0" rtlCol="0" anchor="ctr"/>
          <a:lstStyle/>
          <a:p>
            <a:pPr algn="l" indent="0" marL="0">
              <a:buNone/>
            </a:pPr>
            <a:r>
              <a:rPr lang="en-US" sz="900" b="1" spc="162" kern="0" dirty="0">
                <a:solidFill>
                  <a:srgbClr val="5A5447"/>
                </a:solidFill>
                <a:latin typeface="IBM Plex Mono" pitchFamily="34" charset="0"/>
                <a:ea typeface="IBM Plex Mono" pitchFamily="34" charset="-122"/>
                <a:cs typeface="IBM Plex Mono" pitchFamily="34" charset="-120"/>
              </a:rPr>
              <a:t>W03 · 350°C ANNEAL</a:t>
            </a:r>
            <a:endParaRPr lang="en-US" sz="900" dirty="0"/>
          </a:p>
        </p:txBody>
      </p:sp>
      <p:sp>
        <p:nvSpPr>
          <p:cNvPr id="19" name="Text 12"/>
          <p:cNvSpPr txBox="1"/>
          <p:nvPr/>
        </p:nvSpPr>
        <p:spPr>
          <a:xfrm>
            <a:off x="1524305" y="6152998"/>
            <a:ext cx="1610258" cy="124358"/>
          </a:xfrm>
          <a:prstGeom prst="rect">
            <a:avLst/>
          </a:prstGeom>
          <a:noFill/>
          <a:ln/>
        </p:spPr>
        <p:txBody>
          <a:bodyPr wrap="none" lIns="0" tIns="0" rIns="0" bIns="0" rtlCol="0" anchor="ctr"/>
          <a:lstStyle/>
          <a:p>
            <a:pPr algn="l" indent="0" marL="0">
              <a:buNone/>
            </a:pPr>
            <a:r>
              <a:rPr lang="en-US" sz="800" dirty="0">
                <a:solidFill>
                  <a:srgbClr val="5A5447"/>
                </a:solidFill>
                <a:latin typeface="IBM Plex Mono" pitchFamily="34" charset="0"/>
                <a:ea typeface="IBM Plex Mono" pitchFamily="34" charset="-122"/>
                <a:cs typeface="IBM Plex Mono" pitchFamily="34" charset="-120"/>
              </a:rPr>
              <a:t>baseline · site-1 · center</a:t>
            </a:r>
            <a:endParaRPr lang="en-US" sz="800" dirty="0"/>
          </a:p>
        </p:txBody>
      </p:sp>
      <p:sp>
        <p:nvSpPr>
          <p:cNvPr id="20" name="Text 13"/>
          <p:cNvSpPr txBox="1"/>
          <p:nvPr/>
        </p:nvSpPr>
        <p:spPr>
          <a:xfrm>
            <a:off x="6762902" y="5986577"/>
            <a:ext cx="2000707" cy="133502"/>
          </a:xfrm>
          <a:prstGeom prst="rect">
            <a:avLst/>
          </a:prstGeom>
          <a:noFill/>
          <a:ln/>
        </p:spPr>
        <p:txBody>
          <a:bodyPr wrap="none" lIns="0" tIns="0" rIns="0" bIns="0" rtlCol="0" anchor="ctr"/>
          <a:lstStyle/>
          <a:p>
            <a:pPr algn="r" indent="0" marL="0">
              <a:buNone/>
            </a:pPr>
            <a:r>
              <a:rPr lang="en-US" sz="825" spc="149" kern="0" dirty="0">
                <a:solidFill>
                  <a:srgbClr val="5A5447"/>
                </a:solidFill>
                <a:latin typeface="IBM Plex Mono" pitchFamily="34" charset="0"/>
                <a:ea typeface="IBM Plex Mono" pitchFamily="34" charset="-122"/>
                <a:cs typeface="IBM Plex Mono" pitchFamily="34" charset="-120"/>
              </a:rPr>
              <a:t>REF · SEMI-DAMASCENE M3</a:t>
            </a:r>
            <a:endParaRPr lang="en-US" sz="825" dirty="0"/>
          </a:p>
        </p:txBody>
      </p:sp>
      <p:sp>
        <p:nvSpPr>
          <p:cNvPr id="21" name="Text 14"/>
          <p:cNvSpPr txBox="1"/>
          <p:nvPr/>
        </p:nvSpPr>
        <p:spPr>
          <a:xfrm>
            <a:off x="6762902" y="6148426"/>
            <a:ext cx="2000707" cy="124358"/>
          </a:xfrm>
          <a:prstGeom prst="rect">
            <a:avLst/>
          </a:prstGeom>
          <a:noFill/>
          <a:ln/>
        </p:spPr>
        <p:txBody>
          <a:bodyPr wrap="none" lIns="0" tIns="0" rIns="0" bIns="0" rtlCol="0" anchor="ctr"/>
          <a:lstStyle/>
          <a:p>
            <a:pPr algn="r" indent="0" marL="0">
              <a:buNone/>
            </a:pPr>
            <a:r>
              <a:rPr lang="en-US" sz="800" dirty="0">
                <a:solidFill>
                  <a:srgbClr val="5A5447"/>
                </a:solidFill>
                <a:latin typeface="IBM Plex Mono" pitchFamily="34" charset="0"/>
                <a:ea typeface="IBM Plex Mono" pitchFamily="34" charset="-122"/>
                <a:cs typeface="IBM Plex Mono" pitchFamily="34" charset="-120"/>
              </a:rPr>
              <a:t>publicly available technical figure</a:t>
            </a:r>
            <a:endParaRPr lang="en-US" sz="800" dirty="0"/>
          </a:p>
        </p:txBody>
      </p:sp>
      <p:sp>
        <p:nvSpPr>
          <p:cNvPr id="22" name="Text 15"/>
          <p:cNvSpPr txBox="1"/>
          <p:nvPr/>
        </p:nvSpPr>
        <p:spPr>
          <a:xfrm>
            <a:off x="9525305" y="5982005"/>
            <a:ext cx="1610258" cy="143561"/>
          </a:xfrm>
          <a:prstGeom prst="rect">
            <a:avLst/>
          </a:prstGeom>
          <a:noFill/>
          <a:ln/>
        </p:spPr>
        <p:txBody>
          <a:bodyPr wrap="none" lIns="0" tIns="0" rIns="0" bIns="0" rtlCol="0" anchor="ctr"/>
          <a:lstStyle/>
          <a:p>
            <a:pPr algn="l" indent="0" marL="0">
              <a:buNone/>
            </a:pPr>
            <a:r>
              <a:rPr lang="en-US" sz="900" b="1" spc="162" kern="0" dirty="0">
                <a:solidFill>
                  <a:srgbClr val="5A5447"/>
                </a:solidFill>
                <a:latin typeface="IBM Plex Mono" pitchFamily="34" charset="0"/>
                <a:ea typeface="IBM Plex Mono" pitchFamily="34" charset="-122"/>
                <a:cs typeface="IBM Plex Mono" pitchFamily="34" charset="-120"/>
              </a:rPr>
              <a:t>W07 · 400°C ANNEAL</a:t>
            </a:r>
            <a:endParaRPr lang="en-US" sz="900" dirty="0"/>
          </a:p>
        </p:txBody>
      </p:sp>
      <p:sp>
        <p:nvSpPr>
          <p:cNvPr id="23" name="Text 16"/>
          <p:cNvSpPr txBox="1"/>
          <p:nvPr/>
        </p:nvSpPr>
        <p:spPr>
          <a:xfrm>
            <a:off x="9525305" y="6152998"/>
            <a:ext cx="1610258" cy="124358"/>
          </a:xfrm>
          <a:prstGeom prst="rect">
            <a:avLst/>
          </a:prstGeom>
          <a:noFill/>
          <a:ln/>
        </p:spPr>
        <p:txBody>
          <a:bodyPr wrap="none" lIns="0" tIns="0" rIns="0" bIns="0" rtlCol="0" anchor="ctr"/>
          <a:lstStyle/>
          <a:p>
            <a:pPr algn="l" indent="0" marL="0">
              <a:buNone/>
            </a:pPr>
            <a:r>
              <a:rPr lang="en-US" sz="800" dirty="0">
                <a:solidFill>
                  <a:srgbClr val="5A5447"/>
                </a:solidFill>
                <a:latin typeface="IBM Plex Mono" pitchFamily="34" charset="0"/>
                <a:ea typeface="IBM Plex Mono" pitchFamily="34" charset="-122"/>
                <a:cs typeface="IBM Plex Mono" pitchFamily="34" charset="-120"/>
              </a:rPr>
              <a:t>test split · site-1 · center</a:t>
            </a:r>
            <a:endParaRPr lang="en-US" sz="800" dirty="0"/>
          </a:p>
        </p:txBody>
      </p:sp>
      <p:sp>
        <p:nvSpPr>
          <p:cNvPr id="24" name="Text 17"/>
          <p:cNvSpPr txBox="1"/>
          <p:nvPr/>
        </p:nvSpPr>
        <p:spPr>
          <a:xfrm>
            <a:off x="14763902" y="5986577"/>
            <a:ext cx="2000707" cy="133502"/>
          </a:xfrm>
          <a:prstGeom prst="rect">
            <a:avLst/>
          </a:prstGeom>
          <a:noFill/>
          <a:ln/>
        </p:spPr>
        <p:txBody>
          <a:bodyPr wrap="none" lIns="0" tIns="0" rIns="0" bIns="0" rtlCol="0" anchor="ctr"/>
          <a:lstStyle/>
          <a:p>
            <a:pPr algn="r" indent="0" marL="0">
              <a:buNone/>
            </a:pPr>
            <a:r>
              <a:rPr lang="en-US" sz="825" spc="149" kern="0" dirty="0">
                <a:solidFill>
                  <a:srgbClr val="5A5447"/>
                </a:solidFill>
                <a:latin typeface="IBM Plex Mono" pitchFamily="34" charset="0"/>
                <a:ea typeface="IBM Plex Mono" pitchFamily="34" charset="-122"/>
                <a:cs typeface="IBM Plex Mono" pitchFamily="34" charset="-120"/>
              </a:rPr>
              <a:t>REF · IMEC DAMASCENE</a:t>
            </a:r>
            <a:endParaRPr lang="en-US" sz="825" dirty="0"/>
          </a:p>
        </p:txBody>
      </p:sp>
      <p:sp>
        <p:nvSpPr>
          <p:cNvPr id="25" name="Text 18"/>
          <p:cNvSpPr txBox="1"/>
          <p:nvPr/>
        </p:nvSpPr>
        <p:spPr>
          <a:xfrm>
            <a:off x="14763902" y="6148426"/>
            <a:ext cx="2000707" cy="124358"/>
          </a:xfrm>
          <a:prstGeom prst="rect">
            <a:avLst/>
          </a:prstGeom>
          <a:noFill/>
          <a:ln/>
        </p:spPr>
        <p:txBody>
          <a:bodyPr wrap="none" lIns="0" tIns="0" rIns="0" bIns="0" rtlCol="0" anchor="ctr"/>
          <a:lstStyle/>
          <a:p>
            <a:pPr algn="r" indent="0" marL="0">
              <a:buNone/>
            </a:pPr>
            <a:r>
              <a:rPr lang="en-US" sz="800" dirty="0">
                <a:solidFill>
                  <a:srgbClr val="5A5447"/>
                </a:solidFill>
                <a:latin typeface="IBM Plex Mono" pitchFamily="34" charset="0"/>
                <a:ea typeface="IBM Plex Mono" pitchFamily="34" charset="-122"/>
                <a:cs typeface="IBM Plex Mono" pitchFamily="34" charset="-120"/>
              </a:rPr>
              <a:t>publicly available technical figure</a:t>
            </a:r>
            <a:endParaRPr lang="en-US" sz="800" dirty="0"/>
          </a:p>
        </p:txBody>
      </p:sp>
      <p:sp>
        <p:nvSpPr>
          <p:cNvPr id="26" name="Text 19"/>
          <p:cNvSpPr txBox="1"/>
          <p:nvPr/>
        </p:nvSpPr>
        <p:spPr>
          <a:xfrm>
            <a:off x="1333195" y="6381598"/>
            <a:ext cx="15621610" cy="133502"/>
          </a:xfrm>
          <a:prstGeom prst="rect">
            <a:avLst/>
          </a:prstGeom>
          <a:noFill/>
          <a:ln/>
        </p:spPr>
        <p:txBody>
          <a:bodyPr wrap="none" lIns="0" tIns="0" rIns="0" bIns="0" rtlCol="0" anchor="ctr"/>
          <a:lstStyle/>
          <a:p>
            <a:pPr algn="l" indent="0" marL="0">
              <a:buNone/>
            </a:pPr>
            <a:r>
              <a:rPr lang="en-US" sz="825" spc="231" kern="0" dirty="0">
                <a:solidFill>
                  <a:srgbClr val="2C5B62"/>
                </a:solidFill>
                <a:latin typeface="IBM Plex Mono" pitchFamily="34" charset="0"/>
                <a:ea typeface="IBM Plex Mono" pitchFamily="34" charset="-122"/>
                <a:cs typeface="IBM Plex Mono" pitchFamily="34" charset="-120"/>
              </a:rPr>
              <a:t>DELTA TABLE — W07 − W03 (Δ, site-1)</a:t>
            </a:r>
            <a:endParaRPr lang="en-US" sz="825"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1524305" y="6953098"/>
          <a:ext cx="15240305" cy="1581912"/>
        </p:xfrm>
        <a:graphic>
          <a:graphicData uri="http://schemas.openxmlformats.org/drawingml/2006/table">
            <a:tbl>
              <a:tblPr/>
              <a:tblGrid>
                <a:gridCol w="4355287"/>
                <a:gridCol w="2669134"/>
                <a:gridCol w="2669134"/>
                <a:gridCol w="1483157"/>
                <a:gridCol w="1186891"/>
                <a:gridCol w="2876702"/>
              </a:tblGrid>
              <a:tr h="316382">
                <a:tc>
                  <a:txBody>
                    <a:bodyPr/>
                    <a:lstStyle/>
                    <a:p>
                      <a:pPr algn="l" indent="0" marL="0">
                        <a:buNone/>
                      </a:pPr>
                      <a:r>
                        <a:rPr lang="en-US" sz="825" dirty="0">
                          <a:solidFill>
                            <a:srgbClr val="665B46"/>
                          </a:solidFill>
                          <a:latin typeface="IBM Plex Mono" pitchFamily="34" charset="0"/>
                          <a:ea typeface="IBM Plex Mono" pitchFamily="34" charset="-122"/>
                          <a:cs typeface="IBM Plex Mono" pitchFamily="34" charset="-120"/>
                        </a:rPr>
                        <a:t>METRIC</a:t>
                      </a:r>
                      <a:endParaRPr lang="en-US" sz="825" dirty="0">
                        <a:latin typeface="IBM Plex Mono" charset="0"/>
                        <a:ea typeface="IBM Plex Mono" charset="0"/>
                        <a:cs typeface="IBM Plex Mono" charset="0"/>
                      </a:endParaRPr>
                    </a:p>
                  </a:txBody>
                  <a:tcPr marL="0" marR="0" marT="57607" marB="57607"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825" dirty="0">
                          <a:solidFill>
                            <a:srgbClr val="665B46"/>
                          </a:solidFill>
                          <a:latin typeface="IBM Plex Mono" pitchFamily="34" charset="0"/>
                          <a:ea typeface="IBM Plex Mono" pitchFamily="34" charset="-122"/>
                          <a:cs typeface="IBM Plex Mono" pitchFamily="34" charset="-120"/>
                        </a:rPr>
                        <a:t>W03 350°C</a:t>
                      </a:r>
                      <a:endParaRPr lang="en-US" sz="825" dirty="0">
                        <a:latin typeface="IBM Plex Mono" charset="0"/>
                        <a:ea typeface="IBM Plex Mono" charset="0"/>
                        <a:cs typeface="IBM Plex Mono" charset="0"/>
                      </a:endParaRPr>
                    </a:p>
                  </a:txBody>
                  <a:tcPr marL="0" marR="0" marT="57607" marB="57607"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825" dirty="0">
                          <a:solidFill>
                            <a:srgbClr val="665B46"/>
                          </a:solidFill>
                          <a:latin typeface="IBM Plex Mono" pitchFamily="34" charset="0"/>
                          <a:ea typeface="IBM Plex Mono" pitchFamily="34" charset="-122"/>
                          <a:cs typeface="IBM Plex Mono" pitchFamily="34" charset="-120"/>
                        </a:rPr>
                        <a:t>W07 400°C</a:t>
                      </a:r>
                      <a:endParaRPr lang="en-US" sz="825" dirty="0">
                        <a:latin typeface="IBM Plex Mono" charset="0"/>
                        <a:ea typeface="IBM Plex Mono" charset="0"/>
                        <a:cs typeface="IBM Plex Mono" charset="0"/>
                      </a:endParaRPr>
                    </a:p>
                  </a:txBody>
                  <a:tcPr marL="0" marR="0" marT="57607" marB="57607"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825" dirty="0">
                          <a:solidFill>
                            <a:srgbClr val="665B46"/>
                          </a:solidFill>
                          <a:latin typeface="IBM Plex Mono" pitchFamily="34" charset="0"/>
                          <a:ea typeface="IBM Plex Mono" pitchFamily="34" charset="-122"/>
                          <a:cs typeface="IBM Plex Mono" pitchFamily="34" charset="-120"/>
                        </a:rPr>
                        <a:t>DELTA</a:t>
                      </a:r>
                      <a:endParaRPr lang="en-US" sz="825" dirty="0">
                        <a:latin typeface="IBM Plex Mono" charset="0"/>
                        <a:ea typeface="IBM Plex Mono" charset="0"/>
                        <a:cs typeface="IBM Plex Mono" charset="0"/>
                      </a:endParaRPr>
                    </a:p>
                  </a:txBody>
                  <a:tcPr marL="0" marR="0" marT="57607" marB="57607"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825" dirty="0">
                          <a:solidFill>
                            <a:srgbClr val="665B46"/>
                          </a:solidFill>
                          <a:latin typeface="IBM Plex Mono" pitchFamily="34" charset="0"/>
                          <a:ea typeface="IBM Plex Mono" pitchFamily="34" charset="-122"/>
                          <a:cs typeface="IBM Plex Mono" pitchFamily="34" charset="-120"/>
                        </a:rPr>
                        <a:t>UNIT</a:t>
                      </a:r>
                      <a:endParaRPr lang="en-US" sz="825" dirty="0">
                        <a:latin typeface="IBM Plex Mono" charset="0"/>
                        <a:ea typeface="IBM Plex Mono" charset="0"/>
                        <a:cs typeface="IBM Plex Mono" charset="0"/>
                      </a:endParaRPr>
                    </a:p>
                  </a:txBody>
                  <a:tcPr marL="0" marR="0" marT="57607" marB="57607"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825" dirty="0">
                          <a:solidFill>
                            <a:srgbClr val="665B46"/>
                          </a:solidFill>
                          <a:latin typeface="IBM Plex Mono" pitchFamily="34" charset="0"/>
                          <a:ea typeface="IBM Plex Mono" pitchFamily="34" charset="-122"/>
                          <a:cs typeface="IBM Plex Mono" pitchFamily="34" charset="-120"/>
                        </a:rPr>
                        <a:t>FLAG</a:t>
                      </a:r>
                      <a:endParaRPr lang="en-US" sz="825" dirty="0">
                        <a:latin typeface="IBM Plex Mono" charset="0"/>
                        <a:ea typeface="IBM Plex Mono" charset="0"/>
                        <a:cs typeface="IBM Plex Mono" charset="0"/>
                      </a:endParaRPr>
                    </a:p>
                  </a:txBody>
                  <a:tcPr marL="75895" marR="75895" marT="57607" marB="57607"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r h="316382">
                <a:tc>
                  <a:txBody>
                    <a:bodyPr/>
                    <a:lstStyle/>
                    <a:p>
                      <a:pPr indent="0" marL="0">
                        <a:buNone/>
                      </a:pPr>
                      <a:r>
                        <a:rPr lang="en-US" sz="1050" dirty="0">
                          <a:solidFill>
                            <a:srgbClr val="1C1D24"/>
                          </a:solidFill>
                          <a:latin typeface="IBM Plex Mono" pitchFamily="34" charset="0"/>
                          <a:ea typeface="IBM Plex Mono" pitchFamily="34" charset="-122"/>
                          <a:cs typeface="IBM Plex Mono" pitchFamily="34" charset="-120"/>
                        </a:rPr>
                        <a:t>AASI</a:t>
                      </a:r>
                      <a:endParaRPr lang="en-US" sz="1050" dirty="0">
                        <a:latin typeface="IBM Plex Mono" charset="0"/>
                        <a:ea typeface="IBM Plex Mono" charset="0"/>
                        <a:cs typeface="IBM Plex Mono" charset="0"/>
                      </a:endParaRPr>
                    </a:p>
                  </a:txBody>
                  <a:tcPr marL="0" marR="0"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050" dirty="0">
                          <a:solidFill>
                            <a:srgbClr val="1C1D24"/>
                          </a:solidFill>
                          <a:latin typeface="IBM Plex Mono" pitchFamily="34" charset="0"/>
                          <a:ea typeface="IBM Plex Mono" pitchFamily="34" charset="-122"/>
                          <a:cs typeface="IBM Plex Mono" pitchFamily="34" charset="-120"/>
                        </a:rPr>
                        <a:t>23.41</a:t>
                      </a:r>
                      <a:endParaRPr lang="en-US" sz="1050" dirty="0">
                        <a:latin typeface="IBM Plex Mono" charset="0"/>
                        <a:ea typeface="IBM Plex Mono" charset="0"/>
                        <a:cs typeface="IBM Plex Mono" charset="0"/>
                      </a:endParaRPr>
                    </a:p>
                  </a:txBody>
                  <a:tcPr marL="0" marR="0"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050" dirty="0">
                          <a:solidFill>
                            <a:srgbClr val="1C1D24"/>
                          </a:solidFill>
                          <a:latin typeface="IBM Plex Mono" pitchFamily="34" charset="0"/>
                          <a:ea typeface="IBM Plex Mono" pitchFamily="34" charset="-122"/>
                          <a:cs typeface="IBM Plex Mono" pitchFamily="34" charset="-120"/>
                        </a:rPr>
                        <a:t>23.38</a:t>
                      </a:r>
                      <a:endParaRPr lang="en-US" sz="1050" dirty="0">
                        <a:latin typeface="IBM Plex Mono" charset="0"/>
                        <a:ea typeface="IBM Plex Mono" charset="0"/>
                        <a:cs typeface="IBM Plex Mono" charset="0"/>
                      </a:endParaRPr>
                    </a:p>
                  </a:txBody>
                  <a:tcPr marL="0" marR="0"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050" dirty="0">
                          <a:solidFill>
                            <a:srgbClr val="2C5B62"/>
                          </a:solidFill>
                          <a:latin typeface="IBM Plex Mono" pitchFamily="34" charset="0"/>
                          <a:ea typeface="IBM Plex Mono" pitchFamily="34" charset="-122"/>
                          <a:cs typeface="IBM Plex Mono" pitchFamily="34" charset="-120"/>
                        </a:rPr>
                        <a:t>−0.03</a:t>
                      </a:r>
                      <a:endParaRPr lang="en-US" sz="1050" dirty="0">
                        <a:latin typeface="IBM Plex Mono" charset="0"/>
                        <a:ea typeface="IBM Plex Mono" charset="0"/>
                        <a:cs typeface="IBM Plex Mono" charset="0"/>
                      </a:endParaRPr>
                    </a:p>
                  </a:txBody>
                  <a:tcPr marL="0" marR="0"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050" dirty="0">
                          <a:solidFill>
                            <a:srgbClr val="1C1D24"/>
                          </a:solidFill>
                          <a:latin typeface="IBM Plex Mono" pitchFamily="34" charset="0"/>
                          <a:ea typeface="IBM Plex Mono" pitchFamily="34" charset="-122"/>
                          <a:cs typeface="IBM Plex Mono" pitchFamily="34" charset="-120"/>
                        </a:rPr>
                        <a:t>nm</a:t>
                      </a:r>
                      <a:endParaRPr lang="en-US" sz="1050" dirty="0">
                        <a:latin typeface="IBM Plex Mono" charset="0"/>
                        <a:ea typeface="IBM Plex Mono" charset="0"/>
                        <a:cs typeface="IBM Plex Mono" charset="0"/>
                      </a:endParaRPr>
                    </a:p>
                  </a:txBody>
                  <a:tcPr marL="0" marR="0"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050" b="1" dirty="0">
                          <a:solidFill>
                            <a:srgbClr val="3D7251"/>
                          </a:solidFill>
                          <a:latin typeface="IBM Plex Mono" pitchFamily="34" charset="0"/>
                          <a:ea typeface="IBM Plex Mono" pitchFamily="34" charset="-122"/>
                          <a:cs typeface="IBM Plex Mono" pitchFamily="34" charset="-120"/>
                        </a:rPr>
                        <a:t>TIGHT</a:t>
                      </a:r>
                      <a:endParaRPr lang="en-US" sz="1050" dirty="0">
                        <a:latin typeface="IBM Plex Mono" charset="0"/>
                        <a:ea typeface="IBM Plex Mono" charset="0"/>
                        <a:cs typeface="IBM Plex Mono" charset="0"/>
                      </a:endParaRPr>
                    </a:p>
                  </a:txBody>
                  <a:tcPr marL="75895" marR="75895"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r h="316382">
                <a:tc>
                  <a:txBody>
                    <a:bodyPr/>
                    <a:lstStyle/>
                    <a:p>
                      <a:pPr indent="0" marL="0">
                        <a:buNone/>
                      </a:pPr>
                      <a:r>
                        <a:rPr lang="en-US" sz="1050" dirty="0">
                          <a:solidFill>
                            <a:srgbClr val="1C1D24"/>
                          </a:solidFill>
                          <a:latin typeface="IBM Plex Mono" pitchFamily="34" charset="0"/>
                          <a:ea typeface="IBM Plex Mono" pitchFamily="34" charset="-122"/>
                          <a:cs typeface="IBM Plex Mono" pitchFamily="34" charset="-120"/>
                        </a:rPr>
                        <a:t>ASEI</a:t>
                      </a:r>
                      <a:endParaRPr lang="en-US" sz="1050" dirty="0">
                        <a:latin typeface="IBM Plex Mono" charset="0"/>
                        <a:ea typeface="IBM Plex Mono" charset="0"/>
                        <a:cs typeface="IBM Plex Mono" charset="0"/>
                      </a:endParaRPr>
                    </a:p>
                  </a:txBody>
                  <a:tcPr marL="0" marR="0"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8DEC4">
                        <a:alpha val="40000"/>
                      </a:srgbClr>
                    </a:solidFill>
                  </a:tcPr>
                </a:tc>
                <a:tc>
                  <a:txBody>
                    <a:bodyPr/>
                    <a:lstStyle/>
                    <a:p>
                      <a:pPr algn="r" indent="0" marL="0">
                        <a:buNone/>
                      </a:pPr>
                      <a:r>
                        <a:rPr lang="en-US" sz="1050" dirty="0">
                          <a:solidFill>
                            <a:srgbClr val="1C1D24"/>
                          </a:solidFill>
                          <a:latin typeface="IBM Plex Mono" pitchFamily="34" charset="0"/>
                          <a:ea typeface="IBM Plex Mono" pitchFamily="34" charset="-122"/>
                          <a:cs typeface="IBM Plex Mono" pitchFamily="34" charset="-120"/>
                        </a:rPr>
                        <a:t>18.27</a:t>
                      </a:r>
                      <a:endParaRPr lang="en-US" sz="1050" dirty="0">
                        <a:latin typeface="IBM Plex Mono" charset="0"/>
                        <a:ea typeface="IBM Plex Mono" charset="0"/>
                        <a:cs typeface="IBM Plex Mono" charset="0"/>
                      </a:endParaRPr>
                    </a:p>
                  </a:txBody>
                  <a:tcPr marL="0" marR="0"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8DEC4">
                        <a:alpha val="40000"/>
                      </a:srgbClr>
                    </a:solidFill>
                  </a:tcPr>
                </a:tc>
                <a:tc>
                  <a:txBody>
                    <a:bodyPr/>
                    <a:lstStyle/>
                    <a:p>
                      <a:pPr algn="r" indent="0" marL="0">
                        <a:buNone/>
                      </a:pPr>
                      <a:r>
                        <a:rPr lang="en-US" sz="1050" dirty="0">
                          <a:solidFill>
                            <a:srgbClr val="1C1D24"/>
                          </a:solidFill>
                          <a:latin typeface="IBM Plex Mono" pitchFamily="34" charset="0"/>
                          <a:ea typeface="IBM Plex Mono" pitchFamily="34" charset="-122"/>
                          <a:cs typeface="IBM Plex Mono" pitchFamily="34" charset="-120"/>
                        </a:rPr>
                        <a:t>18.31</a:t>
                      </a:r>
                      <a:endParaRPr lang="en-US" sz="1050" dirty="0">
                        <a:latin typeface="IBM Plex Mono" charset="0"/>
                        <a:ea typeface="IBM Plex Mono" charset="0"/>
                        <a:cs typeface="IBM Plex Mono" charset="0"/>
                      </a:endParaRPr>
                    </a:p>
                  </a:txBody>
                  <a:tcPr marL="0" marR="0"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8DEC4">
                        <a:alpha val="40000"/>
                      </a:srgbClr>
                    </a:solidFill>
                  </a:tcPr>
                </a:tc>
                <a:tc>
                  <a:txBody>
                    <a:bodyPr/>
                    <a:lstStyle/>
                    <a:p>
                      <a:pPr algn="r" indent="0" marL="0">
                        <a:buNone/>
                      </a:pPr>
                      <a:r>
                        <a:rPr lang="en-US" sz="1050" dirty="0">
                          <a:solidFill>
                            <a:srgbClr val="C25028"/>
                          </a:solidFill>
                          <a:latin typeface="IBM Plex Mono" pitchFamily="34" charset="0"/>
                          <a:ea typeface="IBM Plex Mono" pitchFamily="34" charset="-122"/>
                          <a:cs typeface="IBM Plex Mono" pitchFamily="34" charset="-120"/>
                        </a:rPr>
                        <a:t>+0.04</a:t>
                      </a:r>
                      <a:endParaRPr lang="en-US" sz="1050" dirty="0">
                        <a:latin typeface="IBM Plex Mono" charset="0"/>
                        <a:ea typeface="IBM Plex Mono" charset="0"/>
                        <a:cs typeface="IBM Plex Mono" charset="0"/>
                      </a:endParaRPr>
                    </a:p>
                  </a:txBody>
                  <a:tcPr marL="0" marR="0"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8DEC4">
                        <a:alpha val="40000"/>
                      </a:srgbClr>
                    </a:solidFill>
                  </a:tcPr>
                </a:tc>
                <a:tc>
                  <a:txBody>
                    <a:bodyPr/>
                    <a:lstStyle/>
                    <a:p>
                      <a:pPr algn="r" indent="0" marL="0">
                        <a:buNone/>
                      </a:pPr>
                      <a:r>
                        <a:rPr lang="en-US" sz="1050" dirty="0">
                          <a:solidFill>
                            <a:srgbClr val="1C1D24"/>
                          </a:solidFill>
                          <a:latin typeface="IBM Plex Mono" pitchFamily="34" charset="0"/>
                          <a:ea typeface="IBM Plex Mono" pitchFamily="34" charset="-122"/>
                          <a:cs typeface="IBM Plex Mono" pitchFamily="34" charset="-120"/>
                        </a:rPr>
                        <a:t>nm</a:t>
                      </a:r>
                      <a:endParaRPr lang="en-US" sz="1050" dirty="0">
                        <a:latin typeface="IBM Plex Mono" charset="0"/>
                        <a:ea typeface="IBM Plex Mono" charset="0"/>
                        <a:cs typeface="IBM Plex Mono" charset="0"/>
                      </a:endParaRPr>
                    </a:p>
                  </a:txBody>
                  <a:tcPr marL="0" marR="0"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8DEC4">
                        <a:alpha val="40000"/>
                      </a:srgbClr>
                    </a:solidFill>
                  </a:tcPr>
                </a:tc>
                <a:tc>
                  <a:txBody>
                    <a:bodyPr/>
                    <a:lstStyle/>
                    <a:p>
                      <a:pPr algn="r" indent="0" marL="0">
                        <a:buNone/>
                      </a:pPr>
                      <a:r>
                        <a:rPr lang="en-US" sz="1050" b="1" dirty="0">
                          <a:solidFill>
                            <a:srgbClr val="3D7251"/>
                          </a:solidFill>
                          <a:latin typeface="IBM Plex Mono" pitchFamily="34" charset="0"/>
                          <a:ea typeface="IBM Plex Mono" pitchFamily="34" charset="-122"/>
                          <a:cs typeface="IBM Plex Mono" pitchFamily="34" charset="-120"/>
                        </a:rPr>
                        <a:t>OK</a:t>
                      </a:r>
                      <a:endParaRPr lang="en-US" sz="1050" dirty="0">
                        <a:latin typeface="IBM Plex Mono" charset="0"/>
                        <a:ea typeface="IBM Plex Mono" charset="0"/>
                        <a:cs typeface="IBM Plex Mono" charset="0"/>
                      </a:endParaRPr>
                    </a:p>
                  </a:txBody>
                  <a:tcPr marL="75895" marR="75895"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8DEC4">
                        <a:alpha val="40000"/>
                      </a:srgbClr>
                    </a:solidFill>
                  </a:tcPr>
                </a:tc>
              </a:tr>
              <a:tr h="316382">
                <a:tc>
                  <a:txBody>
                    <a:bodyPr/>
                    <a:lstStyle/>
                    <a:p>
                      <a:pPr indent="0" marL="0">
                        <a:buNone/>
                      </a:pPr>
                      <a:r>
                        <a:rPr lang="en-US" sz="1050" dirty="0">
                          <a:solidFill>
                            <a:srgbClr val="1C1D24"/>
                          </a:solidFill>
                          <a:latin typeface="IBM Plex Mono" pitchFamily="34" charset="0"/>
                          <a:ea typeface="IBM Plex Mono" pitchFamily="34" charset="-122"/>
                          <a:cs typeface="IBM Plex Mono" pitchFamily="34" charset="-120"/>
                        </a:rPr>
                        <a:t>sidewall angle</a:t>
                      </a:r>
                      <a:endParaRPr lang="en-US" sz="1050" dirty="0">
                        <a:latin typeface="IBM Plex Mono" charset="0"/>
                        <a:ea typeface="IBM Plex Mono" charset="0"/>
                        <a:cs typeface="IBM Plex Mono" charset="0"/>
                      </a:endParaRPr>
                    </a:p>
                  </a:txBody>
                  <a:tcPr marL="0" marR="0"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050" dirty="0">
                          <a:solidFill>
                            <a:srgbClr val="1C1D24"/>
                          </a:solidFill>
                          <a:latin typeface="IBM Plex Mono" pitchFamily="34" charset="0"/>
                          <a:ea typeface="IBM Plex Mono" pitchFamily="34" charset="-122"/>
                          <a:cs typeface="IBM Plex Mono" pitchFamily="34" charset="-120"/>
                        </a:rPr>
                        <a:t>87.8°</a:t>
                      </a:r>
                      <a:endParaRPr lang="en-US" sz="1050" dirty="0">
                        <a:latin typeface="IBM Plex Mono" charset="0"/>
                        <a:ea typeface="IBM Plex Mono" charset="0"/>
                        <a:cs typeface="IBM Plex Mono" charset="0"/>
                      </a:endParaRPr>
                    </a:p>
                  </a:txBody>
                  <a:tcPr marL="0" marR="0"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050" dirty="0">
                          <a:solidFill>
                            <a:srgbClr val="1C1D24"/>
                          </a:solidFill>
                          <a:latin typeface="IBM Plex Mono" pitchFamily="34" charset="0"/>
                          <a:ea typeface="IBM Plex Mono" pitchFamily="34" charset="-122"/>
                          <a:cs typeface="IBM Plex Mono" pitchFamily="34" charset="-120"/>
                        </a:rPr>
                        <a:t>87.3°</a:t>
                      </a:r>
                      <a:endParaRPr lang="en-US" sz="1050" dirty="0">
                        <a:latin typeface="IBM Plex Mono" charset="0"/>
                        <a:ea typeface="IBM Plex Mono" charset="0"/>
                        <a:cs typeface="IBM Plex Mono" charset="0"/>
                      </a:endParaRPr>
                    </a:p>
                  </a:txBody>
                  <a:tcPr marL="0" marR="0"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050" dirty="0">
                          <a:solidFill>
                            <a:srgbClr val="665B46"/>
                          </a:solidFill>
                          <a:latin typeface="IBM Plex Mono" pitchFamily="34" charset="0"/>
                          <a:ea typeface="IBM Plex Mono" pitchFamily="34" charset="-122"/>
                          <a:cs typeface="IBM Plex Mono" pitchFamily="34" charset="-120"/>
                        </a:rPr>
                        <a:t>−0.5°</a:t>
                      </a:r>
                      <a:endParaRPr lang="en-US" sz="1050" dirty="0">
                        <a:latin typeface="IBM Plex Mono" charset="0"/>
                        <a:ea typeface="IBM Plex Mono" charset="0"/>
                        <a:cs typeface="IBM Plex Mono" charset="0"/>
                      </a:endParaRPr>
                    </a:p>
                  </a:txBody>
                  <a:tcPr marL="0" marR="0"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050" dirty="0">
                          <a:solidFill>
                            <a:srgbClr val="1C1D24"/>
                          </a:solidFill>
                          <a:latin typeface="IBM Plex Mono" pitchFamily="34" charset="0"/>
                          <a:ea typeface="IBM Plex Mono" pitchFamily="34" charset="-122"/>
                          <a:cs typeface="IBM Plex Mono" pitchFamily="34" charset="-120"/>
                        </a:rPr>
                        <a:t>deg</a:t>
                      </a:r>
                      <a:endParaRPr lang="en-US" sz="1050" dirty="0">
                        <a:latin typeface="IBM Plex Mono" charset="0"/>
                        <a:ea typeface="IBM Plex Mono" charset="0"/>
                        <a:cs typeface="IBM Plex Mono" charset="0"/>
                      </a:endParaRPr>
                    </a:p>
                  </a:txBody>
                  <a:tcPr marL="0" marR="0"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050" b="1" dirty="0">
                          <a:solidFill>
                            <a:srgbClr val="3D7251"/>
                          </a:solidFill>
                          <a:latin typeface="IBM Plex Mono" pitchFamily="34" charset="0"/>
                          <a:ea typeface="IBM Plex Mono" pitchFamily="34" charset="-122"/>
                          <a:cs typeface="IBM Plex Mono" pitchFamily="34" charset="-120"/>
                        </a:rPr>
                        <a:t>OK</a:t>
                      </a:r>
                      <a:endParaRPr lang="en-US" sz="1050" dirty="0">
                        <a:latin typeface="IBM Plex Mono" charset="0"/>
                        <a:ea typeface="IBM Plex Mono" charset="0"/>
                        <a:cs typeface="IBM Plex Mono" charset="0"/>
                      </a:endParaRPr>
                    </a:p>
                  </a:txBody>
                  <a:tcPr marL="75895" marR="75895"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r h="316382">
                <a:tc>
                  <a:txBody>
                    <a:bodyPr/>
                    <a:lstStyle/>
                    <a:p>
                      <a:pPr indent="0" marL="0">
                        <a:buNone/>
                      </a:pPr>
                      <a:r>
                        <a:rPr lang="en-US" sz="1050" dirty="0">
                          <a:solidFill>
                            <a:srgbClr val="1C1D24"/>
                          </a:solidFill>
                          <a:latin typeface="IBM Plex Mono" pitchFamily="34" charset="0"/>
                          <a:ea typeface="IBM Plex Mono" pitchFamily="34" charset="-122"/>
                          <a:cs typeface="IBM Plex Mono" pitchFamily="34" charset="-120"/>
                        </a:rPr>
                        <a:t>grain size est.</a:t>
                      </a:r>
                      <a:endParaRPr lang="en-US" sz="1050" dirty="0">
                        <a:latin typeface="IBM Plex Mono" charset="0"/>
                        <a:ea typeface="IBM Plex Mono" charset="0"/>
                        <a:cs typeface="IBM Plex Mono" charset="0"/>
                      </a:endParaRPr>
                    </a:p>
                  </a:txBody>
                  <a:tcPr marL="0" marR="0"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050" dirty="0">
                          <a:solidFill>
                            <a:srgbClr val="1C1D24"/>
                          </a:solidFill>
                          <a:latin typeface="IBM Plex Mono" pitchFamily="34" charset="0"/>
                          <a:ea typeface="IBM Plex Mono" pitchFamily="34" charset="-122"/>
                          <a:cs typeface="IBM Plex Mono" pitchFamily="34" charset="-120"/>
                        </a:rPr>
                        <a:t>~38</a:t>
                      </a:r>
                      <a:endParaRPr lang="en-US" sz="1050" dirty="0">
                        <a:latin typeface="IBM Plex Mono" charset="0"/>
                        <a:ea typeface="IBM Plex Mono" charset="0"/>
                        <a:cs typeface="IBM Plex Mono" charset="0"/>
                      </a:endParaRPr>
                    </a:p>
                  </a:txBody>
                  <a:tcPr marL="0" marR="0"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050" dirty="0">
                          <a:solidFill>
                            <a:srgbClr val="1C1D24"/>
                          </a:solidFill>
                          <a:latin typeface="IBM Plex Mono" pitchFamily="34" charset="0"/>
                          <a:ea typeface="IBM Plex Mono" pitchFamily="34" charset="-122"/>
                          <a:cs typeface="IBM Plex Mono" pitchFamily="34" charset="-120"/>
                        </a:rPr>
                        <a:t>~52</a:t>
                      </a:r>
                      <a:endParaRPr lang="en-US" sz="1050" dirty="0">
                        <a:latin typeface="IBM Plex Mono" charset="0"/>
                        <a:ea typeface="IBM Plex Mono" charset="0"/>
                        <a:cs typeface="IBM Plex Mono" charset="0"/>
                      </a:endParaRPr>
                    </a:p>
                  </a:txBody>
                  <a:tcPr marL="0" marR="0"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050" dirty="0">
                          <a:solidFill>
                            <a:srgbClr val="C25028"/>
                          </a:solidFill>
                          <a:latin typeface="IBM Plex Mono" pitchFamily="34" charset="0"/>
                          <a:ea typeface="IBM Plex Mono" pitchFamily="34" charset="-122"/>
                          <a:cs typeface="IBM Plex Mono" pitchFamily="34" charset="-120"/>
                        </a:rPr>
                        <a:t>+14</a:t>
                      </a:r>
                      <a:endParaRPr lang="en-US" sz="1050" dirty="0">
                        <a:latin typeface="IBM Plex Mono" charset="0"/>
                        <a:ea typeface="IBM Plex Mono" charset="0"/>
                        <a:cs typeface="IBM Plex Mono" charset="0"/>
                      </a:endParaRPr>
                    </a:p>
                  </a:txBody>
                  <a:tcPr marL="0" marR="0"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050" dirty="0">
                          <a:solidFill>
                            <a:srgbClr val="1C1D24"/>
                          </a:solidFill>
                          <a:latin typeface="IBM Plex Mono" pitchFamily="34" charset="0"/>
                          <a:ea typeface="IBM Plex Mono" pitchFamily="34" charset="-122"/>
                          <a:cs typeface="IBM Plex Mono" pitchFamily="34" charset="-120"/>
                        </a:rPr>
                        <a:t>nm</a:t>
                      </a:r>
                      <a:endParaRPr lang="en-US" sz="1050" dirty="0">
                        <a:latin typeface="IBM Plex Mono" charset="0"/>
                        <a:ea typeface="IBM Plex Mono" charset="0"/>
                        <a:cs typeface="IBM Plex Mono" charset="0"/>
                      </a:endParaRPr>
                    </a:p>
                  </a:txBody>
                  <a:tcPr marL="0" marR="0"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050" b="1" dirty="0">
                          <a:solidFill>
                            <a:srgbClr val="3D7251"/>
                          </a:solidFill>
                          <a:latin typeface="IBM Plex Mono" pitchFamily="34" charset="0"/>
                          <a:ea typeface="IBM Plex Mono" pitchFamily="34" charset="-122"/>
                          <a:cs typeface="IBM Plex Mono" pitchFamily="34" charset="-120"/>
                        </a:rPr>
                        <a:t>EXPECTED</a:t>
                      </a:r>
                      <a:endParaRPr lang="en-US" sz="1050" dirty="0">
                        <a:latin typeface="IBM Plex Mono" charset="0"/>
                        <a:ea typeface="IBM Plex Mono" charset="0"/>
                        <a:cs typeface="IBM Plex Mono" charset="0"/>
                      </a:endParaRPr>
                    </a:p>
                  </a:txBody>
                  <a:tcPr marL="75895" marR="75895"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bl>
          </a:graphicData>
        </a:graphic>
      </p:graphicFrame>
      <p:sp>
        <p:nvSpPr>
          <p:cNvPr id="28" name="Text 20"/>
          <p:cNvSpPr txBox="1"/>
          <p:nvPr/>
        </p:nvSpPr>
        <p:spPr>
          <a:xfrm>
            <a:off x="1580998" y="8876995"/>
            <a:ext cx="15050110" cy="133502"/>
          </a:xfrm>
          <a:prstGeom prst="rect">
            <a:avLst/>
          </a:prstGeom>
          <a:noFill/>
          <a:ln/>
        </p:spPr>
        <p:txBody>
          <a:bodyPr wrap="none" lIns="0" tIns="0" rIns="0" bIns="0" rtlCol="0" anchor="ctr"/>
          <a:lstStyle/>
          <a:p>
            <a:pPr algn="l" indent="0" marL="0">
              <a:buNone/>
            </a:pPr>
            <a:r>
              <a:rPr lang="en-US" sz="825" spc="182" kern="0" dirty="0">
                <a:solidFill>
                  <a:srgbClr val="C25028"/>
                </a:solidFill>
                <a:latin typeface="IBM Plex Mono" pitchFamily="34" charset="0"/>
                <a:ea typeface="IBM Plex Mono" pitchFamily="34" charset="-122"/>
                <a:cs typeface="IBM Plex Mono" pitchFamily="34" charset="-120"/>
              </a:rPr>
              <a:t>KEY TAKEAWAY · 04</a:t>
            </a:r>
            <a:endParaRPr lang="en-US" sz="825" dirty="0"/>
          </a:p>
        </p:txBody>
      </p:sp>
      <p:sp>
        <p:nvSpPr>
          <p:cNvPr id="29" name="Text 21"/>
          <p:cNvSpPr txBox="1"/>
          <p:nvPr/>
        </p:nvSpPr>
        <p:spPr>
          <a:xfrm>
            <a:off x="1580998" y="9048902"/>
            <a:ext cx="15050110" cy="228600"/>
          </a:xfrm>
          <a:prstGeom prst="rect">
            <a:avLst/>
          </a:prstGeom>
          <a:noFill/>
          <a:ln/>
        </p:spPr>
        <p:txBody>
          <a:bodyPr wrap="none" lIns="0" tIns="0" rIns="0" bIns="0" rtlCol="0" anchor="ctr"/>
          <a:lstStyle/>
          <a:p>
            <a:pPr algn="l" indent="0" marL="0">
              <a:buNone/>
            </a:pPr>
            <a:r>
              <a:rPr lang="en-US" sz="1275" b="1" dirty="0">
                <a:solidFill>
                  <a:srgbClr val="EFE6D3"/>
                </a:solidFill>
                <a:latin typeface="Noto Sans KR" pitchFamily="34" charset="0"/>
                <a:ea typeface="Noto Sans KR" pitchFamily="34" charset="-122"/>
                <a:cs typeface="Noto Sans KR" pitchFamily="34" charset="-120"/>
              </a:rPr>
              <a:t>400°C에서 AASI/ASEI 변동은 ±0.04 nm 수준, Cu grain size +14 nm 추정 — Δmild, 구조 차이 거의 없음.</a:t>
            </a:r>
            <a:endParaRPr lang="en-US" sz="1275" dirty="0"/>
          </a:p>
        </p:txBody>
      </p:sp>
      <p:sp>
        <p:nvSpPr>
          <p:cNvPr id="30" name="Text 22"/>
          <p:cNvSpPr txBox="1"/>
          <p:nvPr/>
        </p:nvSpPr>
        <p:spPr>
          <a:xfrm>
            <a:off x="914400" y="9791395"/>
            <a:ext cx="17373600" cy="181051"/>
          </a:xfrm>
          <a:prstGeom prst="rect">
            <a:avLst/>
          </a:prstGeom>
          <a:noFill/>
          <a:ln/>
        </p:spPr>
        <p:txBody>
          <a:bodyPr wrap="none" lIns="0" tIns="0" rIns="0" bIns="0" rtlCol="0" anchor="ctr"/>
          <a:lstStyle/>
          <a:p>
            <a:pPr algn="ctr" indent="0" marL="0">
              <a:buNone/>
            </a:pPr>
            <a:r>
              <a:rPr lang="en-US" sz="975" spc="39" kern="0" dirty="0">
                <a:solidFill>
                  <a:srgbClr val="665B46"/>
                </a:solidFill>
                <a:latin typeface="Noto Sans KR" pitchFamily="34" charset="0"/>
                <a:ea typeface="Noto Sans KR" pitchFamily="34" charset="-122"/>
                <a:cs typeface="Noto Sans KR" pitchFamily="34" charset="-120"/>
              </a:rPr>
              <a:t>※ 내부 테스트용 더미(가상) 데이터</a:t>
            </a:r>
            <a:endParaRPr lang="en-US" sz="975"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FE6D3"/>
        </a:solidFill>
      </p:bgPr>
    </p:bg>
    <p:spTree>
      <p:nvGrpSpPr>
        <p:cNvPr id="1" name=""/>
        <p:cNvGrpSpPr/>
        <p:nvPr/>
      </p:nvGrpSpPr>
      <p:grpSpPr>
        <a:xfrm>
          <a:off x="0" y="0"/>
          <a:ext cx="0" cy="0"/>
          <a:chOff x="0" y="0"/>
          <a:chExt cx="0" cy="0"/>
        </a:xfrm>
      </p:grpSpPr>
      <p:sp>
        <p:nvSpPr>
          <p:cNvPr id="3" name="Shape 0"/>
          <p:cNvSpPr/>
          <p:nvPr/>
        </p:nvSpPr>
        <p:spPr>
          <a:xfrm>
            <a:off x="0" y="0"/>
            <a:ext cx="914400" cy="10287000"/>
          </a:xfrm>
          <a:prstGeom prst="rect">
            <a:avLst/>
          </a:prstGeom>
          <a:solidFill>
            <a:srgbClr val="26201A"/>
          </a:solidFill>
          <a:ln w="12700">
            <a:solidFill>
              <a:srgbClr val="FFFFFF">
                <a:alpha val="0"/>
              </a:srgbClr>
            </a:solidFill>
            <a:prstDash val="solid"/>
          </a:ln>
        </p:spPr>
      </p:sp>
      <p:sp>
        <p:nvSpPr>
          <p:cNvPr id="4" name="Shape 1"/>
          <p:cNvSpPr/>
          <p:nvPr/>
        </p:nvSpPr>
        <p:spPr>
          <a:xfrm>
            <a:off x="1333195" y="1904695"/>
            <a:ext cx="7830007" cy="3258007"/>
          </a:xfrm>
          <a:prstGeom prst="rect">
            <a:avLst/>
          </a:prstGeom>
          <a:solidFill>
            <a:srgbClr val="FFFFFF"/>
          </a:solidFill>
          <a:ln w="12700">
            <a:solidFill>
              <a:srgbClr val="BFB38D"/>
            </a:solidFill>
            <a:prstDash val="solid"/>
          </a:ln>
        </p:spPr>
      </p:sp>
      <p:sp>
        <p:nvSpPr>
          <p:cNvPr id="5" name="Shape 2"/>
          <p:cNvSpPr/>
          <p:nvPr/>
        </p:nvSpPr>
        <p:spPr>
          <a:xfrm>
            <a:off x="9334195" y="1904695"/>
            <a:ext cx="7638898" cy="3258007"/>
          </a:xfrm>
          <a:prstGeom prst="rect">
            <a:avLst/>
          </a:prstGeom>
          <a:solidFill>
            <a:srgbClr val="FFFFFF"/>
          </a:solidFill>
          <a:ln w="12700">
            <a:solidFill>
              <a:srgbClr val="BFB38D"/>
            </a:solidFill>
            <a:prstDash val="solid"/>
          </a:ln>
        </p:spPr>
      </p:sp>
      <p:sp>
        <p:nvSpPr>
          <p:cNvPr id="6" name="Shape 3"/>
          <p:cNvSpPr/>
          <p:nvPr/>
        </p:nvSpPr>
        <p:spPr>
          <a:xfrm>
            <a:off x="1333195" y="5333695"/>
            <a:ext cx="7830007" cy="3258007"/>
          </a:xfrm>
          <a:prstGeom prst="rect">
            <a:avLst/>
          </a:prstGeom>
          <a:solidFill>
            <a:srgbClr val="FFFFFF"/>
          </a:solidFill>
          <a:ln w="12700">
            <a:solidFill>
              <a:srgbClr val="BFB38D"/>
            </a:solidFill>
            <a:prstDash val="solid"/>
          </a:ln>
        </p:spPr>
      </p:sp>
      <p:sp>
        <p:nvSpPr>
          <p:cNvPr id="7" name="Shape 4"/>
          <p:cNvSpPr/>
          <p:nvPr/>
        </p:nvSpPr>
        <p:spPr>
          <a:xfrm>
            <a:off x="9334195" y="5333695"/>
            <a:ext cx="7638898" cy="3258007"/>
          </a:xfrm>
          <a:prstGeom prst="rect">
            <a:avLst/>
          </a:prstGeom>
          <a:solidFill>
            <a:srgbClr val="FFFFFF"/>
          </a:solidFill>
          <a:ln w="12700">
            <a:solidFill>
              <a:srgbClr val="BFB38D"/>
            </a:solidFill>
            <a:prstDash val="solid"/>
          </a:ln>
        </p:spPr>
      </p:sp>
      <p:sp>
        <p:nvSpPr>
          <p:cNvPr id="8" name="Shape 5"/>
          <p:cNvSpPr/>
          <p:nvPr/>
        </p:nvSpPr>
        <p:spPr>
          <a:xfrm>
            <a:off x="1333195" y="8762695"/>
            <a:ext cx="15620695" cy="609905"/>
          </a:xfrm>
          <a:prstGeom prst="rect">
            <a:avLst/>
          </a:prstGeom>
          <a:solidFill>
            <a:srgbClr val="26201A"/>
          </a:solidFill>
          <a:ln w="12700">
            <a:solidFill>
              <a:srgbClr val="FFFFFF">
                <a:alpha val="0"/>
              </a:srgbClr>
            </a:solidFill>
            <a:prstDash val="solid"/>
          </a:ln>
        </p:spPr>
      </p:sp>
      <p:pic>
        <p:nvPicPr>
          <p:cNvPr id="9" name="Image 0" descr="gen-dedup-e4f819b901da9d04223d04636a36c06f.png">    </p:cNvPr>
          <p:cNvPicPr>
            <a:picLocks noChangeAspect="1"/>
          </p:cNvPicPr>
          <p:nvPr/>
        </p:nvPicPr>
        <p:blipFill>
          <a:blip r:embed="rId1"/>
          <a:srcRect l="-395" r="-395" t="0" b="0"/>
          <a:stretch/>
        </p:blipFill>
        <p:spPr>
          <a:xfrm>
            <a:off x="1333195" y="1904695"/>
            <a:ext cx="57607" cy="3238805"/>
          </a:xfrm>
          <a:prstGeom prst="rect">
            <a:avLst/>
          </a:prstGeom>
        </p:spPr>
      </p:pic>
      <p:sp>
        <p:nvSpPr>
          <p:cNvPr id="10" name="Shape 6"/>
          <p:cNvSpPr/>
          <p:nvPr/>
        </p:nvSpPr>
        <p:spPr>
          <a:xfrm>
            <a:off x="4095598" y="2115007"/>
            <a:ext cx="3143707" cy="2286000"/>
          </a:xfrm>
          <a:prstGeom prst="rect">
            <a:avLst/>
          </a:prstGeom>
          <a:solidFill>
            <a:srgbClr val="1A1812"/>
          </a:solidFill>
          <a:ln w="12700">
            <a:solidFill>
              <a:srgbClr val="FFFFFF">
                <a:alpha val="0"/>
              </a:srgbClr>
            </a:solidFill>
            <a:prstDash val="solid"/>
          </a:ln>
        </p:spPr>
      </p:sp>
      <p:pic>
        <p:nvPicPr>
          <p:cNvPr id="11" name="Image 1" descr="gen-dedup-616458fa291f22566e9632cdafe04bcf.png">    </p:cNvPr>
          <p:cNvPicPr>
            <a:picLocks noChangeAspect="1"/>
          </p:cNvPicPr>
          <p:nvPr/>
        </p:nvPicPr>
        <p:blipFill>
          <a:blip r:embed="rId2"/>
          <a:srcRect l="-395" r="-395" t="0" b="0"/>
          <a:stretch/>
        </p:blipFill>
        <p:spPr>
          <a:xfrm>
            <a:off x="9334195" y="1904695"/>
            <a:ext cx="57607" cy="3238805"/>
          </a:xfrm>
          <a:prstGeom prst="rect">
            <a:avLst/>
          </a:prstGeom>
        </p:spPr>
      </p:pic>
      <p:sp>
        <p:nvSpPr>
          <p:cNvPr id="12" name="Shape 7"/>
          <p:cNvSpPr/>
          <p:nvPr/>
        </p:nvSpPr>
        <p:spPr>
          <a:xfrm>
            <a:off x="12001500" y="2115007"/>
            <a:ext cx="3143707" cy="2286000"/>
          </a:xfrm>
          <a:prstGeom prst="rect">
            <a:avLst/>
          </a:prstGeom>
          <a:solidFill>
            <a:srgbClr val="1A1812"/>
          </a:solidFill>
          <a:ln w="12700">
            <a:solidFill>
              <a:srgbClr val="FFFFFF">
                <a:alpha val="0"/>
              </a:srgbClr>
            </a:solidFill>
            <a:prstDash val="solid"/>
          </a:ln>
        </p:spPr>
      </p:sp>
      <p:pic>
        <p:nvPicPr>
          <p:cNvPr id="13" name="Image 2" descr="gen-dedup-2013904dacc7de7c71363c6ea75fa743.png">    </p:cNvPr>
          <p:cNvPicPr>
            <a:picLocks noChangeAspect="1"/>
          </p:cNvPicPr>
          <p:nvPr/>
        </p:nvPicPr>
        <p:blipFill>
          <a:blip r:embed="rId3"/>
          <a:srcRect l="-395" r="-395" t="0" b="0"/>
          <a:stretch/>
        </p:blipFill>
        <p:spPr>
          <a:xfrm>
            <a:off x="1333195" y="5333695"/>
            <a:ext cx="57607" cy="3238805"/>
          </a:xfrm>
          <a:prstGeom prst="rect">
            <a:avLst/>
          </a:prstGeom>
        </p:spPr>
      </p:pic>
      <p:sp>
        <p:nvSpPr>
          <p:cNvPr id="14" name="Shape 8"/>
          <p:cNvSpPr/>
          <p:nvPr/>
        </p:nvSpPr>
        <p:spPr>
          <a:xfrm>
            <a:off x="4095598" y="5544007"/>
            <a:ext cx="3143707" cy="2286000"/>
          </a:xfrm>
          <a:prstGeom prst="rect">
            <a:avLst/>
          </a:prstGeom>
          <a:solidFill>
            <a:srgbClr val="1A1812"/>
          </a:solidFill>
          <a:ln w="12700">
            <a:solidFill>
              <a:srgbClr val="FFFFFF">
                <a:alpha val="0"/>
              </a:srgbClr>
            </a:solidFill>
            <a:prstDash val="solid"/>
          </a:ln>
        </p:spPr>
      </p:sp>
      <p:pic>
        <p:nvPicPr>
          <p:cNvPr id="15" name="Image 3" descr="gen-dedup-67a92ad0c0145cfb9635db018f187793.png">    </p:cNvPr>
          <p:cNvPicPr>
            <a:picLocks noChangeAspect="1"/>
          </p:cNvPicPr>
          <p:nvPr/>
        </p:nvPicPr>
        <p:blipFill>
          <a:blip r:embed="rId4"/>
          <a:srcRect l="-395" r="-395" t="0" b="0"/>
          <a:stretch/>
        </p:blipFill>
        <p:spPr>
          <a:xfrm>
            <a:off x="9334195" y="5333695"/>
            <a:ext cx="57607" cy="3238805"/>
          </a:xfrm>
          <a:prstGeom prst="rect">
            <a:avLst/>
          </a:prstGeom>
        </p:spPr>
      </p:pic>
      <p:sp>
        <p:nvSpPr>
          <p:cNvPr id="16" name="Shape 9"/>
          <p:cNvSpPr/>
          <p:nvPr/>
        </p:nvSpPr>
        <p:spPr>
          <a:xfrm>
            <a:off x="12001500" y="5544007"/>
            <a:ext cx="3143707" cy="2286000"/>
          </a:xfrm>
          <a:prstGeom prst="rect">
            <a:avLst/>
          </a:prstGeom>
          <a:solidFill>
            <a:srgbClr val="1A1812"/>
          </a:solidFill>
          <a:ln w="12700">
            <a:solidFill>
              <a:srgbClr val="FFFFFF">
                <a:alpha val="0"/>
              </a:srgbClr>
            </a:solidFill>
            <a:prstDash val="solid"/>
          </a:ln>
        </p:spPr>
      </p:sp>
      <p:pic>
        <p:nvPicPr>
          <p:cNvPr id="17" name="Image 4" descr="gen-dedup-4c583ea14bdb07d5f536deda7a10f300.png">    </p:cNvPr>
          <p:cNvPicPr>
            <a:picLocks noChangeAspect="1"/>
          </p:cNvPicPr>
          <p:nvPr/>
        </p:nvPicPr>
        <p:blipFill>
          <a:blip r:embed="rId5"/>
          <a:srcRect l="-375" r="-375" t="0" b="0"/>
          <a:stretch/>
        </p:blipFill>
        <p:spPr>
          <a:xfrm>
            <a:off x="1333195" y="8762695"/>
            <a:ext cx="57607" cy="609905"/>
          </a:xfrm>
          <a:prstGeom prst="rect">
            <a:avLst/>
          </a:prstGeom>
        </p:spPr>
      </p:pic>
      <p:sp>
        <p:nvSpPr>
          <p:cNvPr id="18" name="Text 10"/>
          <p:cNvSpPr txBox="1"/>
          <p:nvPr/>
        </p:nvSpPr>
        <p:spPr>
          <a:xfrm>
            <a:off x="0" y="1904695"/>
            <a:ext cx="372161" cy="2286000"/>
          </a:xfrm>
          <a:prstGeom prst="rect">
            <a:avLst/>
          </a:prstGeom>
          <a:noFill/>
          <a:ln/>
        </p:spPr>
        <p:txBody>
          <a:bodyPr wrap="square" lIns="0" tIns="0" rIns="0" bIns="0" rtlCol="0" anchor="ctr"/>
          <a:lstStyle/>
          <a:p>
            <a:pPr algn="l" indent="0" marL="0">
              <a:lnSpc>
                <a:spcPct val="100000"/>
              </a:lnSpc>
              <a:buNone/>
            </a:pPr>
            <a:r>
              <a:rPr lang="en-US" sz="825" spc="264" kern="0" dirty="0">
                <a:solidFill>
                  <a:srgbClr val="D6C79C"/>
                </a:solidFill>
                <a:latin typeface="IBM Plex Mono" pitchFamily="34" charset="0"/>
                <a:ea typeface="IBM Plex Mono" pitchFamily="34" charset="-122"/>
                <a:cs typeface="IBM Plex Mono" pitchFamily="34" charset="-120"/>
              </a:rPr>
              <a:t>SECTION 05 / 11</a:t>
            </a:r>
            <a:endParaRPr lang="en-US" sz="825" dirty="0"/>
          </a:p>
        </p:txBody>
      </p:sp>
      <p:sp>
        <p:nvSpPr>
          <p:cNvPr id="19" name="Text 11"/>
          <p:cNvSpPr txBox="1"/>
          <p:nvPr/>
        </p:nvSpPr>
        <p:spPr>
          <a:xfrm>
            <a:off x="0" y="5333695"/>
            <a:ext cx="391363" cy="1905610"/>
          </a:xfrm>
          <a:prstGeom prst="rect">
            <a:avLst/>
          </a:prstGeom>
          <a:noFill/>
          <a:ln/>
        </p:spPr>
        <p:txBody>
          <a:bodyPr wrap="square" lIns="0" tIns="0" rIns="0" bIns="0" rtlCol="0" anchor="ctr"/>
          <a:lstStyle/>
          <a:p>
            <a:pPr algn="l" indent="0" marL="0">
              <a:lnSpc>
                <a:spcPct val="100000"/>
              </a:lnSpc>
              <a:buNone/>
            </a:pPr>
            <a:r>
              <a:rPr lang="en-US" sz="975" spc="215" kern="0" dirty="0">
                <a:solidFill>
                  <a:srgbClr val="EFE6D3"/>
                </a:solidFill>
                <a:latin typeface="Noto Sans KR" pitchFamily="34" charset="0"/>
                <a:ea typeface="Noto Sans KR" pitchFamily="34" charset="-122"/>
                <a:cs typeface="Noto Sans KR" pitchFamily="34" charset="-120"/>
              </a:rPr>
              <a:t>ABNORMAL</a:t>
            </a:r>
            <a:endParaRPr lang="en-US" sz="975" dirty="0"/>
          </a:p>
        </p:txBody>
      </p:sp>
      <p:sp>
        <p:nvSpPr>
          <p:cNvPr id="20" name="Text 12"/>
          <p:cNvSpPr txBox="1"/>
          <p:nvPr/>
        </p:nvSpPr>
        <p:spPr>
          <a:xfrm>
            <a:off x="1333195" y="571500"/>
            <a:ext cx="12764110" cy="143561"/>
          </a:xfrm>
          <a:prstGeom prst="rect">
            <a:avLst/>
          </a:prstGeom>
          <a:noFill/>
          <a:ln/>
        </p:spPr>
        <p:txBody>
          <a:bodyPr wrap="none" lIns="0" tIns="0" rIns="0" bIns="0" rtlCol="0" anchor="ctr"/>
          <a:lstStyle/>
          <a:p>
            <a:pPr algn="l" indent="0" marL="0">
              <a:buNone/>
            </a:pPr>
            <a:r>
              <a:rPr lang="en-US" sz="900" spc="288" kern="0" dirty="0">
                <a:solidFill>
                  <a:srgbClr val="A04638"/>
                </a:solidFill>
                <a:latin typeface="IBM Plex Mono" pitchFamily="34" charset="0"/>
                <a:ea typeface="IBM Plex Mono" pitchFamily="34" charset="-122"/>
                <a:cs typeface="IBM Plex Mono" pitchFamily="34" charset="-120"/>
              </a:rPr>
              <a:t>DEFECT OBSERVATION · 4 CASES</a:t>
            </a:r>
            <a:endParaRPr lang="en-US" sz="900" dirty="0"/>
          </a:p>
        </p:txBody>
      </p:sp>
      <p:sp>
        <p:nvSpPr>
          <p:cNvPr id="21" name="Text 13"/>
          <p:cNvSpPr txBox="1"/>
          <p:nvPr/>
        </p:nvSpPr>
        <p:spPr>
          <a:xfrm>
            <a:off x="1333195" y="847649"/>
            <a:ext cx="12764110" cy="467258"/>
          </a:xfrm>
          <a:prstGeom prst="rect">
            <a:avLst/>
          </a:prstGeom>
          <a:noFill/>
          <a:ln/>
        </p:spPr>
        <p:txBody>
          <a:bodyPr wrap="none" lIns="0" tIns="0" rIns="0" bIns="0" rtlCol="0" anchor="ctr"/>
          <a:lstStyle/>
          <a:p>
            <a:pPr algn="l" indent="0" marL="0">
              <a:buNone/>
            </a:pPr>
            <a:r>
              <a:rPr lang="en-US" sz="3450" b="1" spc="-34" kern="0" dirty="0">
                <a:solidFill>
                  <a:srgbClr val="1C1D24"/>
                </a:solidFill>
                <a:latin typeface="Noto Sans KR" pitchFamily="34" charset="0"/>
                <a:ea typeface="Noto Sans KR" pitchFamily="34" charset="-122"/>
                <a:cs typeface="Noto Sans KR" pitchFamily="34" charset="-120"/>
              </a:rPr>
              <a:t>SEM 단면 — 이상 사례 4건</a:t>
            </a:r>
            <a:endParaRPr lang="en-US" sz="3450" dirty="0"/>
          </a:p>
        </p:txBody>
      </p:sp>
      <p:pic>
        <p:nvPicPr>
          <p:cNvPr id="22" name="Image 5" descr="gen-dedup-761d4fd6e7dc3de7b6acca5c62ab11d2.png">    </p:cNvPr>
          <p:cNvPicPr>
            <a:picLocks noChangeAspect="1"/>
          </p:cNvPicPr>
          <p:nvPr/>
        </p:nvPicPr>
        <p:blipFill>
          <a:blip r:embed="rId6"/>
          <a:srcRect l="-2083" r="-2083" t="0" b="0"/>
          <a:stretch/>
        </p:blipFill>
        <p:spPr>
          <a:xfrm>
            <a:off x="1333195" y="1516990"/>
            <a:ext cx="12763195" cy="9144"/>
          </a:xfrm>
          <a:prstGeom prst="rect">
            <a:avLst/>
          </a:prstGeom>
        </p:spPr>
      </p:pic>
      <p:sp>
        <p:nvSpPr>
          <p:cNvPr id="23" name="Text 14"/>
          <p:cNvSpPr txBox="1"/>
          <p:nvPr/>
        </p:nvSpPr>
        <p:spPr>
          <a:xfrm>
            <a:off x="14688007" y="413309"/>
            <a:ext cx="3143707" cy="625450"/>
          </a:xfrm>
          <a:prstGeom prst="rect">
            <a:avLst/>
          </a:prstGeom>
          <a:noFill/>
          <a:ln/>
        </p:spPr>
        <p:txBody>
          <a:bodyPr wrap="square" lIns="0" tIns="0" rIns="0" bIns="0" rtlCol="0" anchor="t"/>
          <a:lstStyle/>
          <a:p>
            <a:pPr algn="r" indent="0" marL="0">
              <a:lnSpc>
                <a:spcPts val="1560"/>
              </a:lnSpc>
              <a:buNone/>
            </a:pPr>
            <a:r>
              <a:rPr lang="en-US" sz="975" spc="98" kern="0" dirty="0">
                <a:solidFill>
                  <a:srgbClr val="665B46"/>
                </a:solidFill>
                <a:latin typeface="IBM Plex Mono" pitchFamily="34" charset="0"/>
                <a:ea typeface="IBM Plex Mono" pitchFamily="34" charset="-122"/>
                <a:cs typeface="IBM Plex Mono" pitchFamily="34" charset="-120"/>
              </a:rPr>
              <a:t>DOC · BEOL-12</a:t>
            </a:r>
            <a:pPr algn="r" indent="0" marL="0">
              <a:lnSpc>
                <a:spcPts val="1560"/>
              </a:lnSpc>
              <a:buNone/>
            </a:pPr>
            <a:endParaRPr lang="en-US" sz="975" dirty="0"/>
          </a:p>
          <a:p>
            <a:pPr algn="r" indent="0" marL="0">
              <a:lnSpc>
                <a:spcPts val="1560"/>
              </a:lnSpc>
              <a:buNone/>
            </a:pPr>
            <a:r>
              <a:rPr lang="en-US" sz="975" spc="98" kern="0" dirty="0">
                <a:solidFill>
                  <a:srgbClr val="A04638"/>
                </a:solidFill>
                <a:latin typeface="IBM Plex Mono" pitchFamily="34" charset="0"/>
                <a:ea typeface="IBM Plex Mono" pitchFamily="34" charset="-122"/>
                <a:cs typeface="IBM Plex Mono" pitchFamily="34" charset="-120"/>
              </a:rPr>
              <a:t>FILE 12 / 20</a:t>
            </a:r>
            <a:pPr algn="r" indent="0" marL="0">
              <a:lnSpc>
                <a:spcPts val="1560"/>
              </a:lnSpc>
              <a:buNone/>
            </a:pPr>
            <a:endParaRPr lang="en-US" sz="975" dirty="0"/>
          </a:p>
          <a:p>
            <a:pPr algn="r" indent="0" marL="0">
              <a:lnSpc>
                <a:spcPts val="1560"/>
              </a:lnSpc>
              <a:buNone/>
            </a:pPr>
            <a:r>
              <a:rPr lang="en-US" sz="975" spc="98" kern="0" dirty="0">
                <a:solidFill>
                  <a:srgbClr val="665B46"/>
                </a:solidFill>
                <a:latin typeface="IBM Plex Mono" pitchFamily="34" charset="0"/>
                <a:ea typeface="IBM Plex Mono" pitchFamily="34" charset="-122"/>
                <a:cs typeface="IBM Plex Mono" pitchFamily="34" charset="-120"/>
              </a:rPr>
              <a:t>REV.0 · DUMMY</a:t>
            </a:r>
            <a:endParaRPr lang="en-US" sz="975" dirty="0"/>
          </a:p>
        </p:txBody>
      </p:sp>
      <p:sp>
        <p:nvSpPr>
          <p:cNvPr id="24" name="Text 15"/>
          <p:cNvSpPr txBox="1"/>
          <p:nvPr/>
        </p:nvSpPr>
        <p:spPr>
          <a:xfrm>
            <a:off x="1580998" y="2076602"/>
            <a:ext cx="2286000" cy="133502"/>
          </a:xfrm>
          <a:prstGeom prst="rect">
            <a:avLst/>
          </a:prstGeom>
          <a:noFill/>
          <a:ln/>
        </p:spPr>
        <p:txBody>
          <a:bodyPr wrap="none" lIns="0" tIns="0" rIns="0" bIns="0" rtlCol="0" anchor="ctr"/>
          <a:lstStyle/>
          <a:p>
            <a:pPr algn="l" indent="0" marL="0">
              <a:buNone/>
            </a:pPr>
            <a:r>
              <a:rPr lang="en-US" sz="825" spc="165" kern="0" dirty="0">
                <a:solidFill>
                  <a:srgbClr val="A04638"/>
                </a:solidFill>
                <a:latin typeface="IBM Plex Mono" pitchFamily="34" charset="0"/>
                <a:ea typeface="IBM Plex Mono" pitchFamily="34" charset="-122"/>
                <a:cs typeface="IBM Plex Mono" pitchFamily="34" charset="-120"/>
              </a:rPr>
              <a:t>CASE A</a:t>
            </a:r>
            <a:endParaRPr lang="en-US" sz="825" dirty="0"/>
          </a:p>
        </p:txBody>
      </p:sp>
      <p:sp>
        <p:nvSpPr>
          <p:cNvPr id="25" name="Text 16"/>
          <p:cNvSpPr txBox="1"/>
          <p:nvPr/>
        </p:nvSpPr>
        <p:spPr>
          <a:xfrm>
            <a:off x="1580998" y="2266798"/>
            <a:ext cx="2286000" cy="247802"/>
          </a:xfrm>
          <a:prstGeom prst="rect">
            <a:avLst/>
          </a:prstGeom>
          <a:noFill/>
          <a:ln/>
        </p:spPr>
        <p:txBody>
          <a:bodyPr wrap="none" lIns="0" tIns="0" rIns="0" bIns="0" rtlCol="0" anchor="ctr"/>
          <a:lstStyle/>
          <a:p>
            <a:pPr algn="l" indent="0" marL="0">
              <a:buNone/>
            </a:pPr>
            <a:r>
              <a:rPr lang="en-US" sz="1350" b="1" dirty="0">
                <a:solidFill>
                  <a:srgbClr val="1C1D24"/>
                </a:solidFill>
                <a:latin typeface="Noto Sans KR" pitchFamily="34" charset="0"/>
                <a:ea typeface="Noto Sans KR" pitchFamily="34" charset="-122"/>
                <a:cs typeface="Noto Sans KR" pitchFamily="34" charset="-120"/>
              </a:rPr>
              <a:t>ULK 상부 손상 (plasma)</a:t>
            </a:r>
            <a:endParaRPr lang="en-US" sz="1350" dirty="0"/>
          </a:p>
        </p:txBody>
      </p:sp>
      <p:sp>
        <p:nvSpPr>
          <p:cNvPr id="26" name="Text 17"/>
          <p:cNvSpPr txBox="1"/>
          <p:nvPr/>
        </p:nvSpPr>
        <p:spPr>
          <a:xfrm>
            <a:off x="1580998" y="2572207"/>
            <a:ext cx="2286000" cy="143561"/>
          </a:xfrm>
          <a:prstGeom prst="rect">
            <a:avLst/>
          </a:prstGeom>
          <a:noFill/>
          <a:ln/>
        </p:spPr>
        <p:txBody>
          <a:bodyPr wrap="none" lIns="0" tIns="0" rIns="0" bIns="0" rtlCol="0" anchor="ctr"/>
          <a:lstStyle/>
          <a:p>
            <a:pPr algn="l" indent="0" marL="0">
              <a:buNone/>
            </a:pPr>
            <a:r>
              <a:rPr lang="en-US" sz="900" dirty="0">
                <a:solidFill>
                  <a:srgbClr val="665B46"/>
                </a:solidFill>
                <a:latin typeface="IBM Plex Mono" pitchFamily="34" charset="0"/>
                <a:ea typeface="IBM Plex Mono" pitchFamily="34" charset="-122"/>
                <a:cs typeface="IBM Plex Mono" pitchFamily="34" charset="-120"/>
              </a:rPr>
              <a:t>W03 · SITE-07 · EDGE</a:t>
            </a:r>
            <a:endParaRPr lang="en-US" sz="900" dirty="0"/>
          </a:p>
        </p:txBody>
      </p:sp>
      <p:sp>
        <p:nvSpPr>
          <p:cNvPr id="27" name="Text 18"/>
          <p:cNvSpPr txBox="1"/>
          <p:nvPr/>
        </p:nvSpPr>
        <p:spPr>
          <a:xfrm>
            <a:off x="1580998" y="4552798"/>
            <a:ext cx="2382012" cy="372161"/>
          </a:xfrm>
          <a:prstGeom prst="rect">
            <a:avLst/>
          </a:prstGeom>
          <a:noFill/>
          <a:ln/>
        </p:spPr>
        <p:txBody>
          <a:bodyPr wrap="square" lIns="0" tIns="0" rIns="0" bIns="0" rtlCol="0" anchor="ctr"/>
          <a:lstStyle/>
          <a:p>
            <a:pPr algn="l" indent="0" marL="0">
              <a:lnSpc>
                <a:spcPts val="1463"/>
              </a:lnSpc>
              <a:buNone/>
            </a:pPr>
            <a:r>
              <a:rPr lang="en-US" sz="975" dirty="0">
                <a:solidFill>
                  <a:srgbClr val="36322A"/>
                </a:solidFill>
                <a:latin typeface="Noto Sans KR" pitchFamily="34" charset="0"/>
                <a:ea typeface="Noto Sans KR" pitchFamily="34" charset="-122"/>
                <a:cs typeface="Noto Sans KR" pitchFamily="34" charset="-120"/>
              </a:rPr>
              <a:t>post-etch ULK 표면에 결 형성, ~3 nm 두께 손상층 의심. region 1/30 wafer.</a:t>
            </a:r>
            <a:endParaRPr lang="en-US" sz="975" dirty="0"/>
          </a:p>
        </p:txBody>
      </p:sp>
      <p:sp>
        <p:nvSpPr>
          <p:cNvPr id="28" name="Text 19"/>
          <p:cNvSpPr txBox="1"/>
          <p:nvPr/>
        </p:nvSpPr>
        <p:spPr>
          <a:xfrm>
            <a:off x="9581998" y="2076602"/>
            <a:ext cx="2286000" cy="133502"/>
          </a:xfrm>
          <a:prstGeom prst="rect">
            <a:avLst/>
          </a:prstGeom>
          <a:noFill/>
          <a:ln/>
        </p:spPr>
        <p:txBody>
          <a:bodyPr wrap="none" lIns="0" tIns="0" rIns="0" bIns="0" rtlCol="0" anchor="ctr"/>
          <a:lstStyle/>
          <a:p>
            <a:pPr algn="l" indent="0" marL="0">
              <a:buNone/>
            </a:pPr>
            <a:r>
              <a:rPr lang="en-US" sz="825" spc="165" kern="0" dirty="0">
                <a:solidFill>
                  <a:srgbClr val="C25028"/>
                </a:solidFill>
                <a:latin typeface="IBM Plex Mono" pitchFamily="34" charset="0"/>
                <a:ea typeface="IBM Plex Mono" pitchFamily="34" charset="-122"/>
                <a:cs typeface="IBM Plex Mono" pitchFamily="34" charset="-120"/>
              </a:rPr>
              <a:t>CASE B</a:t>
            </a:r>
            <a:endParaRPr lang="en-US" sz="825" dirty="0"/>
          </a:p>
        </p:txBody>
      </p:sp>
      <p:sp>
        <p:nvSpPr>
          <p:cNvPr id="29" name="Text 20"/>
          <p:cNvSpPr txBox="1"/>
          <p:nvPr/>
        </p:nvSpPr>
        <p:spPr>
          <a:xfrm>
            <a:off x="9581998" y="2266798"/>
            <a:ext cx="2536546" cy="247802"/>
          </a:xfrm>
          <a:prstGeom prst="rect">
            <a:avLst/>
          </a:prstGeom>
          <a:noFill/>
          <a:ln/>
        </p:spPr>
        <p:txBody>
          <a:bodyPr wrap="none" lIns="0" tIns="0" rIns="0" bIns="0" rtlCol="0" anchor="ctr"/>
          <a:lstStyle/>
          <a:p>
            <a:pPr algn="l" indent="0" marL="0">
              <a:buNone/>
            </a:pPr>
            <a:r>
              <a:rPr lang="en-US" sz="1350" b="1" dirty="0">
                <a:solidFill>
                  <a:srgbClr val="1C1D24"/>
                </a:solidFill>
                <a:latin typeface="Noto Sans KR" pitchFamily="34" charset="0"/>
                <a:ea typeface="Noto Sans KR" pitchFamily="34" charset="-122"/>
                <a:cs typeface="Noto Sans KR" pitchFamily="34" charset="-120"/>
              </a:rPr>
              <a:t>Line footing / undercut</a:t>
            </a:r>
            <a:endParaRPr lang="en-US" sz="1350" dirty="0"/>
          </a:p>
        </p:txBody>
      </p:sp>
      <p:sp>
        <p:nvSpPr>
          <p:cNvPr id="30" name="Text 21"/>
          <p:cNvSpPr txBox="1"/>
          <p:nvPr/>
        </p:nvSpPr>
        <p:spPr>
          <a:xfrm>
            <a:off x="9581998" y="2572207"/>
            <a:ext cx="2286000" cy="143561"/>
          </a:xfrm>
          <a:prstGeom prst="rect">
            <a:avLst/>
          </a:prstGeom>
          <a:noFill/>
          <a:ln/>
        </p:spPr>
        <p:txBody>
          <a:bodyPr wrap="none" lIns="0" tIns="0" rIns="0" bIns="0" rtlCol="0" anchor="ctr"/>
          <a:lstStyle/>
          <a:p>
            <a:pPr algn="l" indent="0" marL="0">
              <a:buNone/>
            </a:pPr>
            <a:r>
              <a:rPr lang="en-US" sz="900" dirty="0">
                <a:solidFill>
                  <a:srgbClr val="665B46"/>
                </a:solidFill>
                <a:latin typeface="IBM Plex Mono" pitchFamily="34" charset="0"/>
                <a:ea typeface="IBM Plex Mono" pitchFamily="34" charset="-122"/>
                <a:cs typeface="IBM Plex Mono" pitchFamily="34" charset="-120"/>
              </a:rPr>
              <a:t>W07 · SITE-19 · RING</a:t>
            </a:r>
            <a:endParaRPr lang="en-US" sz="900" dirty="0"/>
          </a:p>
        </p:txBody>
      </p:sp>
      <p:sp>
        <p:nvSpPr>
          <p:cNvPr id="31" name="Text 22"/>
          <p:cNvSpPr txBox="1"/>
          <p:nvPr/>
        </p:nvSpPr>
        <p:spPr>
          <a:xfrm>
            <a:off x="9581998" y="4552798"/>
            <a:ext cx="2286000" cy="372161"/>
          </a:xfrm>
          <a:prstGeom prst="rect">
            <a:avLst/>
          </a:prstGeom>
          <a:noFill/>
          <a:ln/>
        </p:spPr>
        <p:txBody>
          <a:bodyPr wrap="square" lIns="0" tIns="0" rIns="0" bIns="0" rtlCol="0" anchor="ctr"/>
          <a:lstStyle/>
          <a:p>
            <a:pPr algn="l" indent="0" marL="0">
              <a:lnSpc>
                <a:spcPts val="1463"/>
              </a:lnSpc>
              <a:buNone/>
            </a:pPr>
            <a:r>
              <a:rPr lang="en-US" sz="975" dirty="0">
                <a:solidFill>
                  <a:srgbClr val="36322A"/>
                </a:solidFill>
                <a:latin typeface="Noto Sans KR" pitchFamily="34" charset="0"/>
                <a:ea typeface="Noto Sans KR" pitchFamily="34" charset="-122"/>
                <a:cs typeface="Noto Sans KR" pitchFamily="34" charset="-120"/>
              </a:rPr>
              <a:t>via 기저부 footing 발생, profile 비대칭. W07 400°C 4 site에서만 관측.</a:t>
            </a:r>
            <a:endParaRPr lang="en-US" sz="975" dirty="0"/>
          </a:p>
        </p:txBody>
      </p:sp>
      <p:sp>
        <p:nvSpPr>
          <p:cNvPr id="32" name="Text 23"/>
          <p:cNvSpPr txBox="1"/>
          <p:nvPr/>
        </p:nvSpPr>
        <p:spPr>
          <a:xfrm>
            <a:off x="1580998" y="5505602"/>
            <a:ext cx="2286000" cy="133502"/>
          </a:xfrm>
          <a:prstGeom prst="rect">
            <a:avLst/>
          </a:prstGeom>
          <a:noFill/>
          <a:ln/>
        </p:spPr>
        <p:txBody>
          <a:bodyPr wrap="none" lIns="0" tIns="0" rIns="0" bIns="0" rtlCol="0" anchor="ctr"/>
          <a:lstStyle/>
          <a:p>
            <a:pPr algn="l" indent="0" marL="0">
              <a:buNone/>
            </a:pPr>
            <a:r>
              <a:rPr lang="en-US" sz="825" spc="165" kern="0" dirty="0">
                <a:solidFill>
                  <a:srgbClr val="B4631D"/>
                </a:solidFill>
                <a:latin typeface="IBM Plex Mono" pitchFamily="34" charset="0"/>
                <a:ea typeface="IBM Plex Mono" pitchFamily="34" charset="-122"/>
                <a:cs typeface="IBM Plex Mono" pitchFamily="34" charset="-120"/>
              </a:rPr>
              <a:t>CASE C</a:t>
            </a:r>
            <a:endParaRPr lang="en-US" sz="825" dirty="0"/>
          </a:p>
        </p:txBody>
      </p:sp>
      <p:sp>
        <p:nvSpPr>
          <p:cNvPr id="33" name="Text 24"/>
          <p:cNvSpPr txBox="1"/>
          <p:nvPr/>
        </p:nvSpPr>
        <p:spPr>
          <a:xfrm>
            <a:off x="1580998" y="5695798"/>
            <a:ext cx="2286000" cy="247802"/>
          </a:xfrm>
          <a:prstGeom prst="rect">
            <a:avLst/>
          </a:prstGeom>
          <a:noFill/>
          <a:ln/>
        </p:spPr>
        <p:txBody>
          <a:bodyPr wrap="none" lIns="0" tIns="0" rIns="0" bIns="0" rtlCol="0" anchor="ctr"/>
          <a:lstStyle/>
          <a:p>
            <a:pPr algn="l" indent="0" marL="0">
              <a:buNone/>
            </a:pPr>
            <a:r>
              <a:rPr lang="en-US" sz="1350" b="1" dirty="0">
                <a:solidFill>
                  <a:srgbClr val="1C1D24"/>
                </a:solidFill>
                <a:latin typeface="Noto Sans KR" pitchFamily="34" charset="0"/>
                <a:ea typeface="Noto Sans KR" pitchFamily="34" charset="-122"/>
                <a:cs typeface="Noto Sans KR" pitchFamily="34" charset="-120"/>
              </a:rPr>
              <a:t>Interface 박리 의심</a:t>
            </a:r>
            <a:endParaRPr lang="en-US" sz="1350" dirty="0"/>
          </a:p>
        </p:txBody>
      </p:sp>
      <p:sp>
        <p:nvSpPr>
          <p:cNvPr id="34" name="Text 25"/>
          <p:cNvSpPr txBox="1"/>
          <p:nvPr/>
        </p:nvSpPr>
        <p:spPr>
          <a:xfrm>
            <a:off x="1580998" y="6001207"/>
            <a:ext cx="2286000" cy="143561"/>
          </a:xfrm>
          <a:prstGeom prst="rect">
            <a:avLst/>
          </a:prstGeom>
          <a:noFill/>
          <a:ln/>
        </p:spPr>
        <p:txBody>
          <a:bodyPr wrap="none" lIns="0" tIns="0" rIns="0" bIns="0" rtlCol="0" anchor="ctr"/>
          <a:lstStyle/>
          <a:p>
            <a:pPr algn="l" indent="0" marL="0">
              <a:buNone/>
            </a:pPr>
            <a:r>
              <a:rPr lang="en-US" sz="900" dirty="0">
                <a:solidFill>
                  <a:srgbClr val="665B46"/>
                </a:solidFill>
                <a:latin typeface="IBM Plex Mono" pitchFamily="34" charset="0"/>
                <a:ea typeface="IBM Plex Mono" pitchFamily="34" charset="-122"/>
                <a:cs typeface="IBM Plex Mono" pitchFamily="34" charset="-120"/>
              </a:rPr>
              <a:t>W11 · SITE-44</a:t>
            </a:r>
            <a:endParaRPr lang="en-US" sz="900" dirty="0"/>
          </a:p>
        </p:txBody>
      </p:sp>
      <p:sp>
        <p:nvSpPr>
          <p:cNvPr id="35" name="Text 26"/>
          <p:cNvSpPr txBox="1"/>
          <p:nvPr/>
        </p:nvSpPr>
        <p:spPr>
          <a:xfrm>
            <a:off x="1580998" y="7981798"/>
            <a:ext cx="2382012" cy="400507"/>
          </a:xfrm>
          <a:prstGeom prst="rect">
            <a:avLst/>
          </a:prstGeom>
          <a:noFill/>
          <a:ln/>
        </p:spPr>
        <p:txBody>
          <a:bodyPr wrap="square" lIns="0" tIns="0" rIns="0" bIns="0" rtlCol="0" anchor="ctr"/>
          <a:lstStyle/>
          <a:p>
            <a:pPr algn="l" indent="0" marL="0">
              <a:lnSpc>
                <a:spcPts val="1463"/>
              </a:lnSpc>
              <a:buNone/>
            </a:pPr>
            <a:r>
              <a:rPr lang="en-US" sz="975" dirty="0">
                <a:solidFill>
                  <a:srgbClr val="36322A"/>
                </a:solidFill>
                <a:latin typeface="Noto Sans KR" pitchFamily="34" charset="0"/>
                <a:ea typeface="Noto Sans KR" pitchFamily="34" charset="-122"/>
                <a:cs typeface="Noto Sans KR" pitchFamily="34" charset="-120"/>
              </a:rPr>
              <a:t>cap/cu 계면 얇은 discolor 라인, V</a:t>
            </a:r>
            <a:pPr algn="l" indent="0" marL="0">
              <a:lnSpc>
                <a:spcPts val="1463"/>
              </a:lnSpc>
              <a:buNone/>
            </a:pPr>
            <a:r>
              <a:rPr lang="en-US" sz="812" dirty="0">
                <a:solidFill>
                  <a:srgbClr val="36322A"/>
                </a:solidFill>
                <a:latin typeface="Noto Sans KR" pitchFamily="34" charset="0"/>
                <a:ea typeface="Noto Sans KR" pitchFamily="34" charset="-122"/>
                <a:cs typeface="Noto Sans KR" pitchFamily="34" charset="-120"/>
              </a:rPr>
              <a:t>bd</a:t>
            </a:r>
            <a:pPr algn="l" indent="0" marL="0">
              <a:lnSpc>
                <a:spcPts val="1463"/>
              </a:lnSpc>
              <a:buNone/>
            </a:pPr>
            <a:r>
              <a:rPr lang="en-US" sz="975" dirty="0">
                <a:solidFill>
                  <a:srgbClr val="36322A"/>
                </a:solidFill>
                <a:latin typeface="Noto Sans KR" pitchFamily="34" charset="0"/>
                <a:ea typeface="Noto Sans KR" pitchFamily="34" charset="-122"/>
                <a:cs typeface="Noto Sans KR" pitchFamily="34" charset="-120"/>
              </a:rPr>
              <a:t> 영향 가능. 1 site, repeat 350 lot.</a:t>
            </a:r>
            <a:endParaRPr lang="en-US" sz="975" dirty="0"/>
          </a:p>
        </p:txBody>
      </p:sp>
      <p:sp>
        <p:nvSpPr>
          <p:cNvPr id="36" name="Text 27"/>
          <p:cNvSpPr txBox="1"/>
          <p:nvPr/>
        </p:nvSpPr>
        <p:spPr>
          <a:xfrm>
            <a:off x="9581998" y="5505602"/>
            <a:ext cx="2286000" cy="133502"/>
          </a:xfrm>
          <a:prstGeom prst="rect">
            <a:avLst/>
          </a:prstGeom>
          <a:noFill/>
          <a:ln/>
        </p:spPr>
        <p:txBody>
          <a:bodyPr wrap="none" lIns="0" tIns="0" rIns="0" bIns="0" rtlCol="0" anchor="ctr"/>
          <a:lstStyle/>
          <a:p>
            <a:pPr algn="l" indent="0" marL="0">
              <a:buNone/>
            </a:pPr>
            <a:r>
              <a:rPr lang="en-US" sz="825" spc="165" kern="0" dirty="0">
                <a:solidFill>
                  <a:srgbClr val="2C5B62"/>
                </a:solidFill>
                <a:latin typeface="IBM Plex Mono" pitchFamily="34" charset="0"/>
                <a:ea typeface="IBM Plex Mono" pitchFamily="34" charset="-122"/>
                <a:cs typeface="IBM Plex Mono" pitchFamily="34" charset="-120"/>
              </a:rPr>
              <a:t>CASE D</a:t>
            </a:r>
            <a:endParaRPr lang="en-US" sz="825" dirty="0"/>
          </a:p>
        </p:txBody>
      </p:sp>
      <p:sp>
        <p:nvSpPr>
          <p:cNvPr id="37" name="Text 28"/>
          <p:cNvSpPr txBox="1"/>
          <p:nvPr/>
        </p:nvSpPr>
        <p:spPr>
          <a:xfrm>
            <a:off x="9581998" y="5695798"/>
            <a:ext cx="2720340" cy="247802"/>
          </a:xfrm>
          <a:prstGeom prst="rect">
            <a:avLst/>
          </a:prstGeom>
          <a:noFill/>
          <a:ln/>
        </p:spPr>
        <p:txBody>
          <a:bodyPr wrap="none" lIns="0" tIns="0" rIns="0" bIns="0" rtlCol="0" anchor="ctr"/>
          <a:lstStyle/>
          <a:p>
            <a:pPr algn="l" indent="0" marL="0">
              <a:buNone/>
            </a:pPr>
            <a:r>
              <a:rPr lang="en-US" sz="1350" b="1" dirty="0">
                <a:solidFill>
                  <a:srgbClr val="1C1D24"/>
                </a:solidFill>
                <a:latin typeface="Noto Sans KR" pitchFamily="34" charset="0"/>
                <a:ea typeface="Noto Sans KR" pitchFamily="34" charset="-122"/>
                <a:cs typeface="Noto Sans KR" pitchFamily="34" charset="-120"/>
              </a:rPr>
              <a:t>Pre-pit / local roughness</a:t>
            </a:r>
            <a:endParaRPr lang="en-US" sz="1350" dirty="0"/>
          </a:p>
        </p:txBody>
      </p:sp>
      <p:sp>
        <p:nvSpPr>
          <p:cNvPr id="38" name="Text 29"/>
          <p:cNvSpPr txBox="1"/>
          <p:nvPr/>
        </p:nvSpPr>
        <p:spPr>
          <a:xfrm>
            <a:off x="9581998" y="6001207"/>
            <a:ext cx="2286000" cy="162763"/>
          </a:xfrm>
          <a:prstGeom prst="rect">
            <a:avLst/>
          </a:prstGeom>
          <a:noFill/>
          <a:ln/>
        </p:spPr>
        <p:txBody>
          <a:bodyPr wrap="none" lIns="0" tIns="0" rIns="0" bIns="0" rtlCol="0" anchor="ctr"/>
          <a:lstStyle/>
          <a:p>
            <a:pPr algn="l" indent="0" marL="0">
              <a:buNone/>
            </a:pPr>
            <a:r>
              <a:rPr lang="en-US" sz="900" dirty="0">
                <a:solidFill>
                  <a:srgbClr val="665B46"/>
                </a:solidFill>
                <a:latin typeface="IBM Plex Mono" pitchFamily="34" charset="0"/>
                <a:ea typeface="IBM Plex Mono" pitchFamily="34" charset="-122"/>
                <a:cs typeface="IBM Plex Mono" pitchFamily="34" charset="-120"/>
              </a:rPr>
              <a:t>W07 + W11 · 다수</a:t>
            </a:r>
            <a:endParaRPr lang="en-US" sz="900" dirty="0"/>
          </a:p>
        </p:txBody>
      </p:sp>
      <p:sp>
        <p:nvSpPr>
          <p:cNvPr id="39" name="Text 30"/>
          <p:cNvSpPr txBox="1"/>
          <p:nvPr/>
        </p:nvSpPr>
        <p:spPr>
          <a:xfrm>
            <a:off x="9581998" y="7981798"/>
            <a:ext cx="2286000" cy="400507"/>
          </a:xfrm>
          <a:prstGeom prst="rect">
            <a:avLst/>
          </a:prstGeom>
          <a:noFill/>
          <a:ln/>
        </p:spPr>
        <p:txBody>
          <a:bodyPr wrap="square" lIns="0" tIns="0" rIns="0" bIns="0" rtlCol="0" anchor="ctr"/>
          <a:lstStyle/>
          <a:p>
            <a:pPr algn="l" indent="0" marL="0">
              <a:lnSpc>
                <a:spcPts val="1463"/>
              </a:lnSpc>
              <a:buNone/>
            </a:pPr>
            <a:r>
              <a:rPr lang="en-US" sz="975" dirty="0">
                <a:solidFill>
                  <a:srgbClr val="36322A"/>
                </a:solidFill>
                <a:latin typeface="Noto Sans KR" pitchFamily="34" charset="0"/>
                <a:ea typeface="Noto Sans KR" pitchFamily="34" charset="-122"/>
                <a:cs typeface="Noto Sans KR" pitchFamily="34" charset="-120"/>
              </a:rPr>
              <a:t>pre-pit 잔痕迹, R</a:t>
            </a:r>
            <a:pPr algn="l" indent="0" marL="0">
              <a:lnSpc>
                <a:spcPts val="1463"/>
              </a:lnSpc>
              <a:buNone/>
            </a:pPr>
            <a:r>
              <a:rPr lang="en-US" sz="812" dirty="0">
                <a:solidFill>
                  <a:srgbClr val="36322A"/>
                </a:solidFill>
                <a:latin typeface="Noto Sans KR" pitchFamily="34" charset="0"/>
                <a:ea typeface="Noto Sans KR" pitchFamily="34" charset="-122"/>
                <a:cs typeface="Noto Sans KR" pitchFamily="34" charset="-120"/>
              </a:rPr>
              <a:t>a</a:t>
            </a:r>
            <a:pPr algn="l" indent="0" marL="0">
              <a:lnSpc>
                <a:spcPts val="1463"/>
              </a:lnSpc>
              <a:buNone/>
            </a:pPr>
            <a:r>
              <a:rPr lang="en-US" sz="975" dirty="0">
                <a:solidFill>
                  <a:srgbClr val="36322A"/>
                </a:solidFill>
                <a:latin typeface="Noto Sans KR" pitchFamily="34" charset="0"/>
                <a:ea typeface="Noto Sans KR" pitchFamily="34" charset="-122"/>
                <a:cs typeface="Noto Sans KR" pitchFamily="34" charset="-120"/>
              </a:rPr>
              <a:t> 1.6-2.1 nm. W07 8 site, W11 6 site.</a:t>
            </a:r>
            <a:endParaRPr lang="en-US" sz="975" dirty="0"/>
          </a:p>
        </p:txBody>
      </p:sp>
      <p:sp>
        <p:nvSpPr>
          <p:cNvPr id="40" name="Text 31"/>
          <p:cNvSpPr txBox="1"/>
          <p:nvPr/>
        </p:nvSpPr>
        <p:spPr>
          <a:xfrm>
            <a:off x="1580998" y="8876995"/>
            <a:ext cx="15050110" cy="133502"/>
          </a:xfrm>
          <a:prstGeom prst="rect">
            <a:avLst/>
          </a:prstGeom>
          <a:noFill/>
          <a:ln/>
        </p:spPr>
        <p:txBody>
          <a:bodyPr wrap="none" lIns="0" tIns="0" rIns="0" bIns="0" rtlCol="0" anchor="ctr"/>
          <a:lstStyle/>
          <a:p>
            <a:pPr algn="l" indent="0" marL="0">
              <a:buNone/>
            </a:pPr>
            <a:r>
              <a:rPr lang="en-US" sz="825" spc="182" kern="0" dirty="0">
                <a:solidFill>
                  <a:srgbClr val="E8B09C"/>
                </a:solidFill>
                <a:latin typeface="IBM Plex Mono" pitchFamily="34" charset="0"/>
                <a:ea typeface="IBM Plex Mono" pitchFamily="34" charset="-122"/>
                <a:cs typeface="IBM Plex Mono" pitchFamily="34" charset="-120"/>
              </a:rPr>
              <a:t>KEY TAKEAWAY · 05</a:t>
            </a:r>
            <a:endParaRPr lang="en-US" sz="825" dirty="0"/>
          </a:p>
        </p:txBody>
      </p:sp>
      <p:sp>
        <p:nvSpPr>
          <p:cNvPr id="41" name="Text 32"/>
          <p:cNvSpPr txBox="1"/>
          <p:nvPr/>
        </p:nvSpPr>
        <p:spPr>
          <a:xfrm>
            <a:off x="1580998" y="9048902"/>
            <a:ext cx="15050110" cy="228600"/>
          </a:xfrm>
          <a:prstGeom prst="rect">
            <a:avLst/>
          </a:prstGeom>
          <a:noFill/>
          <a:ln/>
        </p:spPr>
        <p:txBody>
          <a:bodyPr wrap="none" lIns="0" tIns="0" rIns="0" bIns="0" rtlCol="0" anchor="ctr"/>
          <a:lstStyle/>
          <a:p>
            <a:pPr algn="l" indent="0" marL="0">
              <a:buNone/>
            </a:pPr>
            <a:r>
              <a:rPr lang="en-US" sz="1275" b="1" dirty="0">
                <a:solidFill>
                  <a:srgbClr val="EFE6D3"/>
                </a:solidFill>
                <a:latin typeface="Noto Sans KR" pitchFamily="34" charset="0"/>
                <a:ea typeface="Noto Sans KR" pitchFamily="34" charset="-122"/>
                <a:cs typeface="Noto Sans KR" pitchFamily="34" charset="-120"/>
              </a:rPr>
              <a:t>4건 모두 spec-violation은 아님 — plasma 흔적은 W03 edge에만, footing은 W07 400°C ring site에 집중. 영향 wafer-counted 단일 site.</a:t>
            </a:r>
            <a:endParaRPr lang="en-US" sz="1275" dirty="0"/>
          </a:p>
        </p:txBody>
      </p:sp>
      <p:sp>
        <p:nvSpPr>
          <p:cNvPr id="42" name="Text 33"/>
          <p:cNvSpPr txBox="1"/>
          <p:nvPr/>
        </p:nvSpPr>
        <p:spPr>
          <a:xfrm>
            <a:off x="914400" y="9791395"/>
            <a:ext cx="17373600" cy="181051"/>
          </a:xfrm>
          <a:prstGeom prst="rect">
            <a:avLst/>
          </a:prstGeom>
          <a:noFill/>
          <a:ln/>
        </p:spPr>
        <p:txBody>
          <a:bodyPr wrap="none" lIns="0" tIns="0" rIns="0" bIns="0" rtlCol="0" anchor="ctr"/>
          <a:lstStyle/>
          <a:p>
            <a:pPr algn="ctr" indent="0" marL="0">
              <a:buNone/>
            </a:pPr>
            <a:r>
              <a:rPr lang="en-US" sz="975" spc="39" kern="0" dirty="0">
                <a:solidFill>
                  <a:srgbClr val="665B46"/>
                </a:solidFill>
                <a:latin typeface="Noto Sans KR" pitchFamily="34" charset="0"/>
                <a:ea typeface="Noto Sans KR" pitchFamily="34" charset="-122"/>
                <a:cs typeface="Noto Sans KR" pitchFamily="34" charset="-120"/>
              </a:rPr>
              <a:t>※ 내부 테스트용 더미(가상) 데이터</a:t>
            </a:r>
            <a:endParaRPr lang="en-US" sz="975"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FE6D3"/>
        </a:solidFill>
      </p:bgPr>
    </p:bg>
    <p:spTree>
      <p:nvGrpSpPr>
        <p:cNvPr id="1" name=""/>
        <p:cNvGrpSpPr/>
        <p:nvPr/>
      </p:nvGrpSpPr>
      <p:grpSpPr>
        <a:xfrm>
          <a:off x="0" y="0"/>
          <a:ext cx="0" cy="0"/>
          <a:chOff x="0" y="0"/>
          <a:chExt cx="0" cy="0"/>
        </a:xfrm>
      </p:grpSpPr>
      <p:sp>
        <p:nvSpPr>
          <p:cNvPr id="3" name="Shape 0"/>
          <p:cNvSpPr/>
          <p:nvPr/>
        </p:nvSpPr>
        <p:spPr>
          <a:xfrm>
            <a:off x="0" y="0"/>
            <a:ext cx="914400" cy="10287000"/>
          </a:xfrm>
          <a:prstGeom prst="rect">
            <a:avLst/>
          </a:prstGeom>
          <a:solidFill>
            <a:srgbClr val="26201A"/>
          </a:solidFill>
          <a:ln w="12700">
            <a:solidFill>
              <a:srgbClr val="FFFFFF">
                <a:alpha val="0"/>
              </a:srgbClr>
            </a:solidFill>
            <a:prstDash val="solid"/>
          </a:ln>
        </p:spPr>
      </p:sp>
      <p:sp>
        <p:nvSpPr>
          <p:cNvPr id="4" name="Shape 1"/>
          <p:cNvSpPr/>
          <p:nvPr/>
        </p:nvSpPr>
        <p:spPr>
          <a:xfrm>
            <a:off x="1333195" y="1904695"/>
            <a:ext cx="8191195" cy="5905195"/>
          </a:xfrm>
          <a:prstGeom prst="rect">
            <a:avLst/>
          </a:prstGeom>
          <a:solidFill>
            <a:srgbClr val="1A1812"/>
          </a:solidFill>
          <a:ln w="12700">
            <a:solidFill>
              <a:srgbClr val="FFFFFF">
                <a:alpha val="0"/>
              </a:srgbClr>
            </a:solidFill>
            <a:prstDash val="solid"/>
          </a:ln>
        </p:spPr>
      </p:sp>
      <p:sp>
        <p:nvSpPr>
          <p:cNvPr id="5" name="Shape 2"/>
          <p:cNvSpPr/>
          <p:nvPr/>
        </p:nvSpPr>
        <p:spPr>
          <a:xfrm>
            <a:off x="9810598" y="3143707"/>
            <a:ext cx="7162495" cy="2686507"/>
          </a:xfrm>
          <a:prstGeom prst="rect">
            <a:avLst/>
          </a:prstGeom>
          <a:solidFill>
            <a:srgbClr val="FFFFFF"/>
          </a:solidFill>
          <a:ln w="12700">
            <a:solidFill>
              <a:srgbClr val="BFB38D"/>
            </a:solidFill>
            <a:prstDash val="solid"/>
          </a:ln>
        </p:spPr>
      </p:sp>
      <p:sp>
        <p:nvSpPr>
          <p:cNvPr id="6" name="Shape 3"/>
          <p:cNvSpPr/>
          <p:nvPr/>
        </p:nvSpPr>
        <p:spPr>
          <a:xfrm>
            <a:off x="9810598" y="5982005"/>
            <a:ext cx="7162495" cy="1067105"/>
          </a:xfrm>
          <a:prstGeom prst="rect">
            <a:avLst/>
          </a:prstGeom>
          <a:solidFill>
            <a:srgbClr val="FFFFFF"/>
          </a:solidFill>
          <a:ln w="12700">
            <a:solidFill>
              <a:srgbClr val="BFB38D"/>
            </a:solidFill>
            <a:prstDash val="solid"/>
          </a:ln>
        </p:spPr>
      </p:sp>
      <p:sp>
        <p:nvSpPr>
          <p:cNvPr id="7" name="Shape 4"/>
          <p:cNvSpPr/>
          <p:nvPr/>
        </p:nvSpPr>
        <p:spPr>
          <a:xfrm>
            <a:off x="1333195" y="8762695"/>
            <a:ext cx="15620695" cy="609905"/>
          </a:xfrm>
          <a:prstGeom prst="rect">
            <a:avLst/>
          </a:prstGeom>
          <a:solidFill>
            <a:srgbClr val="26201A"/>
          </a:solidFill>
          <a:ln w="12700">
            <a:solidFill>
              <a:srgbClr val="FFFFFF">
                <a:alpha val="0"/>
              </a:srgbClr>
            </a:solidFill>
            <a:prstDash val="solid"/>
          </a:ln>
        </p:spPr>
      </p:sp>
      <p:pic>
        <p:nvPicPr>
          <p:cNvPr id="8" name="Image 0" descr="gen-dedup-9d4d28729e8f1ed885a1250cfbda16f7.png">    </p:cNvPr>
          <p:cNvPicPr>
            <a:picLocks noChangeAspect="1"/>
          </p:cNvPicPr>
          <p:nvPr/>
        </p:nvPicPr>
        <p:blipFill>
          <a:blip r:embed="rId1"/>
          <a:srcRect l="-375" r="-375" t="0" b="0"/>
          <a:stretch/>
        </p:blipFill>
        <p:spPr>
          <a:xfrm>
            <a:off x="1333195" y="8762695"/>
            <a:ext cx="57607" cy="609905"/>
          </a:xfrm>
          <a:prstGeom prst="rect">
            <a:avLst/>
          </a:prstGeom>
        </p:spPr>
      </p:pic>
      <p:sp>
        <p:nvSpPr>
          <p:cNvPr id="9" name="Text 5"/>
          <p:cNvSpPr txBox="1"/>
          <p:nvPr/>
        </p:nvSpPr>
        <p:spPr>
          <a:xfrm>
            <a:off x="0" y="1904695"/>
            <a:ext cx="372161" cy="2286000"/>
          </a:xfrm>
          <a:prstGeom prst="rect">
            <a:avLst/>
          </a:prstGeom>
          <a:noFill/>
          <a:ln/>
        </p:spPr>
        <p:txBody>
          <a:bodyPr wrap="square" lIns="0" tIns="0" rIns="0" bIns="0" rtlCol="0" anchor="ctr"/>
          <a:lstStyle/>
          <a:p>
            <a:pPr algn="l" indent="0" marL="0">
              <a:lnSpc>
                <a:spcPct val="100000"/>
              </a:lnSpc>
              <a:buNone/>
            </a:pPr>
            <a:r>
              <a:rPr lang="en-US" sz="825" spc="264" kern="0" dirty="0">
                <a:solidFill>
                  <a:srgbClr val="D6C79C"/>
                </a:solidFill>
                <a:latin typeface="IBM Plex Mono" pitchFamily="34" charset="0"/>
                <a:ea typeface="IBM Plex Mono" pitchFamily="34" charset="-122"/>
                <a:cs typeface="IBM Plex Mono" pitchFamily="34" charset="-120"/>
              </a:rPr>
              <a:t>SECTION 06 / 11</a:t>
            </a:r>
            <a:endParaRPr lang="en-US" sz="825" dirty="0"/>
          </a:p>
        </p:txBody>
      </p:sp>
      <p:sp>
        <p:nvSpPr>
          <p:cNvPr id="10" name="Text 6"/>
          <p:cNvSpPr txBox="1"/>
          <p:nvPr/>
        </p:nvSpPr>
        <p:spPr>
          <a:xfrm>
            <a:off x="0" y="5333695"/>
            <a:ext cx="391363" cy="1905610"/>
          </a:xfrm>
          <a:prstGeom prst="rect">
            <a:avLst/>
          </a:prstGeom>
          <a:noFill/>
          <a:ln/>
        </p:spPr>
        <p:txBody>
          <a:bodyPr wrap="square" lIns="0" tIns="0" rIns="0" bIns="0" rtlCol="0" anchor="ctr"/>
          <a:lstStyle/>
          <a:p>
            <a:pPr algn="l" indent="0" marL="0">
              <a:lnSpc>
                <a:spcPct val="100000"/>
              </a:lnSpc>
              <a:buNone/>
            </a:pPr>
            <a:r>
              <a:rPr lang="en-US" sz="975" spc="215" kern="0" dirty="0">
                <a:solidFill>
                  <a:srgbClr val="EFE6D3"/>
                </a:solidFill>
                <a:latin typeface="Noto Sans KR" pitchFamily="34" charset="0"/>
                <a:ea typeface="Noto Sans KR" pitchFamily="34" charset="-122"/>
                <a:cs typeface="Noto Sans KR" pitchFamily="34" charset="-120"/>
              </a:rPr>
              <a:t>TEM</a:t>
            </a:r>
            <a:endParaRPr lang="en-US" sz="975" dirty="0"/>
          </a:p>
        </p:txBody>
      </p:sp>
      <p:sp>
        <p:nvSpPr>
          <p:cNvPr id="11" name="Text 7"/>
          <p:cNvSpPr txBox="1"/>
          <p:nvPr/>
        </p:nvSpPr>
        <p:spPr>
          <a:xfrm>
            <a:off x="1333195" y="571500"/>
            <a:ext cx="12764110" cy="143561"/>
          </a:xfrm>
          <a:prstGeom prst="rect">
            <a:avLst/>
          </a:prstGeom>
          <a:noFill/>
          <a:ln/>
        </p:spPr>
        <p:txBody>
          <a:bodyPr wrap="none" lIns="0" tIns="0" rIns="0" bIns="0" rtlCol="0" anchor="ctr"/>
          <a:lstStyle/>
          <a:p>
            <a:pPr algn="l" indent="0" marL="0">
              <a:buNone/>
            </a:pPr>
            <a:r>
              <a:rPr lang="en-US" sz="900" spc="288" kern="0" dirty="0">
                <a:solidFill>
                  <a:srgbClr val="2C5B62"/>
                </a:solidFill>
                <a:latin typeface="IBM Plex Mono" pitchFamily="34" charset="0"/>
                <a:ea typeface="IBM Plex Mono" pitchFamily="34" charset="-122"/>
                <a:cs typeface="IBM Plex Mono" pitchFamily="34" charset="-120"/>
              </a:rPr>
              <a:t>Liner · Barrier · Cap Interface</a:t>
            </a:r>
            <a:endParaRPr lang="en-US" sz="900" dirty="0"/>
          </a:p>
        </p:txBody>
      </p:sp>
      <p:sp>
        <p:nvSpPr>
          <p:cNvPr id="12" name="Text 8"/>
          <p:cNvSpPr txBox="1"/>
          <p:nvPr/>
        </p:nvSpPr>
        <p:spPr>
          <a:xfrm>
            <a:off x="1333195" y="847649"/>
            <a:ext cx="12764110" cy="467258"/>
          </a:xfrm>
          <a:prstGeom prst="rect">
            <a:avLst/>
          </a:prstGeom>
          <a:noFill/>
          <a:ln/>
        </p:spPr>
        <p:txBody>
          <a:bodyPr wrap="none" lIns="0" tIns="0" rIns="0" bIns="0" rtlCol="0" anchor="ctr"/>
          <a:lstStyle/>
          <a:p>
            <a:pPr algn="l" indent="0" marL="0">
              <a:buNone/>
            </a:pPr>
            <a:r>
              <a:rPr lang="en-US" sz="3450" b="1" spc="-34" kern="0" dirty="0">
                <a:solidFill>
                  <a:srgbClr val="1C1D24"/>
                </a:solidFill>
                <a:latin typeface="Noto Sans KR" pitchFamily="34" charset="0"/>
                <a:ea typeface="Noto Sans KR" pitchFamily="34" charset="-122"/>
                <a:cs typeface="Noto Sans KR" pitchFamily="34" charset="-120"/>
              </a:rPr>
              <a:t>TEM — liner / barrier / cap 계면 분석</a:t>
            </a:r>
            <a:endParaRPr lang="en-US" sz="3450" dirty="0"/>
          </a:p>
        </p:txBody>
      </p:sp>
      <p:pic>
        <p:nvPicPr>
          <p:cNvPr id="13" name="Image 1" descr="gen-dedup-761d4fd6e7dc3de7b6acca5c62ab11d2.png">    </p:cNvPr>
          <p:cNvPicPr>
            <a:picLocks noChangeAspect="1"/>
          </p:cNvPicPr>
          <p:nvPr/>
        </p:nvPicPr>
        <p:blipFill>
          <a:blip r:embed="rId2"/>
          <a:srcRect l="-2083" r="-2083" t="0" b="0"/>
          <a:stretch/>
        </p:blipFill>
        <p:spPr>
          <a:xfrm>
            <a:off x="1333195" y="1516990"/>
            <a:ext cx="12763195" cy="9144"/>
          </a:xfrm>
          <a:prstGeom prst="rect">
            <a:avLst/>
          </a:prstGeom>
        </p:spPr>
      </p:pic>
      <p:sp>
        <p:nvSpPr>
          <p:cNvPr id="14" name="Text 9"/>
          <p:cNvSpPr txBox="1"/>
          <p:nvPr/>
        </p:nvSpPr>
        <p:spPr>
          <a:xfrm>
            <a:off x="14688007" y="413309"/>
            <a:ext cx="3143707" cy="625450"/>
          </a:xfrm>
          <a:prstGeom prst="rect">
            <a:avLst/>
          </a:prstGeom>
          <a:noFill/>
          <a:ln/>
        </p:spPr>
        <p:txBody>
          <a:bodyPr wrap="square" lIns="0" tIns="0" rIns="0" bIns="0" rtlCol="0" anchor="t"/>
          <a:lstStyle/>
          <a:p>
            <a:pPr algn="r" indent="0" marL="0">
              <a:lnSpc>
                <a:spcPts val="1560"/>
              </a:lnSpc>
              <a:buNone/>
            </a:pPr>
            <a:r>
              <a:rPr lang="en-US" sz="975" spc="98" kern="0" dirty="0">
                <a:solidFill>
                  <a:srgbClr val="665B46"/>
                </a:solidFill>
                <a:latin typeface="IBM Plex Mono" pitchFamily="34" charset="0"/>
                <a:ea typeface="IBM Plex Mono" pitchFamily="34" charset="-122"/>
                <a:cs typeface="IBM Plex Mono" pitchFamily="34" charset="-120"/>
              </a:rPr>
              <a:t>DOC · BEOL-12</a:t>
            </a:r>
            <a:pPr algn="r" indent="0" marL="0">
              <a:lnSpc>
                <a:spcPts val="1560"/>
              </a:lnSpc>
              <a:buNone/>
            </a:pPr>
            <a:endParaRPr lang="en-US" sz="975" dirty="0"/>
          </a:p>
          <a:p>
            <a:pPr algn="r" indent="0" marL="0">
              <a:lnSpc>
                <a:spcPts val="1560"/>
              </a:lnSpc>
              <a:buNone/>
            </a:pPr>
            <a:r>
              <a:rPr lang="en-US" sz="975" spc="98" kern="0" dirty="0">
                <a:solidFill>
                  <a:srgbClr val="2C5B62"/>
                </a:solidFill>
                <a:latin typeface="IBM Plex Mono" pitchFamily="34" charset="0"/>
                <a:ea typeface="IBM Plex Mono" pitchFamily="34" charset="-122"/>
                <a:cs typeface="IBM Plex Mono" pitchFamily="34" charset="-120"/>
              </a:rPr>
              <a:t>FILE 12 / 20</a:t>
            </a:r>
            <a:pPr algn="r" indent="0" marL="0">
              <a:lnSpc>
                <a:spcPts val="1560"/>
              </a:lnSpc>
              <a:buNone/>
            </a:pPr>
            <a:endParaRPr lang="en-US" sz="975" dirty="0"/>
          </a:p>
          <a:p>
            <a:pPr algn="r" indent="0" marL="0">
              <a:lnSpc>
                <a:spcPts val="1560"/>
              </a:lnSpc>
              <a:buNone/>
            </a:pPr>
            <a:r>
              <a:rPr lang="en-US" sz="975" spc="98" kern="0" dirty="0">
                <a:solidFill>
                  <a:srgbClr val="665B46"/>
                </a:solidFill>
                <a:latin typeface="IBM Plex Mono" pitchFamily="34" charset="0"/>
                <a:ea typeface="IBM Plex Mono" pitchFamily="34" charset="-122"/>
                <a:cs typeface="IBM Plex Mono" pitchFamily="34" charset="-120"/>
              </a:rPr>
              <a:t>REV.0 · DUMMY</a:t>
            </a:r>
            <a:endParaRPr lang="en-US" sz="975" dirty="0"/>
          </a:p>
        </p:txBody>
      </p:sp>
      <p:sp>
        <p:nvSpPr>
          <p:cNvPr id="15" name="Text 10"/>
          <p:cNvSpPr txBox="1"/>
          <p:nvPr/>
        </p:nvSpPr>
        <p:spPr>
          <a:xfrm>
            <a:off x="1524305" y="7429500"/>
            <a:ext cx="4953305" cy="133502"/>
          </a:xfrm>
          <a:prstGeom prst="rect">
            <a:avLst/>
          </a:prstGeom>
          <a:noFill/>
          <a:ln/>
        </p:spPr>
        <p:txBody>
          <a:bodyPr wrap="none" lIns="0" tIns="0" rIns="0" bIns="0" rtlCol="0" anchor="ctr"/>
          <a:lstStyle/>
          <a:p>
            <a:pPr algn="l" indent="0" marL="0">
              <a:buNone/>
            </a:pPr>
            <a:r>
              <a:rPr lang="en-US" sz="825" spc="149" kern="0" dirty="0">
                <a:solidFill>
                  <a:srgbClr val="D6C79C"/>
                </a:solidFill>
                <a:latin typeface="IBM Plex Mono" pitchFamily="34" charset="0"/>
                <a:ea typeface="IBM Plex Mono" pitchFamily="34" charset="-122"/>
                <a:cs typeface="IBM Plex Mono" pitchFamily="34" charset="-120"/>
              </a:rPr>
              <a:t>REF · TEM OF DIFFUSION BARRIER INTERFACE</a:t>
            </a:r>
            <a:endParaRPr lang="en-US" sz="825" dirty="0"/>
          </a:p>
        </p:txBody>
      </p:sp>
      <p:sp>
        <p:nvSpPr>
          <p:cNvPr id="16" name="Text 11"/>
          <p:cNvSpPr txBox="1"/>
          <p:nvPr/>
        </p:nvSpPr>
        <p:spPr>
          <a:xfrm>
            <a:off x="1524305" y="7591349"/>
            <a:ext cx="5584241" cy="152705"/>
          </a:xfrm>
          <a:prstGeom prst="rect">
            <a:avLst/>
          </a:prstGeom>
          <a:noFill/>
          <a:ln/>
        </p:spPr>
        <p:txBody>
          <a:bodyPr wrap="none" lIns="0" tIns="0" rIns="0" bIns="0" rtlCol="0" anchor="ctr"/>
          <a:lstStyle/>
          <a:p>
            <a:pPr algn="l" indent="0" marL="0">
              <a:buNone/>
            </a:pPr>
            <a:r>
              <a:rPr lang="en-US" sz="825" dirty="0">
                <a:solidFill>
                  <a:srgbClr val="BFB38D"/>
                </a:solidFill>
                <a:latin typeface="Noto Sans KR" pitchFamily="34" charset="0"/>
                <a:ea typeface="Noto Sans KR" pitchFamily="34" charset="-122"/>
                <a:cs typeface="Noto Sans KR" pitchFamily="34" charset="-120"/>
              </a:rPr>
              <a:t>publicly available scholarly figure (Nature Sci. Reports) used as reference placeholder</a:t>
            </a:r>
            <a:endParaRPr lang="en-US" sz="825" dirty="0"/>
          </a:p>
        </p:txBody>
      </p:sp>
      <p:sp>
        <p:nvSpPr>
          <p:cNvPr id="17" name="Text 12"/>
          <p:cNvSpPr txBox="1"/>
          <p:nvPr/>
        </p:nvSpPr>
        <p:spPr>
          <a:xfrm>
            <a:off x="6476695" y="7429500"/>
            <a:ext cx="2857500" cy="133502"/>
          </a:xfrm>
          <a:prstGeom prst="rect">
            <a:avLst/>
          </a:prstGeom>
          <a:noFill/>
          <a:ln/>
        </p:spPr>
        <p:txBody>
          <a:bodyPr wrap="none" lIns="0" tIns="0" rIns="0" bIns="0" rtlCol="0" anchor="ctr"/>
          <a:lstStyle/>
          <a:p>
            <a:pPr algn="r" indent="0" marL="0">
              <a:buNone/>
            </a:pPr>
            <a:r>
              <a:rPr lang="en-US" sz="825" spc="149" kern="0" dirty="0">
                <a:solidFill>
                  <a:srgbClr val="D6C79C"/>
                </a:solidFill>
                <a:latin typeface="IBM Plex Mono" pitchFamily="34" charset="0"/>
                <a:ea typeface="IBM Plex Mono" pitchFamily="34" charset="-122"/>
                <a:cs typeface="IBM Plex Mono" pitchFamily="34" charset="-120"/>
              </a:rPr>
              <a:t>SCALE 5 nm · XTEM</a:t>
            </a:r>
            <a:endParaRPr lang="en-US" sz="825" dirty="0"/>
          </a:p>
        </p:txBody>
      </p:sp>
      <p:sp>
        <p:nvSpPr>
          <p:cNvPr id="18" name="Text 13"/>
          <p:cNvSpPr txBox="1"/>
          <p:nvPr/>
        </p:nvSpPr>
        <p:spPr>
          <a:xfrm>
            <a:off x="9810598" y="1904695"/>
            <a:ext cx="7144207" cy="133502"/>
          </a:xfrm>
          <a:prstGeom prst="rect">
            <a:avLst/>
          </a:prstGeom>
          <a:noFill/>
          <a:ln/>
        </p:spPr>
        <p:txBody>
          <a:bodyPr wrap="none" lIns="0" tIns="0" rIns="0" bIns="0" rtlCol="0" anchor="ctr"/>
          <a:lstStyle/>
          <a:p>
            <a:pPr algn="l" indent="0" marL="0">
              <a:buNone/>
            </a:pPr>
            <a:r>
              <a:rPr lang="en-US" sz="825" spc="231" kern="0" dirty="0">
                <a:solidFill>
                  <a:srgbClr val="2C5B62"/>
                </a:solidFill>
                <a:latin typeface="IBM Plex Mono" pitchFamily="34" charset="0"/>
                <a:ea typeface="IBM Plex Mono" pitchFamily="34" charset="-122"/>
                <a:cs typeface="IBM Plex Mono" pitchFamily="34" charset="-120"/>
              </a:rPr>
              <a:t>STACK ANNOTATIONS</a:t>
            </a:r>
            <a:endParaRPr lang="en-US" sz="825" dirty="0"/>
          </a:p>
        </p:txBody>
      </p:sp>
      <p:sp>
        <p:nvSpPr>
          <p:cNvPr id="19" name="Text 14"/>
          <p:cNvSpPr txBox="1"/>
          <p:nvPr/>
        </p:nvSpPr>
        <p:spPr>
          <a:xfrm>
            <a:off x="9810598" y="2171700"/>
            <a:ext cx="7144207" cy="305410"/>
          </a:xfrm>
          <a:prstGeom prst="rect">
            <a:avLst/>
          </a:prstGeom>
          <a:noFill/>
          <a:ln/>
        </p:spPr>
        <p:txBody>
          <a:bodyPr wrap="none" lIns="0" tIns="0" rIns="0" bIns="0" rtlCol="0" anchor="ctr"/>
          <a:lstStyle/>
          <a:p>
            <a:pPr algn="l" indent="0" marL="0">
              <a:buNone/>
            </a:pPr>
            <a:r>
              <a:rPr lang="en-US" sz="1650" b="1" dirty="0">
                <a:solidFill>
                  <a:srgbClr val="1C1D24"/>
                </a:solidFill>
                <a:latin typeface="Noto Sans KR" pitchFamily="34" charset="0"/>
                <a:ea typeface="Noto Sans KR" pitchFamily="34" charset="-122"/>
                <a:cs typeface="Noto Sans KR" pitchFamily="34" charset="-120"/>
              </a:rPr>
              <a:t>W07 · site-3 · 400°C</a:t>
            </a:r>
            <a:endParaRPr lang="en-US" sz="1650" dirty="0"/>
          </a:p>
        </p:txBody>
      </p:sp>
      <p:sp>
        <p:nvSpPr>
          <p:cNvPr id="20" name="Text 15"/>
          <p:cNvSpPr txBox="1"/>
          <p:nvPr/>
        </p:nvSpPr>
        <p:spPr>
          <a:xfrm>
            <a:off x="9810598" y="2609698"/>
            <a:ext cx="7830007" cy="210312"/>
          </a:xfrm>
          <a:prstGeom prst="rect">
            <a:avLst/>
          </a:prstGeom>
          <a:noFill/>
          <a:ln/>
        </p:spPr>
        <p:txBody>
          <a:bodyPr wrap="none" lIns="0" tIns="0" rIns="0" bIns="0" rtlCol="0" anchor="ctr"/>
          <a:lstStyle/>
          <a:p>
            <a:pPr algn="l" indent="0" marL="0">
              <a:buNone/>
            </a:pPr>
            <a:r>
              <a:rPr lang="en-US" sz="1050" dirty="0">
                <a:solidFill>
                  <a:srgbClr val="36322A"/>
                </a:solidFill>
                <a:latin typeface="Noto Sans KR" pitchFamily="34" charset="0"/>
                <a:ea typeface="Noto Sans KR" pitchFamily="34" charset="-122"/>
                <a:cs typeface="Noto Sans KR" pitchFamily="34" charset="-120"/>
              </a:rPr>
              <a:t>liner/barrier/cap이 모두 박리 없이 연속. Ru 두께 ~0.8 nm, TaN 1.6 nm, Ta 2.4 nm. Cu grain 평균 ~52 nm.</a:t>
            </a:r>
            <a:endParaRPr lang="en-US" sz="10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10001707" y="3295498"/>
          <a:ext cx="6762902" cy="2238451"/>
        </p:xfrm>
        <a:graphic>
          <a:graphicData uri="http://schemas.openxmlformats.org/drawingml/2006/table">
            <a:tbl>
              <a:tblPr/>
              <a:tblGrid>
                <a:gridCol w="1995221"/>
                <a:gridCol w="1074420"/>
                <a:gridCol w="1074420"/>
                <a:gridCol w="1074420"/>
                <a:gridCol w="1543507"/>
              </a:tblGrid>
              <a:tr h="319779">
                <a:tc>
                  <a:txBody>
                    <a:bodyPr/>
                    <a:lstStyle/>
                    <a:p>
                      <a:pPr algn="l" indent="0" marL="0">
                        <a:buNone/>
                      </a:pPr>
                      <a:r>
                        <a:rPr lang="en-US" sz="825" dirty="0">
                          <a:solidFill>
                            <a:srgbClr val="665B46"/>
                          </a:solidFill>
                          <a:latin typeface="IBM Plex Mono" pitchFamily="34" charset="0"/>
                          <a:ea typeface="IBM Plex Mono" pitchFamily="34" charset="-122"/>
                          <a:cs typeface="IBM Plex Mono" pitchFamily="34" charset="-120"/>
                        </a:rPr>
                        <a:t>LAYER</a:t>
                      </a:r>
                      <a:endParaRPr lang="en-US" sz="825" dirty="0">
                        <a:latin typeface="IBM Plex Mono" charset="0"/>
                        <a:ea typeface="IBM Plex Mono" charset="0"/>
                        <a:cs typeface="IBM Plex Mono" charset="0"/>
                      </a:endParaRPr>
                    </a:p>
                  </a:txBody>
                  <a:tcPr marL="0" marR="0" marT="75895" marB="75895" anchor="ctr">
                    <a:lnL w="0" cap="flat" cmpd="sng" algn="ctr">
                      <a:solidFill>
                        <a:srgbClr val="BFB38D"/>
                      </a:solidFill>
                      <a:prstDash val="solid"/>
                      <a:round/>
                      <a:headEnd type="none" w="med" len="med"/>
                      <a:tailEnd type="none" w="med" len="med"/>
                    </a:lnL>
                    <a:lnR w="0" cap="flat" cmpd="sng" algn="ctr">
                      <a:solidFill>
                        <a:srgbClr val="BFB38D"/>
                      </a:solidFill>
                      <a:prstDash val="solid"/>
                      <a:round/>
                      <a:headEnd type="none" w="med" len="med"/>
                      <a:tailEnd type="none" w="med" len="med"/>
                    </a:lnR>
                    <a:lnT w="0" cap="flat" cmpd="sng" algn="ctr">
                      <a:solidFill>
                        <a:srgbClr val="BFB38D"/>
                      </a:solidFill>
                      <a:prstDash val="solid"/>
                      <a:round/>
                      <a:headEnd type="none" w="med" len="med"/>
                      <a:tailEnd type="none" w="med" len="med"/>
                    </a:lnT>
                    <a:lnB w="0" cap="flat" cmpd="sng" algn="ctr">
                      <a:solidFill>
                        <a:srgbClr val="BFB38D"/>
                      </a:solidFill>
                      <a:prstDash val="solid"/>
                      <a:round/>
                      <a:headEnd type="none" w="med" len="med"/>
                      <a:tailEnd type="none" w="med" len="med"/>
                    </a:lnB>
                  </a:tcPr>
                </a:tc>
                <a:tc>
                  <a:txBody>
                    <a:bodyPr/>
                    <a:lstStyle/>
                    <a:p>
                      <a:pPr algn="r" indent="0" marL="0">
                        <a:buNone/>
                      </a:pPr>
                      <a:r>
                        <a:rPr lang="en-US" sz="825" dirty="0">
                          <a:solidFill>
                            <a:srgbClr val="665B46"/>
                          </a:solidFill>
                          <a:latin typeface="IBM Plex Mono" pitchFamily="34" charset="0"/>
                          <a:ea typeface="IBM Plex Mono" pitchFamily="34" charset="-122"/>
                          <a:cs typeface="IBM Plex Mono" pitchFamily="34" charset="-120"/>
                        </a:rPr>
                        <a:t>350°C</a:t>
                      </a:r>
                      <a:endParaRPr lang="en-US" sz="825" dirty="0">
                        <a:latin typeface="IBM Plex Mono" charset="0"/>
                        <a:ea typeface="IBM Plex Mono" charset="0"/>
                        <a:cs typeface="IBM Plex Mono" charset="0"/>
                      </a:endParaRPr>
                    </a:p>
                  </a:txBody>
                  <a:tcPr marL="0" marR="0" marT="75895" marB="75895" anchor="ctr">
                    <a:lnL w="0" cap="flat" cmpd="sng" algn="ctr">
                      <a:solidFill>
                        <a:srgbClr val="BFB38D"/>
                      </a:solidFill>
                      <a:prstDash val="solid"/>
                      <a:round/>
                      <a:headEnd type="none" w="med" len="med"/>
                      <a:tailEnd type="none" w="med" len="med"/>
                    </a:lnL>
                    <a:lnR w="0" cap="flat" cmpd="sng" algn="ctr">
                      <a:solidFill>
                        <a:srgbClr val="BFB38D"/>
                      </a:solidFill>
                      <a:prstDash val="solid"/>
                      <a:round/>
                      <a:headEnd type="none" w="med" len="med"/>
                      <a:tailEnd type="none" w="med" len="med"/>
                    </a:lnR>
                    <a:lnT w="0" cap="flat" cmpd="sng" algn="ctr">
                      <a:solidFill>
                        <a:srgbClr val="BFB38D"/>
                      </a:solidFill>
                      <a:prstDash val="solid"/>
                      <a:round/>
                      <a:headEnd type="none" w="med" len="med"/>
                      <a:tailEnd type="none" w="med" len="med"/>
                    </a:lnT>
                    <a:lnB w="0" cap="flat" cmpd="sng" algn="ctr">
                      <a:solidFill>
                        <a:srgbClr val="BFB38D"/>
                      </a:solidFill>
                      <a:prstDash val="solid"/>
                      <a:round/>
                      <a:headEnd type="none" w="med" len="med"/>
                      <a:tailEnd type="none" w="med" len="med"/>
                    </a:lnB>
                  </a:tcPr>
                </a:tc>
                <a:tc>
                  <a:txBody>
                    <a:bodyPr/>
                    <a:lstStyle/>
                    <a:p>
                      <a:pPr algn="r" indent="0" marL="0">
                        <a:buNone/>
                      </a:pPr>
                      <a:r>
                        <a:rPr lang="en-US" sz="825" dirty="0">
                          <a:solidFill>
                            <a:srgbClr val="665B46"/>
                          </a:solidFill>
                          <a:latin typeface="IBM Plex Mono" pitchFamily="34" charset="0"/>
                          <a:ea typeface="IBM Plex Mono" pitchFamily="34" charset="-122"/>
                          <a:cs typeface="IBM Plex Mono" pitchFamily="34" charset="-120"/>
                        </a:rPr>
                        <a:t>400°C</a:t>
                      </a:r>
                      <a:endParaRPr lang="en-US" sz="825" dirty="0">
                        <a:latin typeface="IBM Plex Mono" charset="0"/>
                        <a:ea typeface="IBM Plex Mono" charset="0"/>
                        <a:cs typeface="IBM Plex Mono" charset="0"/>
                      </a:endParaRPr>
                    </a:p>
                  </a:txBody>
                  <a:tcPr marL="0" marR="0" marT="75895" marB="75895" anchor="ctr">
                    <a:lnL w="0" cap="flat" cmpd="sng" algn="ctr">
                      <a:solidFill>
                        <a:srgbClr val="BFB38D"/>
                      </a:solidFill>
                      <a:prstDash val="solid"/>
                      <a:round/>
                      <a:headEnd type="none" w="med" len="med"/>
                      <a:tailEnd type="none" w="med" len="med"/>
                    </a:lnL>
                    <a:lnR w="0" cap="flat" cmpd="sng" algn="ctr">
                      <a:solidFill>
                        <a:srgbClr val="BFB38D"/>
                      </a:solidFill>
                      <a:prstDash val="solid"/>
                      <a:round/>
                      <a:headEnd type="none" w="med" len="med"/>
                      <a:tailEnd type="none" w="med" len="med"/>
                    </a:lnR>
                    <a:lnT w="0" cap="flat" cmpd="sng" algn="ctr">
                      <a:solidFill>
                        <a:srgbClr val="BFB38D"/>
                      </a:solidFill>
                      <a:prstDash val="solid"/>
                      <a:round/>
                      <a:headEnd type="none" w="med" len="med"/>
                      <a:tailEnd type="none" w="med" len="med"/>
                    </a:lnT>
                    <a:lnB w="0" cap="flat" cmpd="sng" algn="ctr">
                      <a:solidFill>
                        <a:srgbClr val="BFB38D"/>
                      </a:solidFill>
                      <a:prstDash val="solid"/>
                      <a:round/>
                      <a:headEnd type="none" w="med" len="med"/>
                      <a:tailEnd type="none" w="med" len="med"/>
                    </a:lnB>
                  </a:tcPr>
                </a:tc>
                <a:tc>
                  <a:txBody>
                    <a:bodyPr/>
                    <a:lstStyle/>
                    <a:p>
                      <a:pPr algn="r" indent="0" marL="0">
                        <a:buNone/>
                      </a:pPr>
                      <a:r>
                        <a:rPr lang="en-US" sz="825" dirty="0">
                          <a:solidFill>
                            <a:srgbClr val="665B46"/>
                          </a:solidFill>
                          <a:latin typeface="IBM Plex Mono" pitchFamily="34" charset="0"/>
                          <a:ea typeface="IBM Plex Mono" pitchFamily="34" charset="-122"/>
                          <a:cs typeface="IBM Plex Mono" pitchFamily="34" charset="-120"/>
                        </a:rPr>
                        <a:t>DELTA</a:t>
                      </a:r>
                      <a:endParaRPr lang="en-US" sz="825" dirty="0">
                        <a:latin typeface="IBM Plex Mono" charset="0"/>
                        <a:ea typeface="IBM Plex Mono" charset="0"/>
                        <a:cs typeface="IBM Plex Mono" charset="0"/>
                      </a:endParaRPr>
                    </a:p>
                  </a:txBody>
                  <a:tcPr marL="0" marR="0" marT="75895" marB="75895" anchor="ctr">
                    <a:lnL w="0" cap="flat" cmpd="sng" algn="ctr">
                      <a:solidFill>
                        <a:srgbClr val="BFB38D"/>
                      </a:solidFill>
                      <a:prstDash val="solid"/>
                      <a:round/>
                      <a:headEnd type="none" w="med" len="med"/>
                      <a:tailEnd type="none" w="med" len="med"/>
                    </a:lnL>
                    <a:lnR w="0" cap="flat" cmpd="sng" algn="ctr">
                      <a:solidFill>
                        <a:srgbClr val="BFB38D"/>
                      </a:solidFill>
                      <a:prstDash val="solid"/>
                      <a:round/>
                      <a:headEnd type="none" w="med" len="med"/>
                      <a:tailEnd type="none" w="med" len="med"/>
                    </a:lnR>
                    <a:lnT w="0" cap="flat" cmpd="sng" algn="ctr">
                      <a:solidFill>
                        <a:srgbClr val="BFB38D"/>
                      </a:solidFill>
                      <a:prstDash val="solid"/>
                      <a:round/>
                      <a:headEnd type="none" w="med" len="med"/>
                      <a:tailEnd type="none" w="med" len="med"/>
                    </a:lnT>
                    <a:lnB w="0" cap="flat" cmpd="sng" algn="ctr">
                      <a:solidFill>
                        <a:srgbClr val="BFB38D"/>
                      </a:solidFill>
                      <a:prstDash val="solid"/>
                      <a:round/>
                      <a:headEnd type="none" w="med" len="med"/>
                      <a:tailEnd type="none" w="med" len="med"/>
                    </a:lnB>
                  </a:tcPr>
                </a:tc>
                <a:tc>
                  <a:txBody>
                    <a:bodyPr/>
                    <a:lstStyle/>
                    <a:p>
                      <a:pPr algn="r" indent="0" marL="0">
                        <a:buNone/>
                      </a:pPr>
                      <a:r>
                        <a:rPr lang="en-US" sz="825" dirty="0">
                          <a:solidFill>
                            <a:srgbClr val="665B46"/>
                          </a:solidFill>
                          <a:latin typeface="IBM Plex Mono" pitchFamily="34" charset="0"/>
                          <a:ea typeface="IBM Plex Mono" pitchFamily="34" charset="-122"/>
                          <a:cs typeface="IBM Plex Mono" pitchFamily="34" charset="-120"/>
                        </a:rPr>
                        <a:t>CONT.</a:t>
                      </a:r>
                      <a:endParaRPr lang="en-US" sz="825" dirty="0">
                        <a:latin typeface="IBM Plex Mono" charset="0"/>
                        <a:ea typeface="IBM Plex Mono" charset="0"/>
                        <a:cs typeface="IBM Plex Mono" charset="0"/>
                      </a:endParaRPr>
                    </a:p>
                  </a:txBody>
                  <a:tcPr marL="75895" marR="75895" marT="75895" marB="75895" anchor="ctr">
                    <a:lnL w="0" cap="flat" cmpd="sng" algn="ctr">
                      <a:solidFill>
                        <a:srgbClr val="BFB38D"/>
                      </a:solidFill>
                      <a:prstDash val="solid"/>
                      <a:round/>
                      <a:headEnd type="none" w="med" len="med"/>
                      <a:tailEnd type="none" w="med" len="med"/>
                    </a:lnL>
                    <a:lnR w="0" cap="flat" cmpd="sng" algn="ctr">
                      <a:solidFill>
                        <a:srgbClr val="BFB38D"/>
                      </a:solidFill>
                      <a:prstDash val="solid"/>
                      <a:round/>
                      <a:headEnd type="none" w="med" len="med"/>
                      <a:tailEnd type="none" w="med" len="med"/>
                    </a:lnR>
                    <a:lnT w="0" cap="flat" cmpd="sng" algn="ctr">
                      <a:solidFill>
                        <a:srgbClr val="BFB38D"/>
                      </a:solidFill>
                      <a:prstDash val="solid"/>
                      <a:round/>
                      <a:headEnd type="none" w="med" len="med"/>
                      <a:tailEnd type="none" w="med" len="med"/>
                    </a:lnT>
                    <a:lnB w="0" cap="flat" cmpd="sng" algn="ctr">
                      <a:solidFill>
                        <a:srgbClr val="BFB38D"/>
                      </a:solidFill>
                      <a:prstDash val="solid"/>
                      <a:round/>
                      <a:headEnd type="none" w="med" len="med"/>
                      <a:tailEnd type="none" w="med" len="med"/>
                    </a:lnB>
                  </a:tcPr>
                </a:tc>
              </a:tr>
              <a:tr h="319779">
                <a:tc>
                  <a:txBody>
                    <a:bodyPr/>
                    <a:lstStyle/>
                    <a:p>
                      <a:pPr indent="0" marL="0">
                        <a:buNone/>
                      </a:pPr>
                      <a:r>
                        <a:rPr lang="en-US" sz="975" dirty="0">
                          <a:solidFill>
                            <a:srgbClr val="1C1D24"/>
                          </a:solidFill>
                          <a:latin typeface="IBM Plex Mono" pitchFamily="34" charset="0"/>
                          <a:ea typeface="IBM Plex Mono" pitchFamily="34" charset="-122"/>
                          <a:cs typeface="IBM Plex Mono" pitchFamily="34" charset="-120"/>
                        </a:rPr>
                        <a:t>cap (CoWP)</a:t>
                      </a:r>
                      <a:endParaRPr lang="en-US" sz="975" dirty="0">
                        <a:latin typeface="IBM Plex Mono" charset="0"/>
                        <a:ea typeface="IBM Plex Mono" charset="0"/>
                        <a:cs typeface="IBM Plex Mono" charset="0"/>
                      </a:endParaRPr>
                    </a:p>
                  </a:txBody>
                  <a:tcPr marL="0" marR="0" marT="75895" marB="75895" anchor="ctr">
                    <a:lnL w="0" cap="flat" cmpd="sng" algn="ctr">
                      <a:solidFill>
                        <a:srgbClr val="BFB38D"/>
                      </a:solidFill>
                      <a:prstDash val="solid"/>
                      <a:round/>
                      <a:headEnd type="none" w="med" len="med"/>
                      <a:tailEnd type="none" w="med" len="med"/>
                    </a:lnL>
                    <a:lnR w="0" cap="flat" cmpd="sng" algn="ctr">
                      <a:solidFill>
                        <a:srgbClr val="BFB38D"/>
                      </a:solidFill>
                      <a:prstDash val="solid"/>
                      <a:round/>
                      <a:headEnd type="none" w="med" len="med"/>
                      <a:tailEnd type="none" w="med" len="med"/>
                    </a:lnR>
                    <a:lnT w="9525" cap="flat" cmpd="sng" algn="ctr">
                      <a:solidFill>
                        <a:srgbClr val="BFB38D"/>
                      </a:solidFill>
                      <a:prstDash val="solid"/>
                      <a:round/>
                      <a:headEnd type="none" w="med" len="med"/>
                      <a:tailEnd type="none" w="med" len="med"/>
                    </a:lnT>
                    <a:lnB w="0" cap="flat" cmpd="sng" algn="ctr">
                      <a:solidFill>
                        <a:srgbClr val="BFB38D"/>
                      </a:solidFill>
                      <a:prstDash val="solid"/>
                      <a:round/>
                      <a:headEnd type="none" w="med" len="med"/>
                      <a:tailEnd type="none" w="med" len="med"/>
                    </a:lnB>
                  </a:tcPr>
                </a:tc>
                <a:tc>
                  <a:txBody>
                    <a:bodyPr/>
                    <a:lstStyle/>
                    <a:p>
                      <a:pPr algn="r" indent="0" marL="0">
                        <a:buNone/>
                      </a:pPr>
                      <a:r>
                        <a:rPr lang="en-US" sz="975" dirty="0">
                          <a:solidFill>
                            <a:srgbClr val="1C1D24"/>
                          </a:solidFill>
                          <a:latin typeface="IBM Plex Mono" pitchFamily="34" charset="0"/>
                          <a:ea typeface="IBM Plex Mono" pitchFamily="34" charset="-122"/>
                          <a:cs typeface="IBM Plex Mono" pitchFamily="34" charset="-120"/>
                        </a:rPr>
                        <a:t>3.2 nm</a:t>
                      </a:r>
                      <a:endParaRPr lang="en-US" sz="975" dirty="0">
                        <a:latin typeface="IBM Plex Mono" charset="0"/>
                        <a:ea typeface="IBM Plex Mono" charset="0"/>
                        <a:cs typeface="IBM Plex Mono" charset="0"/>
                      </a:endParaRPr>
                    </a:p>
                  </a:txBody>
                  <a:tcPr marL="0" marR="0" marT="75895" marB="75895" anchor="ctr">
                    <a:lnL w="0" cap="flat" cmpd="sng" algn="ctr">
                      <a:solidFill>
                        <a:srgbClr val="BFB38D"/>
                      </a:solidFill>
                      <a:prstDash val="solid"/>
                      <a:round/>
                      <a:headEnd type="none" w="med" len="med"/>
                      <a:tailEnd type="none" w="med" len="med"/>
                    </a:lnL>
                    <a:lnR w="0" cap="flat" cmpd="sng" algn="ctr">
                      <a:solidFill>
                        <a:srgbClr val="BFB38D"/>
                      </a:solidFill>
                      <a:prstDash val="solid"/>
                      <a:round/>
                      <a:headEnd type="none" w="med" len="med"/>
                      <a:tailEnd type="none" w="med" len="med"/>
                    </a:lnR>
                    <a:lnT w="9525" cap="flat" cmpd="sng" algn="ctr">
                      <a:solidFill>
                        <a:srgbClr val="BFB38D"/>
                      </a:solidFill>
                      <a:prstDash val="solid"/>
                      <a:round/>
                      <a:headEnd type="none" w="med" len="med"/>
                      <a:tailEnd type="none" w="med" len="med"/>
                    </a:lnT>
                    <a:lnB w="0" cap="flat" cmpd="sng" algn="ctr">
                      <a:solidFill>
                        <a:srgbClr val="BFB38D"/>
                      </a:solidFill>
                      <a:prstDash val="solid"/>
                      <a:round/>
                      <a:headEnd type="none" w="med" len="med"/>
                      <a:tailEnd type="none" w="med" len="med"/>
                    </a:lnB>
                  </a:tcPr>
                </a:tc>
                <a:tc>
                  <a:txBody>
                    <a:bodyPr/>
                    <a:lstStyle/>
                    <a:p>
                      <a:pPr algn="r" indent="0" marL="0">
                        <a:buNone/>
                      </a:pPr>
                      <a:r>
                        <a:rPr lang="en-US" sz="975" dirty="0">
                          <a:solidFill>
                            <a:srgbClr val="1C1D24"/>
                          </a:solidFill>
                          <a:latin typeface="IBM Plex Mono" pitchFamily="34" charset="0"/>
                          <a:ea typeface="IBM Plex Mono" pitchFamily="34" charset="-122"/>
                          <a:cs typeface="IBM Plex Mono" pitchFamily="34" charset="-120"/>
                        </a:rPr>
                        <a:t>3.1 nm</a:t>
                      </a:r>
                      <a:endParaRPr lang="en-US" sz="975" dirty="0">
                        <a:latin typeface="IBM Plex Mono" charset="0"/>
                        <a:ea typeface="IBM Plex Mono" charset="0"/>
                        <a:cs typeface="IBM Plex Mono" charset="0"/>
                      </a:endParaRPr>
                    </a:p>
                  </a:txBody>
                  <a:tcPr marL="0" marR="0" marT="75895" marB="75895" anchor="ctr">
                    <a:lnL w="0" cap="flat" cmpd="sng" algn="ctr">
                      <a:solidFill>
                        <a:srgbClr val="BFB38D"/>
                      </a:solidFill>
                      <a:prstDash val="solid"/>
                      <a:round/>
                      <a:headEnd type="none" w="med" len="med"/>
                      <a:tailEnd type="none" w="med" len="med"/>
                    </a:lnL>
                    <a:lnR w="0" cap="flat" cmpd="sng" algn="ctr">
                      <a:solidFill>
                        <a:srgbClr val="BFB38D"/>
                      </a:solidFill>
                      <a:prstDash val="solid"/>
                      <a:round/>
                      <a:headEnd type="none" w="med" len="med"/>
                      <a:tailEnd type="none" w="med" len="med"/>
                    </a:lnR>
                    <a:lnT w="9525" cap="flat" cmpd="sng" algn="ctr">
                      <a:solidFill>
                        <a:srgbClr val="BFB38D"/>
                      </a:solidFill>
                      <a:prstDash val="solid"/>
                      <a:round/>
                      <a:headEnd type="none" w="med" len="med"/>
                      <a:tailEnd type="none" w="med" len="med"/>
                    </a:lnT>
                    <a:lnB w="0" cap="flat" cmpd="sng" algn="ctr">
                      <a:solidFill>
                        <a:srgbClr val="BFB38D"/>
                      </a:solidFill>
                      <a:prstDash val="solid"/>
                      <a:round/>
                      <a:headEnd type="none" w="med" len="med"/>
                      <a:tailEnd type="none" w="med" len="med"/>
                    </a:lnB>
                  </a:tcPr>
                </a:tc>
                <a:tc>
                  <a:txBody>
                    <a:bodyPr/>
                    <a:lstStyle/>
                    <a:p>
                      <a:pPr algn="r" indent="0" marL="0">
                        <a:buNone/>
                      </a:pPr>
                      <a:r>
                        <a:rPr lang="en-US" sz="975" dirty="0">
                          <a:solidFill>
                            <a:srgbClr val="665B46"/>
                          </a:solidFill>
                          <a:latin typeface="IBM Plex Mono" pitchFamily="34" charset="0"/>
                          <a:ea typeface="IBM Plex Mono" pitchFamily="34" charset="-122"/>
                          <a:cs typeface="IBM Plex Mono" pitchFamily="34" charset="-120"/>
                        </a:rPr>
                        <a:t>−0.1 nm</a:t>
                      </a:r>
                      <a:endParaRPr lang="en-US" sz="975" dirty="0">
                        <a:latin typeface="IBM Plex Mono" charset="0"/>
                        <a:ea typeface="IBM Plex Mono" charset="0"/>
                        <a:cs typeface="IBM Plex Mono" charset="0"/>
                      </a:endParaRPr>
                    </a:p>
                  </a:txBody>
                  <a:tcPr marL="0" marR="0" marT="75895" marB="75895" anchor="ctr">
                    <a:lnL w="0" cap="flat" cmpd="sng" algn="ctr">
                      <a:solidFill>
                        <a:srgbClr val="BFB38D"/>
                      </a:solidFill>
                      <a:prstDash val="solid"/>
                      <a:round/>
                      <a:headEnd type="none" w="med" len="med"/>
                      <a:tailEnd type="none" w="med" len="med"/>
                    </a:lnL>
                    <a:lnR w="0" cap="flat" cmpd="sng" algn="ctr">
                      <a:solidFill>
                        <a:srgbClr val="BFB38D"/>
                      </a:solidFill>
                      <a:prstDash val="solid"/>
                      <a:round/>
                      <a:headEnd type="none" w="med" len="med"/>
                      <a:tailEnd type="none" w="med" len="med"/>
                    </a:lnR>
                    <a:lnT w="9525" cap="flat" cmpd="sng" algn="ctr">
                      <a:solidFill>
                        <a:srgbClr val="BFB38D"/>
                      </a:solidFill>
                      <a:prstDash val="solid"/>
                      <a:round/>
                      <a:headEnd type="none" w="med" len="med"/>
                      <a:tailEnd type="none" w="med" len="med"/>
                    </a:lnT>
                    <a:lnB w="0" cap="flat" cmpd="sng" algn="ctr">
                      <a:solidFill>
                        <a:srgbClr val="BFB38D"/>
                      </a:solidFill>
                      <a:prstDash val="solid"/>
                      <a:round/>
                      <a:headEnd type="none" w="med" len="med"/>
                      <a:tailEnd type="none" w="med" len="med"/>
                    </a:lnB>
                  </a:tcPr>
                </a:tc>
                <a:tc>
                  <a:txBody>
                    <a:bodyPr/>
                    <a:lstStyle/>
                    <a:p>
                      <a:pPr algn="r" indent="0" marL="0">
                        <a:buNone/>
                      </a:pPr>
                      <a:r>
                        <a:rPr lang="en-US" sz="975" b="1" dirty="0">
                          <a:solidFill>
                            <a:srgbClr val="3D7251"/>
                          </a:solidFill>
                          <a:latin typeface="IBM Plex Mono" pitchFamily="34" charset="0"/>
                          <a:ea typeface="IBM Plex Mono" pitchFamily="34" charset="-122"/>
                          <a:cs typeface="IBM Plex Mono" pitchFamily="34" charset="-120"/>
                        </a:rPr>
                        <a:t>OK</a:t>
                      </a:r>
                      <a:endParaRPr lang="en-US" sz="975" dirty="0">
                        <a:latin typeface="IBM Plex Mono" charset="0"/>
                        <a:ea typeface="IBM Plex Mono" charset="0"/>
                        <a:cs typeface="IBM Plex Mono" charset="0"/>
                      </a:endParaRPr>
                    </a:p>
                  </a:txBody>
                  <a:tcPr marL="75895" marR="75895" marT="75895" marB="75895" anchor="ctr">
                    <a:lnL w="0" cap="flat" cmpd="sng" algn="ctr">
                      <a:solidFill>
                        <a:srgbClr val="BFB38D"/>
                      </a:solidFill>
                      <a:prstDash val="solid"/>
                      <a:round/>
                      <a:headEnd type="none" w="med" len="med"/>
                      <a:tailEnd type="none" w="med" len="med"/>
                    </a:lnL>
                    <a:lnR w="0" cap="flat" cmpd="sng" algn="ctr">
                      <a:solidFill>
                        <a:srgbClr val="BFB38D"/>
                      </a:solidFill>
                      <a:prstDash val="solid"/>
                      <a:round/>
                      <a:headEnd type="none" w="med" len="med"/>
                      <a:tailEnd type="none" w="med" len="med"/>
                    </a:lnR>
                    <a:lnT w="9525" cap="flat" cmpd="sng" algn="ctr">
                      <a:solidFill>
                        <a:srgbClr val="BFB38D"/>
                      </a:solidFill>
                      <a:prstDash val="solid"/>
                      <a:round/>
                      <a:headEnd type="none" w="med" len="med"/>
                      <a:tailEnd type="none" w="med" len="med"/>
                    </a:lnT>
                    <a:lnB w="0" cap="flat" cmpd="sng" algn="ctr">
                      <a:solidFill>
                        <a:srgbClr val="BFB38D"/>
                      </a:solidFill>
                      <a:prstDash val="solid"/>
                      <a:round/>
                      <a:headEnd type="none" w="med" len="med"/>
                      <a:tailEnd type="none" w="med" len="med"/>
                    </a:lnB>
                  </a:tcPr>
                </a:tc>
              </a:tr>
              <a:tr h="319779">
                <a:tc>
                  <a:txBody>
                    <a:bodyPr/>
                    <a:lstStyle/>
                    <a:p>
                      <a:pPr indent="0" marL="0">
                        <a:buNone/>
                      </a:pPr>
                      <a:r>
                        <a:rPr lang="en-US" sz="975" dirty="0">
                          <a:solidFill>
                            <a:srgbClr val="1C1D24"/>
                          </a:solidFill>
                          <a:latin typeface="IBM Plex Mono" pitchFamily="34" charset="0"/>
                          <a:ea typeface="IBM Plex Mono" pitchFamily="34" charset="-122"/>
                          <a:cs typeface="IBM Plex Mono" pitchFamily="34" charset="-120"/>
                        </a:rPr>
                        <a:t>Ru pre-cursor</a:t>
                      </a:r>
                      <a:endParaRPr lang="en-US" sz="975" dirty="0">
                        <a:latin typeface="IBM Plex Mono" charset="0"/>
                        <a:ea typeface="IBM Plex Mono" charset="0"/>
                        <a:cs typeface="IBM Plex Mono" charset="0"/>
                      </a:endParaRPr>
                    </a:p>
                  </a:txBody>
                  <a:tcPr marL="0" marR="0" marT="75895" marB="75895" anchor="ctr">
                    <a:lnL w="0" cap="flat" cmpd="sng" algn="ctr">
                      <a:solidFill>
                        <a:srgbClr val="BFB38D"/>
                      </a:solidFill>
                      <a:prstDash val="solid"/>
                      <a:round/>
                      <a:headEnd type="none" w="med" len="med"/>
                      <a:tailEnd type="none" w="med" len="med"/>
                    </a:lnL>
                    <a:lnR w="0" cap="flat" cmpd="sng" algn="ctr">
                      <a:solidFill>
                        <a:srgbClr val="BFB38D"/>
                      </a:solidFill>
                      <a:prstDash val="solid"/>
                      <a:round/>
                      <a:headEnd type="none" w="med" len="med"/>
                      <a:tailEnd type="none" w="med" len="med"/>
                    </a:lnR>
                    <a:lnT w="9525" cap="flat" cmpd="sng" algn="ctr">
                      <a:solidFill>
                        <a:srgbClr val="BFB38D"/>
                      </a:solidFill>
                      <a:prstDash val="solid"/>
                      <a:round/>
                      <a:headEnd type="none" w="med" len="med"/>
                      <a:tailEnd type="none" w="med" len="med"/>
                    </a:lnT>
                    <a:lnB w="0" cap="flat" cmpd="sng" algn="ctr">
                      <a:solidFill>
                        <a:srgbClr val="BFB38D"/>
                      </a:solidFill>
                      <a:prstDash val="solid"/>
                      <a:round/>
                      <a:headEnd type="none" w="med" len="med"/>
                      <a:tailEnd type="none" w="med" len="med"/>
                    </a:lnB>
                    <a:solidFill>
                      <a:srgbClr val="E8DEC4">
                        <a:alpha val="40000"/>
                      </a:srgbClr>
                    </a:solidFill>
                  </a:tcPr>
                </a:tc>
                <a:tc>
                  <a:txBody>
                    <a:bodyPr/>
                    <a:lstStyle/>
                    <a:p>
                      <a:pPr algn="r" indent="0" marL="0">
                        <a:buNone/>
                      </a:pPr>
                      <a:r>
                        <a:rPr lang="en-US" sz="975" dirty="0">
                          <a:solidFill>
                            <a:srgbClr val="1C1D24"/>
                          </a:solidFill>
                          <a:latin typeface="IBM Plex Mono" pitchFamily="34" charset="0"/>
                          <a:ea typeface="IBM Plex Mono" pitchFamily="34" charset="-122"/>
                          <a:cs typeface="IBM Plex Mono" pitchFamily="34" charset="-120"/>
                        </a:rPr>
                        <a:t>0.8 nm</a:t>
                      </a:r>
                      <a:endParaRPr lang="en-US" sz="975" dirty="0">
                        <a:latin typeface="IBM Plex Mono" charset="0"/>
                        <a:ea typeface="IBM Plex Mono" charset="0"/>
                        <a:cs typeface="IBM Plex Mono" charset="0"/>
                      </a:endParaRPr>
                    </a:p>
                  </a:txBody>
                  <a:tcPr marL="0" marR="0" marT="75895" marB="75895" anchor="ctr">
                    <a:lnL w="0" cap="flat" cmpd="sng" algn="ctr">
                      <a:solidFill>
                        <a:srgbClr val="BFB38D"/>
                      </a:solidFill>
                      <a:prstDash val="solid"/>
                      <a:round/>
                      <a:headEnd type="none" w="med" len="med"/>
                      <a:tailEnd type="none" w="med" len="med"/>
                    </a:lnL>
                    <a:lnR w="0" cap="flat" cmpd="sng" algn="ctr">
                      <a:solidFill>
                        <a:srgbClr val="BFB38D"/>
                      </a:solidFill>
                      <a:prstDash val="solid"/>
                      <a:round/>
                      <a:headEnd type="none" w="med" len="med"/>
                      <a:tailEnd type="none" w="med" len="med"/>
                    </a:lnR>
                    <a:lnT w="9525" cap="flat" cmpd="sng" algn="ctr">
                      <a:solidFill>
                        <a:srgbClr val="BFB38D"/>
                      </a:solidFill>
                      <a:prstDash val="solid"/>
                      <a:round/>
                      <a:headEnd type="none" w="med" len="med"/>
                      <a:tailEnd type="none" w="med" len="med"/>
                    </a:lnT>
                    <a:lnB w="0" cap="flat" cmpd="sng" algn="ctr">
                      <a:solidFill>
                        <a:srgbClr val="BFB38D"/>
                      </a:solidFill>
                      <a:prstDash val="solid"/>
                      <a:round/>
                      <a:headEnd type="none" w="med" len="med"/>
                      <a:tailEnd type="none" w="med" len="med"/>
                    </a:lnB>
                    <a:solidFill>
                      <a:srgbClr val="E8DEC4">
                        <a:alpha val="40000"/>
                      </a:srgbClr>
                    </a:solidFill>
                  </a:tcPr>
                </a:tc>
                <a:tc>
                  <a:txBody>
                    <a:bodyPr/>
                    <a:lstStyle/>
                    <a:p>
                      <a:pPr algn="r" indent="0" marL="0">
                        <a:buNone/>
                      </a:pPr>
                      <a:r>
                        <a:rPr lang="en-US" sz="975" dirty="0">
                          <a:solidFill>
                            <a:srgbClr val="1C1D24"/>
                          </a:solidFill>
                          <a:latin typeface="IBM Plex Mono" pitchFamily="34" charset="0"/>
                          <a:ea typeface="IBM Plex Mono" pitchFamily="34" charset="-122"/>
                          <a:cs typeface="IBM Plex Mono" pitchFamily="34" charset="-120"/>
                        </a:rPr>
                        <a:t>0.8 nm</a:t>
                      </a:r>
                      <a:endParaRPr lang="en-US" sz="975" dirty="0">
                        <a:latin typeface="IBM Plex Mono" charset="0"/>
                        <a:ea typeface="IBM Plex Mono" charset="0"/>
                        <a:cs typeface="IBM Plex Mono" charset="0"/>
                      </a:endParaRPr>
                    </a:p>
                  </a:txBody>
                  <a:tcPr marL="0" marR="0" marT="75895" marB="75895" anchor="ctr">
                    <a:lnL w="0" cap="flat" cmpd="sng" algn="ctr">
                      <a:solidFill>
                        <a:srgbClr val="BFB38D"/>
                      </a:solidFill>
                      <a:prstDash val="solid"/>
                      <a:round/>
                      <a:headEnd type="none" w="med" len="med"/>
                      <a:tailEnd type="none" w="med" len="med"/>
                    </a:lnL>
                    <a:lnR w="0" cap="flat" cmpd="sng" algn="ctr">
                      <a:solidFill>
                        <a:srgbClr val="BFB38D"/>
                      </a:solidFill>
                      <a:prstDash val="solid"/>
                      <a:round/>
                      <a:headEnd type="none" w="med" len="med"/>
                      <a:tailEnd type="none" w="med" len="med"/>
                    </a:lnR>
                    <a:lnT w="9525" cap="flat" cmpd="sng" algn="ctr">
                      <a:solidFill>
                        <a:srgbClr val="BFB38D"/>
                      </a:solidFill>
                      <a:prstDash val="solid"/>
                      <a:round/>
                      <a:headEnd type="none" w="med" len="med"/>
                      <a:tailEnd type="none" w="med" len="med"/>
                    </a:lnT>
                    <a:lnB w="0" cap="flat" cmpd="sng" algn="ctr">
                      <a:solidFill>
                        <a:srgbClr val="BFB38D"/>
                      </a:solidFill>
                      <a:prstDash val="solid"/>
                      <a:round/>
                      <a:headEnd type="none" w="med" len="med"/>
                      <a:tailEnd type="none" w="med" len="med"/>
                    </a:lnB>
                    <a:solidFill>
                      <a:srgbClr val="E8DEC4">
                        <a:alpha val="40000"/>
                      </a:srgbClr>
                    </a:solidFill>
                  </a:tcPr>
                </a:tc>
                <a:tc>
                  <a:txBody>
                    <a:bodyPr/>
                    <a:lstStyle/>
                    <a:p>
                      <a:pPr algn="r" indent="0" marL="0">
                        <a:buNone/>
                      </a:pPr>
                      <a:r>
                        <a:rPr lang="en-US" sz="975" dirty="0">
                          <a:solidFill>
                            <a:srgbClr val="665B46"/>
                          </a:solidFill>
                          <a:latin typeface="IBM Plex Mono" pitchFamily="34" charset="0"/>
                          <a:ea typeface="IBM Plex Mono" pitchFamily="34" charset="-122"/>
                          <a:cs typeface="IBM Plex Mono" pitchFamily="34" charset="-120"/>
                        </a:rPr>
                        <a:t>0</a:t>
                      </a:r>
                      <a:endParaRPr lang="en-US" sz="975" dirty="0">
                        <a:latin typeface="IBM Plex Mono" charset="0"/>
                        <a:ea typeface="IBM Plex Mono" charset="0"/>
                        <a:cs typeface="IBM Plex Mono" charset="0"/>
                      </a:endParaRPr>
                    </a:p>
                  </a:txBody>
                  <a:tcPr marL="0" marR="0" marT="75895" marB="75895" anchor="ctr">
                    <a:lnL w="0" cap="flat" cmpd="sng" algn="ctr">
                      <a:solidFill>
                        <a:srgbClr val="BFB38D"/>
                      </a:solidFill>
                      <a:prstDash val="solid"/>
                      <a:round/>
                      <a:headEnd type="none" w="med" len="med"/>
                      <a:tailEnd type="none" w="med" len="med"/>
                    </a:lnL>
                    <a:lnR w="0" cap="flat" cmpd="sng" algn="ctr">
                      <a:solidFill>
                        <a:srgbClr val="BFB38D"/>
                      </a:solidFill>
                      <a:prstDash val="solid"/>
                      <a:round/>
                      <a:headEnd type="none" w="med" len="med"/>
                      <a:tailEnd type="none" w="med" len="med"/>
                    </a:lnR>
                    <a:lnT w="9525" cap="flat" cmpd="sng" algn="ctr">
                      <a:solidFill>
                        <a:srgbClr val="BFB38D"/>
                      </a:solidFill>
                      <a:prstDash val="solid"/>
                      <a:round/>
                      <a:headEnd type="none" w="med" len="med"/>
                      <a:tailEnd type="none" w="med" len="med"/>
                    </a:lnT>
                    <a:lnB w="0" cap="flat" cmpd="sng" algn="ctr">
                      <a:solidFill>
                        <a:srgbClr val="BFB38D"/>
                      </a:solidFill>
                      <a:prstDash val="solid"/>
                      <a:round/>
                      <a:headEnd type="none" w="med" len="med"/>
                      <a:tailEnd type="none" w="med" len="med"/>
                    </a:lnB>
                    <a:solidFill>
                      <a:srgbClr val="E8DEC4">
                        <a:alpha val="40000"/>
                      </a:srgbClr>
                    </a:solidFill>
                  </a:tcPr>
                </a:tc>
                <a:tc>
                  <a:txBody>
                    <a:bodyPr/>
                    <a:lstStyle/>
                    <a:p>
                      <a:pPr algn="r" indent="0" marL="0">
                        <a:buNone/>
                      </a:pPr>
                      <a:r>
                        <a:rPr lang="en-US" sz="975" b="1" dirty="0">
                          <a:solidFill>
                            <a:srgbClr val="3D7251"/>
                          </a:solidFill>
                          <a:latin typeface="IBM Plex Mono" pitchFamily="34" charset="0"/>
                          <a:ea typeface="IBM Plex Mono" pitchFamily="34" charset="-122"/>
                          <a:cs typeface="IBM Plex Mono" pitchFamily="34" charset="-120"/>
                        </a:rPr>
                        <a:t>OK</a:t>
                      </a:r>
                      <a:endParaRPr lang="en-US" sz="975" dirty="0">
                        <a:latin typeface="IBM Plex Mono" charset="0"/>
                        <a:ea typeface="IBM Plex Mono" charset="0"/>
                        <a:cs typeface="IBM Plex Mono" charset="0"/>
                      </a:endParaRPr>
                    </a:p>
                  </a:txBody>
                  <a:tcPr marL="75895" marR="75895" marT="75895" marB="75895" anchor="ctr">
                    <a:lnL w="0" cap="flat" cmpd="sng" algn="ctr">
                      <a:solidFill>
                        <a:srgbClr val="BFB38D"/>
                      </a:solidFill>
                      <a:prstDash val="solid"/>
                      <a:round/>
                      <a:headEnd type="none" w="med" len="med"/>
                      <a:tailEnd type="none" w="med" len="med"/>
                    </a:lnL>
                    <a:lnR w="0" cap="flat" cmpd="sng" algn="ctr">
                      <a:solidFill>
                        <a:srgbClr val="BFB38D"/>
                      </a:solidFill>
                      <a:prstDash val="solid"/>
                      <a:round/>
                      <a:headEnd type="none" w="med" len="med"/>
                      <a:tailEnd type="none" w="med" len="med"/>
                    </a:lnR>
                    <a:lnT w="9525" cap="flat" cmpd="sng" algn="ctr">
                      <a:solidFill>
                        <a:srgbClr val="BFB38D"/>
                      </a:solidFill>
                      <a:prstDash val="solid"/>
                      <a:round/>
                      <a:headEnd type="none" w="med" len="med"/>
                      <a:tailEnd type="none" w="med" len="med"/>
                    </a:lnT>
                    <a:lnB w="0" cap="flat" cmpd="sng" algn="ctr">
                      <a:solidFill>
                        <a:srgbClr val="BFB38D"/>
                      </a:solidFill>
                      <a:prstDash val="solid"/>
                      <a:round/>
                      <a:headEnd type="none" w="med" len="med"/>
                      <a:tailEnd type="none" w="med" len="med"/>
                    </a:lnB>
                    <a:solidFill>
                      <a:srgbClr val="E8DEC4">
                        <a:alpha val="40000"/>
                      </a:srgbClr>
                    </a:solidFill>
                  </a:tcPr>
                </a:tc>
              </a:tr>
              <a:tr h="319779">
                <a:tc>
                  <a:txBody>
                    <a:bodyPr/>
                    <a:lstStyle/>
                    <a:p>
                      <a:pPr indent="0" marL="0">
                        <a:buNone/>
                      </a:pPr>
                      <a:r>
                        <a:rPr lang="en-US" sz="975" dirty="0">
                          <a:solidFill>
                            <a:srgbClr val="1C1D24"/>
                          </a:solidFill>
                          <a:latin typeface="IBM Plex Mono" pitchFamily="34" charset="0"/>
                          <a:ea typeface="IBM Plex Mono" pitchFamily="34" charset="-122"/>
                          <a:cs typeface="IBM Plex Mono" pitchFamily="34" charset="-120"/>
                        </a:rPr>
                        <a:t>TaN</a:t>
                      </a:r>
                      <a:endParaRPr lang="en-US" sz="975" dirty="0">
                        <a:latin typeface="IBM Plex Mono" charset="0"/>
                        <a:ea typeface="IBM Plex Mono" charset="0"/>
                        <a:cs typeface="IBM Plex Mono" charset="0"/>
                      </a:endParaRPr>
                    </a:p>
                  </a:txBody>
                  <a:tcPr marL="0" marR="0" marT="75895" marB="75895" anchor="ctr">
                    <a:lnL w="0" cap="flat" cmpd="sng" algn="ctr">
                      <a:solidFill>
                        <a:srgbClr val="BFB38D"/>
                      </a:solidFill>
                      <a:prstDash val="solid"/>
                      <a:round/>
                      <a:headEnd type="none" w="med" len="med"/>
                      <a:tailEnd type="none" w="med" len="med"/>
                    </a:lnL>
                    <a:lnR w="0" cap="flat" cmpd="sng" algn="ctr">
                      <a:solidFill>
                        <a:srgbClr val="BFB38D"/>
                      </a:solidFill>
                      <a:prstDash val="solid"/>
                      <a:round/>
                      <a:headEnd type="none" w="med" len="med"/>
                      <a:tailEnd type="none" w="med" len="med"/>
                    </a:lnR>
                    <a:lnT w="9525" cap="flat" cmpd="sng" algn="ctr">
                      <a:solidFill>
                        <a:srgbClr val="BFB38D"/>
                      </a:solidFill>
                      <a:prstDash val="solid"/>
                      <a:round/>
                      <a:headEnd type="none" w="med" len="med"/>
                      <a:tailEnd type="none" w="med" len="med"/>
                    </a:lnT>
                    <a:lnB w="0" cap="flat" cmpd="sng" algn="ctr">
                      <a:solidFill>
                        <a:srgbClr val="BFB38D"/>
                      </a:solidFill>
                      <a:prstDash val="solid"/>
                      <a:round/>
                      <a:headEnd type="none" w="med" len="med"/>
                      <a:tailEnd type="none" w="med" len="med"/>
                    </a:lnB>
                  </a:tcPr>
                </a:tc>
                <a:tc>
                  <a:txBody>
                    <a:bodyPr/>
                    <a:lstStyle/>
                    <a:p>
                      <a:pPr algn="r" indent="0" marL="0">
                        <a:buNone/>
                      </a:pPr>
                      <a:r>
                        <a:rPr lang="en-US" sz="975" dirty="0">
                          <a:solidFill>
                            <a:srgbClr val="1C1D24"/>
                          </a:solidFill>
                          <a:latin typeface="IBM Plex Mono" pitchFamily="34" charset="0"/>
                          <a:ea typeface="IBM Plex Mono" pitchFamily="34" charset="-122"/>
                          <a:cs typeface="IBM Plex Mono" pitchFamily="34" charset="-120"/>
                        </a:rPr>
                        <a:t>1.6 nm</a:t>
                      </a:r>
                      <a:endParaRPr lang="en-US" sz="975" dirty="0">
                        <a:latin typeface="IBM Plex Mono" charset="0"/>
                        <a:ea typeface="IBM Plex Mono" charset="0"/>
                        <a:cs typeface="IBM Plex Mono" charset="0"/>
                      </a:endParaRPr>
                    </a:p>
                  </a:txBody>
                  <a:tcPr marL="0" marR="0" marT="75895" marB="75895" anchor="ctr">
                    <a:lnL w="0" cap="flat" cmpd="sng" algn="ctr">
                      <a:solidFill>
                        <a:srgbClr val="BFB38D"/>
                      </a:solidFill>
                      <a:prstDash val="solid"/>
                      <a:round/>
                      <a:headEnd type="none" w="med" len="med"/>
                      <a:tailEnd type="none" w="med" len="med"/>
                    </a:lnL>
                    <a:lnR w="0" cap="flat" cmpd="sng" algn="ctr">
                      <a:solidFill>
                        <a:srgbClr val="BFB38D"/>
                      </a:solidFill>
                      <a:prstDash val="solid"/>
                      <a:round/>
                      <a:headEnd type="none" w="med" len="med"/>
                      <a:tailEnd type="none" w="med" len="med"/>
                    </a:lnR>
                    <a:lnT w="9525" cap="flat" cmpd="sng" algn="ctr">
                      <a:solidFill>
                        <a:srgbClr val="BFB38D"/>
                      </a:solidFill>
                      <a:prstDash val="solid"/>
                      <a:round/>
                      <a:headEnd type="none" w="med" len="med"/>
                      <a:tailEnd type="none" w="med" len="med"/>
                    </a:lnT>
                    <a:lnB w="0" cap="flat" cmpd="sng" algn="ctr">
                      <a:solidFill>
                        <a:srgbClr val="BFB38D"/>
                      </a:solidFill>
                      <a:prstDash val="solid"/>
                      <a:round/>
                      <a:headEnd type="none" w="med" len="med"/>
                      <a:tailEnd type="none" w="med" len="med"/>
                    </a:lnB>
                  </a:tcPr>
                </a:tc>
                <a:tc>
                  <a:txBody>
                    <a:bodyPr/>
                    <a:lstStyle/>
                    <a:p>
                      <a:pPr algn="r" indent="0" marL="0">
                        <a:buNone/>
                      </a:pPr>
                      <a:r>
                        <a:rPr lang="en-US" sz="975" dirty="0">
                          <a:solidFill>
                            <a:srgbClr val="1C1D24"/>
                          </a:solidFill>
                          <a:latin typeface="IBM Plex Mono" pitchFamily="34" charset="0"/>
                          <a:ea typeface="IBM Plex Mono" pitchFamily="34" charset="-122"/>
                          <a:cs typeface="IBM Plex Mono" pitchFamily="34" charset="-120"/>
                        </a:rPr>
                        <a:t>1.6 nm</a:t>
                      </a:r>
                      <a:endParaRPr lang="en-US" sz="975" dirty="0">
                        <a:latin typeface="IBM Plex Mono" charset="0"/>
                        <a:ea typeface="IBM Plex Mono" charset="0"/>
                        <a:cs typeface="IBM Plex Mono" charset="0"/>
                      </a:endParaRPr>
                    </a:p>
                  </a:txBody>
                  <a:tcPr marL="0" marR="0" marT="75895" marB="75895" anchor="ctr">
                    <a:lnL w="0" cap="flat" cmpd="sng" algn="ctr">
                      <a:solidFill>
                        <a:srgbClr val="BFB38D"/>
                      </a:solidFill>
                      <a:prstDash val="solid"/>
                      <a:round/>
                      <a:headEnd type="none" w="med" len="med"/>
                      <a:tailEnd type="none" w="med" len="med"/>
                    </a:lnL>
                    <a:lnR w="0" cap="flat" cmpd="sng" algn="ctr">
                      <a:solidFill>
                        <a:srgbClr val="BFB38D"/>
                      </a:solidFill>
                      <a:prstDash val="solid"/>
                      <a:round/>
                      <a:headEnd type="none" w="med" len="med"/>
                      <a:tailEnd type="none" w="med" len="med"/>
                    </a:lnR>
                    <a:lnT w="9525" cap="flat" cmpd="sng" algn="ctr">
                      <a:solidFill>
                        <a:srgbClr val="BFB38D"/>
                      </a:solidFill>
                      <a:prstDash val="solid"/>
                      <a:round/>
                      <a:headEnd type="none" w="med" len="med"/>
                      <a:tailEnd type="none" w="med" len="med"/>
                    </a:lnT>
                    <a:lnB w="0" cap="flat" cmpd="sng" algn="ctr">
                      <a:solidFill>
                        <a:srgbClr val="BFB38D"/>
                      </a:solidFill>
                      <a:prstDash val="solid"/>
                      <a:round/>
                      <a:headEnd type="none" w="med" len="med"/>
                      <a:tailEnd type="none" w="med" len="med"/>
                    </a:lnB>
                  </a:tcPr>
                </a:tc>
                <a:tc>
                  <a:txBody>
                    <a:bodyPr/>
                    <a:lstStyle/>
                    <a:p>
                      <a:pPr algn="r" indent="0" marL="0">
                        <a:buNone/>
                      </a:pPr>
                      <a:r>
                        <a:rPr lang="en-US" sz="975" dirty="0">
                          <a:solidFill>
                            <a:srgbClr val="665B46"/>
                          </a:solidFill>
                          <a:latin typeface="IBM Plex Mono" pitchFamily="34" charset="0"/>
                          <a:ea typeface="IBM Plex Mono" pitchFamily="34" charset="-122"/>
                          <a:cs typeface="IBM Plex Mono" pitchFamily="34" charset="-120"/>
                        </a:rPr>
                        <a:t>0</a:t>
                      </a:r>
                      <a:endParaRPr lang="en-US" sz="975" dirty="0">
                        <a:latin typeface="IBM Plex Mono" charset="0"/>
                        <a:ea typeface="IBM Plex Mono" charset="0"/>
                        <a:cs typeface="IBM Plex Mono" charset="0"/>
                      </a:endParaRPr>
                    </a:p>
                  </a:txBody>
                  <a:tcPr marL="0" marR="0" marT="75895" marB="75895" anchor="ctr">
                    <a:lnL w="0" cap="flat" cmpd="sng" algn="ctr">
                      <a:solidFill>
                        <a:srgbClr val="BFB38D"/>
                      </a:solidFill>
                      <a:prstDash val="solid"/>
                      <a:round/>
                      <a:headEnd type="none" w="med" len="med"/>
                      <a:tailEnd type="none" w="med" len="med"/>
                    </a:lnL>
                    <a:lnR w="0" cap="flat" cmpd="sng" algn="ctr">
                      <a:solidFill>
                        <a:srgbClr val="BFB38D"/>
                      </a:solidFill>
                      <a:prstDash val="solid"/>
                      <a:round/>
                      <a:headEnd type="none" w="med" len="med"/>
                      <a:tailEnd type="none" w="med" len="med"/>
                    </a:lnR>
                    <a:lnT w="9525" cap="flat" cmpd="sng" algn="ctr">
                      <a:solidFill>
                        <a:srgbClr val="BFB38D"/>
                      </a:solidFill>
                      <a:prstDash val="solid"/>
                      <a:round/>
                      <a:headEnd type="none" w="med" len="med"/>
                      <a:tailEnd type="none" w="med" len="med"/>
                    </a:lnT>
                    <a:lnB w="0" cap="flat" cmpd="sng" algn="ctr">
                      <a:solidFill>
                        <a:srgbClr val="BFB38D"/>
                      </a:solidFill>
                      <a:prstDash val="solid"/>
                      <a:round/>
                      <a:headEnd type="none" w="med" len="med"/>
                      <a:tailEnd type="none" w="med" len="med"/>
                    </a:lnB>
                  </a:tcPr>
                </a:tc>
                <a:tc>
                  <a:txBody>
                    <a:bodyPr/>
                    <a:lstStyle/>
                    <a:p>
                      <a:pPr algn="r" indent="0" marL="0">
                        <a:buNone/>
                      </a:pPr>
                      <a:r>
                        <a:rPr lang="en-US" sz="975" b="1" dirty="0">
                          <a:solidFill>
                            <a:srgbClr val="3D7251"/>
                          </a:solidFill>
                          <a:latin typeface="IBM Plex Mono" pitchFamily="34" charset="0"/>
                          <a:ea typeface="IBM Plex Mono" pitchFamily="34" charset="-122"/>
                          <a:cs typeface="IBM Plex Mono" pitchFamily="34" charset="-120"/>
                        </a:rPr>
                        <a:t>OK</a:t>
                      </a:r>
                      <a:endParaRPr lang="en-US" sz="975" dirty="0">
                        <a:latin typeface="IBM Plex Mono" charset="0"/>
                        <a:ea typeface="IBM Plex Mono" charset="0"/>
                        <a:cs typeface="IBM Plex Mono" charset="0"/>
                      </a:endParaRPr>
                    </a:p>
                  </a:txBody>
                  <a:tcPr marL="75895" marR="75895" marT="75895" marB="75895" anchor="ctr">
                    <a:lnL w="0" cap="flat" cmpd="sng" algn="ctr">
                      <a:solidFill>
                        <a:srgbClr val="BFB38D"/>
                      </a:solidFill>
                      <a:prstDash val="solid"/>
                      <a:round/>
                      <a:headEnd type="none" w="med" len="med"/>
                      <a:tailEnd type="none" w="med" len="med"/>
                    </a:lnL>
                    <a:lnR w="0" cap="flat" cmpd="sng" algn="ctr">
                      <a:solidFill>
                        <a:srgbClr val="BFB38D"/>
                      </a:solidFill>
                      <a:prstDash val="solid"/>
                      <a:round/>
                      <a:headEnd type="none" w="med" len="med"/>
                      <a:tailEnd type="none" w="med" len="med"/>
                    </a:lnR>
                    <a:lnT w="9525" cap="flat" cmpd="sng" algn="ctr">
                      <a:solidFill>
                        <a:srgbClr val="BFB38D"/>
                      </a:solidFill>
                      <a:prstDash val="solid"/>
                      <a:round/>
                      <a:headEnd type="none" w="med" len="med"/>
                      <a:tailEnd type="none" w="med" len="med"/>
                    </a:lnT>
                    <a:lnB w="0" cap="flat" cmpd="sng" algn="ctr">
                      <a:solidFill>
                        <a:srgbClr val="BFB38D"/>
                      </a:solidFill>
                      <a:prstDash val="solid"/>
                      <a:round/>
                      <a:headEnd type="none" w="med" len="med"/>
                      <a:tailEnd type="none" w="med" len="med"/>
                    </a:lnB>
                  </a:tcPr>
                </a:tc>
              </a:tr>
              <a:tr h="319779">
                <a:tc>
                  <a:txBody>
                    <a:bodyPr/>
                    <a:lstStyle/>
                    <a:p>
                      <a:pPr indent="0" marL="0">
                        <a:buNone/>
                      </a:pPr>
                      <a:r>
                        <a:rPr lang="en-US" sz="975" dirty="0">
                          <a:solidFill>
                            <a:srgbClr val="1C1D24"/>
                          </a:solidFill>
                          <a:latin typeface="IBM Plex Mono" pitchFamily="34" charset="0"/>
                          <a:ea typeface="IBM Plex Mono" pitchFamily="34" charset="-122"/>
                          <a:cs typeface="IBM Plex Mono" pitchFamily="34" charset="-120"/>
                        </a:rPr>
                        <a:t>Ta (PVD)</a:t>
                      </a:r>
                      <a:endParaRPr lang="en-US" sz="975" dirty="0">
                        <a:latin typeface="IBM Plex Mono" charset="0"/>
                        <a:ea typeface="IBM Plex Mono" charset="0"/>
                        <a:cs typeface="IBM Plex Mono" charset="0"/>
                      </a:endParaRPr>
                    </a:p>
                  </a:txBody>
                  <a:tcPr marL="0" marR="0" marT="75895" marB="75895" anchor="ctr">
                    <a:lnL w="0" cap="flat" cmpd="sng" algn="ctr">
                      <a:solidFill>
                        <a:srgbClr val="BFB38D"/>
                      </a:solidFill>
                      <a:prstDash val="solid"/>
                      <a:round/>
                      <a:headEnd type="none" w="med" len="med"/>
                      <a:tailEnd type="none" w="med" len="med"/>
                    </a:lnL>
                    <a:lnR w="0" cap="flat" cmpd="sng" algn="ctr">
                      <a:solidFill>
                        <a:srgbClr val="BFB38D"/>
                      </a:solidFill>
                      <a:prstDash val="solid"/>
                      <a:round/>
                      <a:headEnd type="none" w="med" len="med"/>
                      <a:tailEnd type="none" w="med" len="med"/>
                    </a:lnR>
                    <a:lnT w="9525" cap="flat" cmpd="sng" algn="ctr">
                      <a:solidFill>
                        <a:srgbClr val="BFB38D"/>
                      </a:solidFill>
                      <a:prstDash val="solid"/>
                      <a:round/>
                      <a:headEnd type="none" w="med" len="med"/>
                      <a:tailEnd type="none" w="med" len="med"/>
                    </a:lnT>
                    <a:lnB w="0" cap="flat" cmpd="sng" algn="ctr">
                      <a:solidFill>
                        <a:srgbClr val="BFB38D"/>
                      </a:solidFill>
                      <a:prstDash val="solid"/>
                      <a:round/>
                      <a:headEnd type="none" w="med" len="med"/>
                      <a:tailEnd type="none" w="med" len="med"/>
                    </a:lnB>
                    <a:solidFill>
                      <a:srgbClr val="E8DEC4">
                        <a:alpha val="40000"/>
                      </a:srgbClr>
                    </a:solidFill>
                  </a:tcPr>
                </a:tc>
                <a:tc>
                  <a:txBody>
                    <a:bodyPr/>
                    <a:lstStyle/>
                    <a:p>
                      <a:pPr algn="r" indent="0" marL="0">
                        <a:buNone/>
                      </a:pPr>
                      <a:r>
                        <a:rPr lang="en-US" sz="975" dirty="0">
                          <a:solidFill>
                            <a:srgbClr val="1C1D24"/>
                          </a:solidFill>
                          <a:latin typeface="IBM Plex Mono" pitchFamily="34" charset="0"/>
                          <a:ea typeface="IBM Plex Mono" pitchFamily="34" charset="-122"/>
                          <a:cs typeface="IBM Plex Mono" pitchFamily="34" charset="-120"/>
                        </a:rPr>
                        <a:t>2.5 nm</a:t>
                      </a:r>
                      <a:endParaRPr lang="en-US" sz="975" dirty="0">
                        <a:latin typeface="IBM Plex Mono" charset="0"/>
                        <a:ea typeface="IBM Plex Mono" charset="0"/>
                        <a:cs typeface="IBM Plex Mono" charset="0"/>
                      </a:endParaRPr>
                    </a:p>
                  </a:txBody>
                  <a:tcPr marL="0" marR="0" marT="75895" marB="75895" anchor="ctr">
                    <a:lnL w="0" cap="flat" cmpd="sng" algn="ctr">
                      <a:solidFill>
                        <a:srgbClr val="BFB38D"/>
                      </a:solidFill>
                      <a:prstDash val="solid"/>
                      <a:round/>
                      <a:headEnd type="none" w="med" len="med"/>
                      <a:tailEnd type="none" w="med" len="med"/>
                    </a:lnL>
                    <a:lnR w="0" cap="flat" cmpd="sng" algn="ctr">
                      <a:solidFill>
                        <a:srgbClr val="BFB38D"/>
                      </a:solidFill>
                      <a:prstDash val="solid"/>
                      <a:round/>
                      <a:headEnd type="none" w="med" len="med"/>
                      <a:tailEnd type="none" w="med" len="med"/>
                    </a:lnR>
                    <a:lnT w="9525" cap="flat" cmpd="sng" algn="ctr">
                      <a:solidFill>
                        <a:srgbClr val="BFB38D"/>
                      </a:solidFill>
                      <a:prstDash val="solid"/>
                      <a:round/>
                      <a:headEnd type="none" w="med" len="med"/>
                      <a:tailEnd type="none" w="med" len="med"/>
                    </a:lnT>
                    <a:lnB w="0" cap="flat" cmpd="sng" algn="ctr">
                      <a:solidFill>
                        <a:srgbClr val="BFB38D"/>
                      </a:solidFill>
                      <a:prstDash val="solid"/>
                      <a:round/>
                      <a:headEnd type="none" w="med" len="med"/>
                      <a:tailEnd type="none" w="med" len="med"/>
                    </a:lnB>
                    <a:solidFill>
                      <a:srgbClr val="E8DEC4">
                        <a:alpha val="40000"/>
                      </a:srgbClr>
                    </a:solidFill>
                  </a:tcPr>
                </a:tc>
                <a:tc>
                  <a:txBody>
                    <a:bodyPr/>
                    <a:lstStyle/>
                    <a:p>
                      <a:pPr algn="r" indent="0" marL="0">
                        <a:buNone/>
                      </a:pPr>
                      <a:r>
                        <a:rPr lang="en-US" sz="975" dirty="0">
                          <a:solidFill>
                            <a:srgbClr val="1C1D24"/>
                          </a:solidFill>
                          <a:latin typeface="IBM Plex Mono" pitchFamily="34" charset="0"/>
                          <a:ea typeface="IBM Plex Mono" pitchFamily="34" charset="-122"/>
                          <a:cs typeface="IBM Plex Mono" pitchFamily="34" charset="-120"/>
                        </a:rPr>
                        <a:t>2.4 nm</a:t>
                      </a:r>
                      <a:endParaRPr lang="en-US" sz="975" dirty="0">
                        <a:latin typeface="IBM Plex Mono" charset="0"/>
                        <a:ea typeface="IBM Plex Mono" charset="0"/>
                        <a:cs typeface="IBM Plex Mono" charset="0"/>
                      </a:endParaRPr>
                    </a:p>
                  </a:txBody>
                  <a:tcPr marL="0" marR="0" marT="75895" marB="75895" anchor="ctr">
                    <a:lnL w="0" cap="flat" cmpd="sng" algn="ctr">
                      <a:solidFill>
                        <a:srgbClr val="BFB38D"/>
                      </a:solidFill>
                      <a:prstDash val="solid"/>
                      <a:round/>
                      <a:headEnd type="none" w="med" len="med"/>
                      <a:tailEnd type="none" w="med" len="med"/>
                    </a:lnL>
                    <a:lnR w="0" cap="flat" cmpd="sng" algn="ctr">
                      <a:solidFill>
                        <a:srgbClr val="BFB38D"/>
                      </a:solidFill>
                      <a:prstDash val="solid"/>
                      <a:round/>
                      <a:headEnd type="none" w="med" len="med"/>
                      <a:tailEnd type="none" w="med" len="med"/>
                    </a:lnR>
                    <a:lnT w="9525" cap="flat" cmpd="sng" algn="ctr">
                      <a:solidFill>
                        <a:srgbClr val="BFB38D"/>
                      </a:solidFill>
                      <a:prstDash val="solid"/>
                      <a:round/>
                      <a:headEnd type="none" w="med" len="med"/>
                      <a:tailEnd type="none" w="med" len="med"/>
                    </a:lnT>
                    <a:lnB w="0" cap="flat" cmpd="sng" algn="ctr">
                      <a:solidFill>
                        <a:srgbClr val="BFB38D"/>
                      </a:solidFill>
                      <a:prstDash val="solid"/>
                      <a:round/>
                      <a:headEnd type="none" w="med" len="med"/>
                      <a:tailEnd type="none" w="med" len="med"/>
                    </a:lnB>
                    <a:solidFill>
                      <a:srgbClr val="E8DEC4">
                        <a:alpha val="40000"/>
                      </a:srgbClr>
                    </a:solidFill>
                  </a:tcPr>
                </a:tc>
                <a:tc>
                  <a:txBody>
                    <a:bodyPr/>
                    <a:lstStyle/>
                    <a:p>
                      <a:pPr algn="r" indent="0" marL="0">
                        <a:buNone/>
                      </a:pPr>
                      <a:r>
                        <a:rPr lang="en-US" sz="975" dirty="0">
                          <a:solidFill>
                            <a:srgbClr val="665B46"/>
                          </a:solidFill>
                          <a:latin typeface="IBM Plex Mono" pitchFamily="34" charset="0"/>
                          <a:ea typeface="IBM Plex Mono" pitchFamily="34" charset="-122"/>
                          <a:cs typeface="IBM Plex Mono" pitchFamily="34" charset="-120"/>
                        </a:rPr>
                        <a:t>−0.1 nm</a:t>
                      </a:r>
                      <a:endParaRPr lang="en-US" sz="975" dirty="0">
                        <a:latin typeface="IBM Plex Mono" charset="0"/>
                        <a:ea typeface="IBM Plex Mono" charset="0"/>
                        <a:cs typeface="IBM Plex Mono" charset="0"/>
                      </a:endParaRPr>
                    </a:p>
                  </a:txBody>
                  <a:tcPr marL="0" marR="0" marT="75895" marB="75895" anchor="ctr">
                    <a:lnL w="0" cap="flat" cmpd="sng" algn="ctr">
                      <a:solidFill>
                        <a:srgbClr val="BFB38D"/>
                      </a:solidFill>
                      <a:prstDash val="solid"/>
                      <a:round/>
                      <a:headEnd type="none" w="med" len="med"/>
                      <a:tailEnd type="none" w="med" len="med"/>
                    </a:lnL>
                    <a:lnR w="0" cap="flat" cmpd="sng" algn="ctr">
                      <a:solidFill>
                        <a:srgbClr val="BFB38D"/>
                      </a:solidFill>
                      <a:prstDash val="solid"/>
                      <a:round/>
                      <a:headEnd type="none" w="med" len="med"/>
                      <a:tailEnd type="none" w="med" len="med"/>
                    </a:lnR>
                    <a:lnT w="9525" cap="flat" cmpd="sng" algn="ctr">
                      <a:solidFill>
                        <a:srgbClr val="BFB38D"/>
                      </a:solidFill>
                      <a:prstDash val="solid"/>
                      <a:round/>
                      <a:headEnd type="none" w="med" len="med"/>
                      <a:tailEnd type="none" w="med" len="med"/>
                    </a:lnT>
                    <a:lnB w="0" cap="flat" cmpd="sng" algn="ctr">
                      <a:solidFill>
                        <a:srgbClr val="BFB38D"/>
                      </a:solidFill>
                      <a:prstDash val="solid"/>
                      <a:round/>
                      <a:headEnd type="none" w="med" len="med"/>
                      <a:tailEnd type="none" w="med" len="med"/>
                    </a:lnB>
                    <a:solidFill>
                      <a:srgbClr val="E8DEC4">
                        <a:alpha val="40000"/>
                      </a:srgbClr>
                    </a:solidFill>
                  </a:tcPr>
                </a:tc>
                <a:tc>
                  <a:txBody>
                    <a:bodyPr/>
                    <a:lstStyle/>
                    <a:p>
                      <a:pPr algn="r" indent="0" marL="0">
                        <a:buNone/>
                      </a:pPr>
                      <a:r>
                        <a:rPr lang="en-US" sz="975" b="1" dirty="0">
                          <a:solidFill>
                            <a:srgbClr val="3D7251"/>
                          </a:solidFill>
                          <a:latin typeface="IBM Plex Mono" pitchFamily="34" charset="0"/>
                          <a:ea typeface="IBM Plex Mono" pitchFamily="34" charset="-122"/>
                          <a:cs typeface="IBM Plex Mono" pitchFamily="34" charset="-120"/>
                        </a:rPr>
                        <a:t>OK</a:t>
                      </a:r>
                      <a:endParaRPr lang="en-US" sz="975" dirty="0">
                        <a:latin typeface="IBM Plex Mono" charset="0"/>
                        <a:ea typeface="IBM Plex Mono" charset="0"/>
                        <a:cs typeface="IBM Plex Mono" charset="0"/>
                      </a:endParaRPr>
                    </a:p>
                  </a:txBody>
                  <a:tcPr marL="75895" marR="75895" marT="75895" marB="75895" anchor="ctr">
                    <a:lnL w="0" cap="flat" cmpd="sng" algn="ctr">
                      <a:solidFill>
                        <a:srgbClr val="BFB38D"/>
                      </a:solidFill>
                      <a:prstDash val="solid"/>
                      <a:round/>
                      <a:headEnd type="none" w="med" len="med"/>
                      <a:tailEnd type="none" w="med" len="med"/>
                    </a:lnL>
                    <a:lnR w="0" cap="flat" cmpd="sng" algn="ctr">
                      <a:solidFill>
                        <a:srgbClr val="BFB38D"/>
                      </a:solidFill>
                      <a:prstDash val="solid"/>
                      <a:round/>
                      <a:headEnd type="none" w="med" len="med"/>
                      <a:tailEnd type="none" w="med" len="med"/>
                    </a:lnR>
                    <a:lnT w="9525" cap="flat" cmpd="sng" algn="ctr">
                      <a:solidFill>
                        <a:srgbClr val="BFB38D"/>
                      </a:solidFill>
                      <a:prstDash val="solid"/>
                      <a:round/>
                      <a:headEnd type="none" w="med" len="med"/>
                      <a:tailEnd type="none" w="med" len="med"/>
                    </a:lnT>
                    <a:lnB w="0" cap="flat" cmpd="sng" algn="ctr">
                      <a:solidFill>
                        <a:srgbClr val="BFB38D"/>
                      </a:solidFill>
                      <a:prstDash val="solid"/>
                      <a:round/>
                      <a:headEnd type="none" w="med" len="med"/>
                      <a:tailEnd type="none" w="med" len="med"/>
                    </a:lnB>
                    <a:solidFill>
                      <a:srgbClr val="E8DEC4">
                        <a:alpha val="40000"/>
                      </a:srgbClr>
                    </a:solidFill>
                  </a:tcPr>
                </a:tc>
              </a:tr>
              <a:tr h="319779">
                <a:tc>
                  <a:txBody>
                    <a:bodyPr/>
                    <a:lstStyle/>
                    <a:p>
                      <a:pPr indent="0" marL="0">
                        <a:buNone/>
                      </a:pPr>
                      <a:r>
                        <a:rPr lang="en-US" sz="975" dirty="0">
                          <a:solidFill>
                            <a:srgbClr val="1C1D24"/>
                          </a:solidFill>
                          <a:latin typeface="IBM Plex Mono" pitchFamily="34" charset="0"/>
                          <a:ea typeface="IBM Plex Mono" pitchFamily="34" charset="-122"/>
                          <a:cs typeface="IBM Plex Mono" pitchFamily="34" charset="-120"/>
                        </a:rPr>
                        <a:t>Cu bulk grain</a:t>
                      </a:r>
                      <a:endParaRPr lang="en-US" sz="975" dirty="0">
                        <a:latin typeface="IBM Plex Mono" charset="0"/>
                        <a:ea typeface="IBM Plex Mono" charset="0"/>
                        <a:cs typeface="IBM Plex Mono" charset="0"/>
                      </a:endParaRPr>
                    </a:p>
                  </a:txBody>
                  <a:tcPr marL="0" marR="0" marT="75895" marB="75895" anchor="ctr">
                    <a:lnL w="0" cap="flat" cmpd="sng" algn="ctr">
                      <a:solidFill>
                        <a:srgbClr val="BFB38D"/>
                      </a:solidFill>
                      <a:prstDash val="solid"/>
                      <a:round/>
                      <a:headEnd type="none" w="med" len="med"/>
                      <a:tailEnd type="none" w="med" len="med"/>
                    </a:lnL>
                    <a:lnR w="0" cap="flat" cmpd="sng" algn="ctr">
                      <a:solidFill>
                        <a:srgbClr val="BFB38D"/>
                      </a:solidFill>
                      <a:prstDash val="solid"/>
                      <a:round/>
                      <a:headEnd type="none" w="med" len="med"/>
                      <a:tailEnd type="none" w="med" len="med"/>
                    </a:lnR>
                    <a:lnT w="9525" cap="flat" cmpd="sng" algn="ctr">
                      <a:solidFill>
                        <a:srgbClr val="BFB38D"/>
                      </a:solidFill>
                      <a:prstDash val="solid"/>
                      <a:round/>
                      <a:headEnd type="none" w="med" len="med"/>
                      <a:tailEnd type="none" w="med" len="med"/>
                    </a:lnT>
                    <a:lnB w="0" cap="flat" cmpd="sng" algn="ctr">
                      <a:solidFill>
                        <a:srgbClr val="BFB38D"/>
                      </a:solidFill>
                      <a:prstDash val="solid"/>
                      <a:round/>
                      <a:headEnd type="none" w="med" len="med"/>
                      <a:tailEnd type="none" w="med" len="med"/>
                    </a:lnB>
                  </a:tcPr>
                </a:tc>
                <a:tc>
                  <a:txBody>
                    <a:bodyPr/>
                    <a:lstStyle/>
                    <a:p>
                      <a:pPr algn="r" indent="0" marL="0">
                        <a:buNone/>
                      </a:pPr>
                      <a:r>
                        <a:rPr lang="en-US" sz="975" dirty="0">
                          <a:solidFill>
                            <a:srgbClr val="1C1D24"/>
                          </a:solidFill>
                          <a:latin typeface="IBM Plex Mono" pitchFamily="34" charset="0"/>
                          <a:ea typeface="IBM Plex Mono" pitchFamily="34" charset="-122"/>
                          <a:cs typeface="IBM Plex Mono" pitchFamily="34" charset="-120"/>
                        </a:rPr>
                        <a:t>~38 nm</a:t>
                      </a:r>
                      <a:endParaRPr lang="en-US" sz="975" dirty="0">
                        <a:latin typeface="IBM Plex Mono" charset="0"/>
                        <a:ea typeface="IBM Plex Mono" charset="0"/>
                        <a:cs typeface="IBM Plex Mono" charset="0"/>
                      </a:endParaRPr>
                    </a:p>
                  </a:txBody>
                  <a:tcPr marL="0" marR="0" marT="75895" marB="75895" anchor="ctr">
                    <a:lnL w="0" cap="flat" cmpd="sng" algn="ctr">
                      <a:solidFill>
                        <a:srgbClr val="BFB38D"/>
                      </a:solidFill>
                      <a:prstDash val="solid"/>
                      <a:round/>
                      <a:headEnd type="none" w="med" len="med"/>
                      <a:tailEnd type="none" w="med" len="med"/>
                    </a:lnL>
                    <a:lnR w="0" cap="flat" cmpd="sng" algn="ctr">
                      <a:solidFill>
                        <a:srgbClr val="BFB38D"/>
                      </a:solidFill>
                      <a:prstDash val="solid"/>
                      <a:round/>
                      <a:headEnd type="none" w="med" len="med"/>
                      <a:tailEnd type="none" w="med" len="med"/>
                    </a:lnR>
                    <a:lnT w="9525" cap="flat" cmpd="sng" algn="ctr">
                      <a:solidFill>
                        <a:srgbClr val="BFB38D"/>
                      </a:solidFill>
                      <a:prstDash val="solid"/>
                      <a:round/>
                      <a:headEnd type="none" w="med" len="med"/>
                      <a:tailEnd type="none" w="med" len="med"/>
                    </a:lnT>
                    <a:lnB w="0" cap="flat" cmpd="sng" algn="ctr">
                      <a:solidFill>
                        <a:srgbClr val="BFB38D"/>
                      </a:solidFill>
                      <a:prstDash val="solid"/>
                      <a:round/>
                      <a:headEnd type="none" w="med" len="med"/>
                      <a:tailEnd type="none" w="med" len="med"/>
                    </a:lnB>
                  </a:tcPr>
                </a:tc>
                <a:tc>
                  <a:txBody>
                    <a:bodyPr/>
                    <a:lstStyle/>
                    <a:p>
                      <a:pPr algn="r" indent="0" marL="0">
                        <a:buNone/>
                      </a:pPr>
                      <a:r>
                        <a:rPr lang="en-US" sz="975" dirty="0">
                          <a:solidFill>
                            <a:srgbClr val="1C1D24"/>
                          </a:solidFill>
                          <a:latin typeface="IBM Plex Mono" pitchFamily="34" charset="0"/>
                          <a:ea typeface="IBM Plex Mono" pitchFamily="34" charset="-122"/>
                          <a:cs typeface="IBM Plex Mono" pitchFamily="34" charset="-120"/>
                        </a:rPr>
                        <a:t>~52 nm</a:t>
                      </a:r>
                      <a:endParaRPr lang="en-US" sz="975" dirty="0">
                        <a:latin typeface="IBM Plex Mono" charset="0"/>
                        <a:ea typeface="IBM Plex Mono" charset="0"/>
                        <a:cs typeface="IBM Plex Mono" charset="0"/>
                      </a:endParaRPr>
                    </a:p>
                  </a:txBody>
                  <a:tcPr marL="0" marR="0" marT="75895" marB="75895" anchor="ctr">
                    <a:lnL w="0" cap="flat" cmpd="sng" algn="ctr">
                      <a:solidFill>
                        <a:srgbClr val="BFB38D"/>
                      </a:solidFill>
                      <a:prstDash val="solid"/>
                      <a:round/>
                      <a:headEnd type="none" w="med" len="med"/>
                      <a:tailEnd type="none" w="med" len="med"/>
                    </a:lnL>
                    <a:lnR w="0" cap="flat" cmpd="sng" algn="ctr">
                      <a:solidFill>
                        <a:srgbClr val="BFB38D"/>
                      </a:solidFill>
                      <a:prstDash val="solid"/>
                      <a:round/>
                      <a:headEnd type="none" w="med" len="med"/>
                      <a:tailEnd type="none" w="med" len="med"/>
                    </a:lnR>
                    <a:lnT w="9525" cap="flat" cmpd="sng" algn="ctr">
                      <a:solidFill>
                        <a:srgbClr val="BFB38D"/>
                      </a:solidFill>
                      <a:prstDash val="solid"/>
                      <a:round/>
                      <a:headEnd type="none" w="med" len="med"/>
                      <a:tailEnd type="none" w="med" len="med"/>
                    </a:lnT>
                    <a:lnB w="0" cap="flat" cmpd="sng" algn="ctr">
                      <a:solidFill>
                        <a:srgbClr val="BFB38D"/>
                      </a:solidFill>
                      <a:prstDash val="solid"/>
                      <a:round/>
                      <a:headEnd type="none" w="med" len="med"/>
                      <a:tailEnd type="none" w="med" len="med"/>
                    </a:lnB>
                  </a:tcPr>
                </a:tc>
                <a:tc>
                  <a:txBody>
                    <a:bodyPr/>
                    <a:lstStyle/>
                    <a:p>
                      <a:pPr algn="r" indent="0" marL="0">
                        <a:buNone/>
                      </a:pPr>
                      <a:r>
                        <a:rPr lang="en-US" sz="975" dirty="0">
                          <a:solidFill>
                            <a:srgbClr val="C25028"/>
                          </a:solidFill>
                          <a:latin typeface="IBM Plex Mono" pitchFamily="34" charset="0"/>
                          <a:ea typeface="IBM Plex Mono" pitchFamily="34" charset="-122"/>
                          <a:cs typeface="IBM Plex Mono" pitchFamily="34" charset="-120"/>
                        </a:rPr>
                        <a:t>+14 nm</a:t>
                      </a:r>
                      <a:endParaRPr lang="en-US" sz="975" dirty="0">
                        <a:latin typeface="IBM Plex Mono" charset="0"/>
                        <a:ea typeface="IBM Plex Mono" charset="0"/>
                        <a:cs typeface="IBM Plex Mono" charset="0"/>
                      </a:endParaRPr>
                    </a:p>
                  </a:txBody>
                  <a:tcPr marL="0" marR="0" marT="75895" marB="75895" anchor="ctr">
                    <a:lnL w="0" cap="flat" cmpd="sng" algn="ctr">
                      <a:solidFill>
                        <a:srgbClr val="BFB38D"/>
                      </a:solidFill>
                      <a:prstDash val="solid"/>
                      <a:round/>
                      <a:headEnd type="none" w="med" len="med"/>
                      <a:tailEnd type="none" w="med" len="med"/>
                    </a:lnL>
                    <a:lnR w="0" cap="flat" cmpd="sng" algn="ctr">
                      <a:solidFill>
                        <a:srgbClr val="BFB38D"/>
                      </a:solidFill>
                      <a:prstDash val="solid"/>
                      <a:round/>
                      <a:headEnd type="none" w="med" len="med"/>
                      <a:tailEnd type="none" w="med" len="med"/>
                    </a:lnR>
                    <a:lnT w="9525" cap="flat" cmpd="sng" algn="ctr">
                      <a:solidFill>
                        <a:srgbClr val="BFB38D"/>
                      </a:solidFill>
                      <a:prstDash val="solid"/>
                      <a:round/>
                      <a:headEnd type="none" w="med" len="med"/>
                      <a:tailEnd type="none" w="med" len="med"/>
                    </a:lnT>
                    <a:lnB w="0" cap="flat" cmpd="sng" algn="ctr">
                      <a:solidFill>
                        <a:srgbClr val="BFB38D"/>
                      </a:solidFill>
                      <a:prstDash val="solid"/>
                      <a:round/>
                      <a:headEnd type="none" w="med" len="med"/>
                      <a:tailEnd type="none" w="med" len="med"/>
                    </a:lnB>
                  </a:tcPr>
                </a:tc>
                <a:tc>
                  <a:txBody>
                    <a:bodyPr/>
                    <a:lstStyle/>
                    <a:p>
                      <a:pPr algn="r" indent="0" marL="0">
                        <a:buNone/>
                      </a:pPr>
                      <a:r>
                        <a:rPr lang="en-US" sz="975" b="1" dirty="0">
                          <a:solidFill>
                            <a:srgbClr val="3D7251"/>
                          </a:solidFill>
                          <a:latin typeface="IBM Plex Mono" pitchFamily="34" charset="0"/>
                          <a:ea typeface="IBM Plex Mono" pitchFamily="34" charset="-122"/>
                          <a:cs typeface="IBM Plex Mono" pitchFamily="34" charset="-120"/>
                        </a:rPr>
                        <a:t>EXPECTED</a:t>
                      </a:r>
                      <a:endParaRPr lang="en-US" sz="975" dirty="0">
                        <a:latin typeface="IBM Plex Mono" charset="0"/>
                        <a:ea typeface="IBM Plex Mono" charset="0"/>
                        <a:cs typeface="IBM Plex Mono" charset="0"/>
                      </a:endParaRPr>
                    </a:p>
                  </a:txBody>
                  <a:tcPr marL="75895" marR="75895" marT="75895" marB="75895" anchor="ctr">
                    <a:lnL w="0" cap="flat" cmpd="sng" algn="ctr">
                      <a:solidFill>
                        <a:srgbClr val="BFB38D"/>
                      </a:solidFill>
                      <a:prstDash val="solid"/>
                      <a:round/>
                      <a:headEnd type="none" w="med" len="med"/>
                      <a:tailEnd type="none" w="med" len="med"/>
                    </a:lnL>
                    <a:lnR w="0" cap="flat" cmpd="sng" algn="ctr">
                      <a:solidFill>
                        <a:srgbClr val="BFB38D"/>
                      </a:solidFill>
                      <a:prstDash val="solid"/>
                      <a:round/>
                      <a:headEnd type="none" w="med" len="med"/>
                      <a:tailEnd type="none" w="med" len="med"/>
                    </a:lnR>
                    <a:lnT w="9525" cap="flat" cmpd="sng" algn="ctr">
                      <a:solidFill>
                        <a:srgbClr val="BFB38D"/>
                      </a:solidFill>
                      <a:prstDash val="solid"/>
                      <a:round/>
                      <a:headEnd type="none" w="med" len="med"/>
                      <a:tailEnd type="none" w="med" len="med"/>
                    </a:lnT>
                    <a:lnB w="0" cap="flat" cmpd="sng" algn="ctr">
                      <a:solidFill>
                        <a:srgbClr val="BFB38D"/>
                      </a:solidFill>
                      <a:prstDash val="solid"/>
                      <a:round/>
                      <a:headEnd type="none" w="med" len="med"/>
                      <a:tailEnd type="none" w="med" len="med"/>
                    </a:lnB>
                  </a:tcPr>
                </a:tc>
              </a:tr>
              <a:tr h="319779">
                <a:tc>
                  <a:txBody>
                    <a:bodyPr/>
                    <a:lstStyle/>
                    <a:p>
                      <a:pPr indent="0" marL="0">
                        <a:buNone/>
                      </a:pPr>
                      <a:r>
                        <a:rPr lang="en-US" sz="975" dirty="0">
                          <a:solidFill>
                            <a:srgbClr val="1C1D24"/>
                          </a:solidFill>
                          <a:latin typeface="IBM Plex Mono" pitchFamily="34" charset="0"/>
                          <a:ea typeface="IBM Plex Mono" pitchFamily="34" charset="-122"/>
                          <a:cs typeface="IBM Plex Mono" pitchFamily="34" charset="-120"/>
                        </a:rPr>
                        <a:t>ULK adhesion</a:t>
                      </a:r>
                      <a:endParaRPr lang="en-US" sz="975" dirty="0">
                        <a:latin typeface="IBM Plex Mono" charset="0"/>
                        <a:ea typeface="IBM Plex Mono" charset="0"/>
                        <a:cs typeface="IBM Plex Mono" charset="0"/>
                      </a:endParaRPr>
                    </a:p>
                  </a:txBody>
                  <a:tcPr marL="0" marR="0" marT="75895" marB="75895" anchor="ctr">
                    <a:lnL w="0" cap="flat" cmpd="sng" algn="ctr">
                      <a:solidFill>
                        <a:srgbClr val="BFB38D"/>
                      </a:solidFill>
                      <a:prstDash val="solid"/>
                      <a:round/>
                      <a:headEnd type="none" w="med" len="med"/>
                      <a:tailEnd type="none" w="med" len="med"/>
                    </a:lnL>
                    <a:lnR w="0" cap="flat" cmpd="sng" algn="ctr">
                      <a:solidFill>
                        <a:srgbClr val="BFB38D"/>
                      </a:solidFill>
                      <a:prstDash val="solid"/>
                      <a:round/>
                      <a:headEnd type="none" w="med" len="med"/>
                      <a:tailEnd type="none" w="med" len="med"/>
                    </a:lnR>
                    <a:lnT w="0" cap="flat" cmpd="sng" algn="ctr">
                      <a:solidFill>
                        <a:srgbClr val="BFB38D"/>
                      </a:solidFill>
                      <a:prstDash val="solid"/>
                      <a:round/>
                      <a:headEnd type="none" w="med" len="med"/>
                      <a:tailEnd type="none" w="med" len="med"/>
                    </a:lnT>
                    <a:lnB w="0" cap="flat" cmpd="sng" algn="ctr">
                      <a:solidFill>
                        <a:srgbClr val="BFB38D"/>
                      </a:solidFill>
                      <a:prstDash val="solid"/>
                      <a:round/>
                      <a:headEnd type="none" w="med" len="med"/>
                      <a:tailEnd type="none" w="med" len="med"/>
                    </a:lnB>
                    <a:solidFill>
                      <a:srgbClr val="E8DEC4">
                        <a:alpha val="40000"/>
                      </a:srgbClr>
                    </a:solidFill>
                  </a:tcPr>
                </a:tc>
                <a:tc>
                  <a:txBody>
                    <a:bodyPr/>
                    <a:lstStyle/>
                    <a:p>
                      <a:pPr algn="r" indent="0" marL="0">
                        <a:buNone/>
                      </a:pPr>
                      <a:r>
                        <a:rPr lang="en-US" sz="975" dirty="0">
                          <a:solidFill>
                            <a:srgbClr val="1C1D24"/>
                          </a:solidFill>
                          <a:latin typeface="IBM Plex Mono" pitchFamily="34" charset="0"/>
                          <a:ea typeface="IBM Plex Mono" pitchFamily="34" charset="-122"/>
                          <a:cs typeface="IBM Plex Mono" pitchFamily="34" charset="-120"/>
                        </a:rPr>
                        <a:t>nominal</a:t>
                      </a:r>
                      <a:endParaRPr lang="en-US" sz="975" dirty="0">
                        <a:latin typeface="IBM Plex Mono" charset="0"/>
                        <a:ea typeface="IBM Plex Mono" charset="0"/>
                        <a:cs typeface="IBM Plex Mono" charset="0"/>
                      </a:endParaRPr>
                    </a:p>
                  </a:txBody>
                  <a:tcPr marL="0" marR="0" marT="75895" marB="75895" anchor="ctr">
                    <a:lnL w="0" cap="flat" cmpd="sng" algn="ctr">
                      <a:solidFill>
                        <a:srgbClr val="BFB38D"/>
                      </a:solidFill>
                      <a:prstDash val="solid"/>
                      <a:round/>
                      <a:headEnd type="none" w="med" len="med"/>
                      <a:tailEnd type="none" w="med" len="med"/>
                    </a:lnL>
                    <a:lnR w="0" cap="flat" cmpd="sng" algn="ctr">
                      <a:solidFill>
                        <a:srgbClr val="BFB38D"/>
                      </a:solidFill>
                      <a:prstDash val="solid"/>
                      <a:round/>
                      <a:headEnd type="none" w="med" len="med"/>
                      <a:tailEnd type="none" w="med" len="med"/>
                    </a:lnR>
                    <a:lnT w="0" cap="flat" cmpd="sng" algn="ctr">
                      <a:solidFill>
                        <a:srgbClr val="BFB38D"/>
                      </a:solidFill>
                      <a:prstDash val="solid"/>
                      <a:round/>
                      <a:headEnd type="none" w="med" len="med"/>
                      <a:tailEnd type="none" w="med" len="med"/>
                    </a:lnT>
                    <a:lnB w="0" cap="flat" cmpd="sng" algn="ctr">
                      <a:solidFill>
                        <a:srgbClr val="BFB38D"/>
                      </a:solidFill>
                      <a:prstDash val="solid"/>
                      <a:round/>
                      <a:headEnd type="none" w="med" len="med"/>
                      <a:tailEnd type="none" w="med" len="med"/>
                    </a:lnB>
                    <a:solidFill>
                      <a:srgbClr val="E8DEC4">
                        <a:alpha val="40000"/>
                      </a:srgbClr>
                    </a:solidFill>
                  </a:tcPr>
                </a:tc>
                <a:tc>
                  <a:txBody>
                    <a:bodyPr/>
                    <a:lstStyle/>
                    <a:p>
                      <a:pPr algn="r" indent="0" marL="0">
                        <a:buNone/>
                      </a:pPr>
                      <a:r>
                        <a:rPr lang="en-US" sz="975" dirty="0">
                          <a:solidFill>
                            <a:srgbClr val="1C1D24"/>
                          </a:solidFill>
                          <a:latin typeface="IBM Plex Mono" pitchFamily="34" charset="0"/>
                          <a:ea typeface="IBM Plex Mono" pitchFamily="34" charset="-122"/>
                          <a:cs typeface="IBM Plex Mono" pitchFamily="34" charset="-120"/>
                        </a:rPr>
                        <a:t>nominal</a:t>
                      </a:r>
                      <a:endParaRPr lang="en-US" sz="975" dirty="0">
                        <a:latin typeface="IBM Plex Mono" charset="0"/>
                        <a:ea typeface="IBM Plex Mono" charset="0"/>
                        <a:cs typeface="IBM Plex Mono" charset="0"/>
                      </a:endParaRPr>
                    </a:p>
                  </a:txBody>
                  <a:tcPr marL="0" marR="0" marT="75895" marB="75895" anchor="ctr">
                    <a:lnL w="0" cap="flat" cmpd="sng" algn="ctr">
                      <a:solidFill>
                        <a:srgbClr val="BFB38D"/>
                      </a:solidFill>
                      <a:prstDash val="solid"/>
                      <a:round/>
                      <a:headEnd type="none" w="med" len="med"/>
                      <a:tailEnd type="none" w="med" len="med"/>
                    </a:lnL>
                    <a:lnR w="0" cap="flat" cmpd="sng" algn="ctr">
                      <a:solidFill>
                        <a:srgbClr val="BFB38D"/>
                      </a:solidFill>
                      <a:prstDash val="solid"/>
                      <a:round/>
                      <a:headEnd type="none" w="med" len="med"/>
                      <a:tailEnd type="none" w="med" len="med"/>
                    </a:lnR>
                    <a:lnT w="0" cap="flat" cmpd="sng" algn="ctr">
                      <a:solidFill>
                        <a:srgbClr val="BFB38D"/>
                      </a:solidFill>
                      <a:prstDash val="solid"/>
                      <a:round/>
                      <a:headEnd type="none" w="med" len="med"/>
                      <a:tailEnd type="none" w="med" len="med"/>
                    </a:lnT>
                    <a:lnB w="0" cap="flat" cmpd="sng" algn="ctr">
                      <a:solidFill>
                        <a:srgbClr val="BFB38D"/>
                      </a:solidFill>
                      <a:prstDash val="solid"/>
                      <a:round/>
                      <a:headEnd type="none" w="med" len="med"/>
                      <a:tailEnd type="none" w="med" len="med"/>
                    </a:lnB>
                    <a:solidFill>
                      <a:srgbClr val="E8DEC4">
                        <a:alpha val="40000"/>
                      </a:srgbClr>
                    </a:solidFill>
                  </a:tcPr>
                </a:tc>
                <a:tc>
                  <a:txBody>
                    <a:bodyPr/>
                    <a:lstStyle/>
                    <a:p>
                      <a:pPr algn="r" indent="0" marL="0">
                        <a:buNone/>
                      </a:pPr>
                      <a:r>
                        <a:rPr lang="en-US" sz="975" dirty="0">
                          <a:solidFill>
                            <a:srgbClr val="665B46"/>
                          </a:solidFill>
                          <a:latin typeface="IBM Plex Mono" pitchFamily="34" charset="0"/>
                          <a:ea typeface="IBM Plex Mono" pitchFamily="34" charset="-122"/>
                          <a:cs typeface="IBM Plex Mono" pitchFamily="34" charset="-120"/>
                        </a:rPr>
                        <a:t>none</a:t>
                      </a:r>
                      <a:endParaRPr lang="en-US" sz="975" dirty="0">
                        <a:latin typeface="IBM Plex Mono" charset="0"/>
                        <a:ea typeface="IBM Plex Mono" charset="0"/>
                        <a:cs typeface="IBM Plex Mono" charset="0"/>
                      </a:endParaRPr>
                    </a:p>
                  </a:txBody>
                  <a:tcPr marL="0" marR="0" marT="75895" marB="75895" anchor="ctr">
                    <a:lnL w="0" cap="flat" cmpd="sng" algn="ctr">
                      <a:solidFill>
                        <a:srgbClr val="BFB38D"/>
                      </a:solidFill>
                      <a:prstDash val="solid"/>
                      <a:round/>
                      <a:headEnd type="none" w="med" len="med"/>
                      <a:tailEnd type="none" w="med" len="med"/>
                    </a:lnL>
                    <a:lnR w="0" cap="flat" cmpd="sng" algn="ctr">
                      <a:solidFill>
                        <a:srgbClr val="BFB38D"/>
                      </a:solidFill>
                      <a:prstDash val="solid"/>
                      <a:round/>
                      <a:headEnd type="none" w="med" len="med"/>
                      <a:tailEnd type="none" w="med" len="med"/>
                    </a:lnR>
                    <a:lnT w="0" cap="flat" cmpd="sng" algn="ctr">
                      <a:solidFill>
                        <a:srgbClr val="BFB38D"/>
                      </a:solidFill>
                      <a:prstDash val="solid"/>
                      <a:round/>
                      <a:headEnd type="none" w="med" len="med"/>
                      <a:tailEnd type="none" w="med" len="med"/>
                    </a:lnT>
                    <a:lnB w="0" cap="flat" cmpd="sng" algn="ctr">
                      <a:solidFill>
                        <a:srgbClr val="BFB38D"/>
                      </a:solidFill>
                      <a:prstDash val="solid"/>
                      <a:round/>
                      <a:headEnd type="none" w="med" len="med"/>
                      <a:tailEnd type="none" w="med" len="med"/>
                    </a:lnB>
                    <a:solidFill>
                      <a:srgbClr val="E8DEC4">
                        <a:alpha val="40000"/>
                      </a:srgbClr>
                    </a:solidFill>
                  </a:tcPr>
                </a:tc>
                <a:tc>
                  <a:txBody>
                    <a:bodyPr/>
                    <a:lstStyle/>
                    <a:p>
                      <a:pPr algn="r" indent="0" marL="0">
                        <a:buNone/>
                      </a:pPr>
                      <a:r>
                        <a:rPr lang="en-US" sz="975" b="1" dirty="0">
                          <a:solidFill>
                            <a:srgbClr val="3D7251"/>
                          </a:solidFill>
                          <a:latin typeface="IBM Plex Mono" pitchFamily="34" charset="0"/>
                          <a:ea typeface="IBM Plex Mono" pitchFamily="34" charset="-122"/>
                          <a:cs typeface="IBM Plex Mono" pitchFamily="34" charset="-120"/>
                        </a:rPr>
                        <a:t>OK</a:t>
                      </a:r>
                      <a:endParaRPr lang="en-US" sz="975" dirty="0">
                        <a:latin typeface="IBM Plex Mono" charset="0"/>
                        <a:ea typeface="IBM Plex Mono" charset="0"/>
                        <a:cs typeface="IBM Plex Mono" charset="0"/>
                      </a:endParaRPr>
                    </a:p>
                  </a:txBody>
                  <a:tcPr marL="75895" marR="75895" marT="75895" marB="75895" anchor="ctr">
                    <a:lnL w="0" cap="flat" cmpd="sng" algn="ctr">
                      <a:solidFill>
                        <a:srgbClr val="BFB38D"/>
                      </a:solidFill>
                      <a:prstDash val="solid"/>
                      <a:round/>
                      <a:headEnd type="none" w="med" len="med"/>
                      <a:tailEnd type="none" w="med" len="med"/>
                    </a:lnL>
                    <a:lnR w="0" cap="flat" cmpd="sng" algn="ctr">
                      <a:solidFill>
                        <a:srgbClr val="BFB38D"/>
                      </a:solidFill>
                      <a:prstDash val="solid"/>
                      <a:round/>
                      <a:headEnd type="none" w="med" len="med"/>
                      <a:tailEnd type="none" w="med" len="med"/>
                    </a:lnR>
                    <a:lnT w="0" cap="flat" cmpd="sng" algn="ctr">
                      <a:solidFill>
                        <a:srgbClr val="BFB38D"/>
                      </a:solidFill>
                      <a:prstDash val="solid"/>
                      <a:round/>
                      <a:headEnd type="none" w="med" len="med"/>
                      <a:tailEnd type="none" w="med" len="med"/>
                    </a:lnT>
                    <a:lnB w="0" cap="flat" cmpd="sng" algn="ctr">
                      <a:solidFill>
                        <a:srgbClr val="BFB38D"/>
                      </a:solidFill>
                      <a:prstDash val="solid"/>
                      <a:round/>
                      <a:headEnd type="none" w="med" len="med"/>
                      <a:tailEnd type="none" w="med" len="med"/>
                    </a:lnB>
                    <a:solidFill>
                      <a:srgbClr val="E8DEC4">
                        <a:alpha val="40000"/>
                      </a:srgbClr>
                    </a:solidFill>
                  </a:tcPr>
                </a:tc>
              </a:tr>
            </a:tbl>
          </a:graphicData>
        </a:graphic>
      </p:graphicFrame>
      <p:sp>
        <p:nvSpPr>
          <p:cNvPr id="22" name="Text 16"/>
          <p:cNvSpPr txBox="1"/>
          <p:nvPr/>
        </p:nvSpPr>
        <p:spPr>
          <a:xfrm>
            <a:off x="10001707" y="6152998"/>
            <a:ext cx="6762902" cy="133502"/>
          </a:xfrm>
          <a:prstGeom prst="rect">
            <a:avLst/>
          </a:prstGeom>
          <a:noFill/>
          <a:ln/>
        </p:spPr>
        <p:txBody>
          <a:bodyPr wrap="none" lIns="0" tIns="0" rIns="0" bIns="0" rtlCol="0" anchor="ctr"/>
          <a:lstStyle/>
          <a:p>
            <a:pPr algn="l" indent="0" marL="0">
              <a:buNone/>
            </a:pPr>
            <a:r>
              <a:rPr lang="en-US" sz="825" spc="149" kern="0" dirty="0">
                <a:solidFill>
                  <a:srgbClr val="2C5B62"/>
                </a:solidFill>
                <a:latin typeface="IBM Plex Mono" pitchFamily="34" charset="0"/>
                <a:ea typeface="IBM Plex Mono" pitchFamily="34" charset="-122"/>
                <a:cs typeface="IBM Plex Mono" pitchFamily="34" charset="-120"/>
              </a:rPr>
              <a:t>NOTES</a:t>
            </a:r>
            <a:endParaRPr lang="en-US" sz="825" dirty="0"/>
          </a:p>
        </p:txBody>
      </p:sp>
      <p:sp>
        <p:nvSpPr>
          <p:cNvPr id="23" name="Text 17"/>
          <p:cNvSpPr txBox="1"/>
          <p:nvPr/>
        </p:nvSpPr>
        <p:spPr>
          <a:xfrm>
            <a:off x="10001707" y="6362395"/>
            <a:ext cx="6762902" cy="400507"/>
          </a:xfrm>
          <a:prstGeom prst="rect">
            <a:avLst/>
          </a:prstGeom>
          <a:noFill/>
          <a:ln/>
        </p:spPr>
        <p:txBody>
          <a:bodyPr wrap="square" lIns="0" tIns="0" rIns="0" bIns="0" rtlCol="0" anchor="ctr"/>
          <a:lstStyle/>
          <a:p>
            <a:pPr algn="l" indent="0" marL="0">
              <a:lnSpc>
                <a:spcPts val="1560"/>
              </a:lnSpc>
              <a:buNone/>
            </a:pPr>
            <a:r>
              <a:rPr lang="en-US" sz="975" dirty="0">
                <a:solidFill>
                  <a:srgbClr val="36322A"/>
                </a:solidFill>
                <a:latin typeface="Noto Sans KR" pitchFamily="34" charset="0"/>
                <a:ea typeface="Noto Sans KR" pitchFamily="34" charset="-122"/>
                <a:cs typeface="Noto Sans KR" pitchFamily="34" charset="-120"/>
              </a:rPr>
              <a:t>400°C anneal 후에도 cap / liner 박리 또는 ULK 손상은 발견되지 않음. Cu grain 성장만 증가(+14 nm). 이는 Rc 감소로도 이어짐 (후행 슬라이드 참조).</a:t>
            </a:r>
            <a:endParaRPr lang="en-US" sz="975" dirty="0"/>
          </a:p>
        </p:txBody>
      </p:sp>
      <p:sp>
        <p:nvSpPr>
          <p:cNvPr id="24" name="Text 18"/>
          <p:cNvSpPr txBox="1"/>
          <p:nvPr/>
        </p:nvSpPr>
        <p:spPr>
          <a:xfrm>
            <a:off x="1333195" y="7905902"/>
            <a:ext cx="8192110" cy="133502"/>
          </a:xfrm>
          <a:prstGeom prst="rect">
            <a:avLst/>
          </a:prstGeom>
          <a:noFill/>
          <a:ln/>
        </p:spPr>
        <p:txBody>
          <a:bodyPr wrap="none" lIns="0" tIns="0" rIns="0" bIns="0" rtlCol="0" anchor="ctr"/>
          <a:lstStyle/>
          <a:p>
            <a:pPr algn="l" indent="0" marL="0">
              <a:buNone/>
            </a:pPr>
            <a:r>
              <a:rPr lang="en-US" sz="825" spc="149" kern="0" dirty="0">
                <a:solidFill>
                  <a:srgbClr val="665B46"/>
                </a:solidFill>
                <a:latin typeface="IBM Plex Mono" pitchFamily="34" charset="0"/>
                <a:ea typeface="IBM Plex Mono" pitchFamily="34" charset="-122"/>
                <a:cs typeface="IBM Plex Mono" pitchFamily="34" charset="-120"/>
              </a:rPr>
              <a:t>METHOD</a:t>
            </a:r>
            <a:endParaRPr lang="en-US" sz="825" dirty="0"/>
          </a:p>
        </p:txBody>
      </p:sp>
      <p:sp>
        <p:nvSpPr>
          <p:cNvPr id="25" name="Text 19"/>
          <p:cNvSpPr txBox="1"/>
          <p:nvPr/>
        </p:nvSpPr>
        <p:spPr>
          <a:xfrm>
            <a:off x="1333195" y="8096098"/>
            <a:ext cx="8192110" cy="391363"/>
          </a:xfrm>
          <a:prstGeom prst="rect">
            <a:avLst/>
          </a:prstGeom>
          <a:noFill/>
          <a:ln/>
        </p:spPr>
        <p:txBody>
          <a:bodyPr wrap="square" lIns="0" tIns="0" rIns="0" bIns="0" rtlCol="0" anchor="ctr"/>
          <a:lstStyle/>
          <a:p>
            <a:pPr algn="l" indent="0" marL="0">
              <a:lnSpc>
                <a:spcPts val="1511"/>
              </a:lnSpc>
              <a:buNone/>
            </a:pPr>
            <a:r>
              <a:rPr lang="en-US" sz="975" dirty="0">
                <a:solidFill>
                  <a:srgbClr val="36322A"/>
                </a:solidFill>
                <a:latin typeface="Noto Sans KR" pitchFamily="34" charset="0"/>
                <a:ea typeface="Noto Sans KR" pitchFamily="34" charset="-122"/>
                <a:cs typeface="Noto Sans KR" pitchFamily="34" charset="-120"/>
              </a:rPr>
              <a:t>300 kV field-emission TEM · cross-section FIB lift-out · 5 site/wafer · EDS line scan across cap/Cu interface. 동일하게 cap 두께 / liner 연속성을 ② 평가.</a:t>
            </a:r>
            <a:endParaRPr lang="en-US" sz="975" dirty="0"/>
          </a:p>
        </p:txBody>
      </p:sp>
      <p:sp>
        <p:nvSpPr>
          <p:cNvPr id="26" name="Text 20"/>
          <p:cNvSpPr txBox="1"/>
          <p:nvPr/>
        </p:nvSpPr>
        <p:spPr>
          <a:xfrm>
            <a:off x="1580998" y="8876995"/>
            <a:ext cx="15050110" cy="133502"/>
          </a:xfrm>
          <a:prstGeom prst="rect">
            <a:avLst/>
          </a:prstGeom>
          <a:noFill/>
          <a:ln/>
        </p:spPr>
        <p:txBody>
          <a:bodyPr wrap="none" lIns="0" tIns="0" rIns="0" bIns="0" rtlCol="0" anchor="ctr"/>
          <a:lstStyle/>
          <a:p>
            <a:pPr algn="l" indent="0" marL="0">
              <a:buNone/>
            </a:pPr>
            <a:r>
              <a:rPr lang="en-US" sz="825" spc="182" kern="0" dirty="0">
                <a:solidFill>
                  <a:srgbClr val="9BC4CA"/>
                </a:solidFill>
                <a:latin typeface="IBM Plex Mono" pitchFamily="34" charset="0"/>
                <a:ea typeface="IBM Plex Mono" pitchFamily="34" charset="-122"/>
                <a:cs typeface="IBM Plex Mono" pitchFamily="34" charset="-120"/>
              </a:rPr>
              <a:t>KEY TAKEAWAY · 06</a:t>
            </a:r>
            <a:endParaRPr lang="en-US" sz="825" dirty="0"/>
          </a:p>
        </p:txBody>
      </p:sp>
      <p:sp>
        <p:nvSpPr>
          <p:cNvPr id="27" name="Text 21"/>
          <p:cNvSpPr txBox="1"/>
          <p:nvPr/>
        </p:nvSpPr>
        <p:spPr>
          <a:xfrm>
            <a:off x="1580998" y="9048902"/>
            <a:ext cx="15050110" cy="228600"/>
          </a:xfrm>
          <a:prstGeom prst="rect">
            <a:avLst/>
          </a:prstGeom>
          <a:noFill/>
          <a:ln/>
        </p:spPr>
        <p:txBody>
          <a:bodyPr wrap="none" lIns="0" tIns="0" rIns="0" bIns="0" rtlCol="0" anchor="ctr"/>
          <a:lstStyle/>
          <a:p>
            <a:pPr algn="l" indent="0" marL="0">
              <a:buNone/>
            </a:pPr>
            <a:r>
              <a:rPr lang="en-US" sz="1275" b="1" dirty="0">
                <a:solidFill>
                  <a:srgbClr val="EFE6D3"/>
                </a:solidFill>
                <a:latin typeface="Noto Sans KR" pitchFamily="34" charset="0"/>
                <a:ea typeface="Noto Sans KR" pitchFamily="34" charset="-122"/>
                <a:cs typeface="Noto Sans KR" pitchFamily="34" charset="-120"/>
              </a:rPr>
              <a:t>계면/liner 모두 연속 — cap −0.1 nm, Ta −0.1 nm, Cu grain +14 nm 외 변화 없음. 400°C test split의 structural integrity는 온전.</a:t>
            </a:r>
            <a:endParaRPr lang="en-US" sz="1275" dirty="0"/>
          </a:p>
        </p:txBody>
      </p:sp>
      <p:sp>
        <p:nvSpPr>
          <p:cNvPr id="28" name="Text 22"/>
          <p:cNvSpPr txBox="1"/>
          <p:nvPr/>
        </p:nvSpPr>
        <p:spPr>
          <a:xfrm>
            <a:off x="914400" y="9791395"/>
            <a:ext cx="17373600" cy="181051"/>
          </a:xfrm>
          <a:prstGeom prst="rect">
            <a:avLst/>
          </a:prstGeom>
          <a:noFill/>
          <a:ln/>
        </p:spPr>
        <p:txBody>
          <a:bodyPr wrap="none" lIns="0" tIns="0" rIns="0" bIns="0" rtlCol="0" anchor="ctr"/>
          <a:lstStyle/>
          <a:p>
            <a:pPr algn="ctr" indent="0" marL="0">
              <a:buNone/>
            </a:pPr>
            <a:r>
              <a:rPr lang="en-US" sz="975" spc="39" kern="0" dirty="0">
                <a:solidFill>
                  <a:srgbClr val="665B46"/>
                </a:solidFill>
                <a:latin typeface="Noto Sans KR" pitchFamily="34" charset="0"/>
                <a:ea typeface="Noto Sans KR" pitchFamily="34" charset="-122"/>
                <a:cs typeface="Noto Sans KR" pitchFamily="34" charset="-120"/>
              </a:rPr>
              <a:t>※ 내부 테스트용 더미(가상) 데이터</a:t>
            </a:r>
            <a:endParaRPr lang="en-US" sz="975"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FE6D3"/>
        </a:solidFill>
      </p:bgPr>
    </p:bg>
    <p:spTree>
      <p:nvGrpSpPr>
        <p:cNvPr id="1" name=""/>
        <p:cNvGrpSpPr/>
        <p:nvPr/>
      </p:nvGrpSpPr>
      <p:grpSpPr>
        <a:xfrm>
          <a:off x="0" y="0"/>
          <a:ext cx="0" cy="0"/>
          <a:chOff x="0" y="0"/>
          <a:chExt cx="0" cy="0"/>
        </a:xfrm>
      </p:grpSpPr>
      <p:sp>
        <p:nvSpPr>
          <p:cNvPr id="3" name="Shape 0"/>
          <p:cNvSpPr/>
          <p:nvPr/>
        </p:nvSpPr>
        <p:spPr>
          <a:xfrm>
            <a:off x="0" y="0"/>
            <a:ext cx="914400" cy="10287000"/>
          </a:xfrm>
          <a:prstGeom prst="rect">
            <a:avLst/>
          </a:prstGeom>
          <a:solidFill>
            <a:srgbClr val="26201A"/>
          </a:solidFill>
          <a:ln w="12700">
            <a:solidFill>
              <a:srgbClr val="FFFFFF">
                <a:alpha val="0"/>
              </a:srgbClr>
            </a:solidFill>
            <a:prstDash val="solid"/>
          </a:ln>
        </p:spPr>
      </p:sp>
      <p:sp>
        <p:nvSpPr>
          <p:cNvPr id="4" name="Shape 1"/>
          <p:cNvSpPr/>
          <p:nvPr/>
        </p:nvSpPr>
        <p:spPr>
          <a:xfrm>
            <a:off x="1333195" y="1904695"/>
            <a:ext cx="15639898" cy="5162702"/>
          </a:xfrm>
          <a:prstGeom prst="rect">
            <a:avLst/>
          </a:prstGeom>
          <a:solidFill>
            <a:srgbClr val="FFFFFF"/>
          </a:solidFill>
          <a:ln w="12700">
            <a:solidFill>
              <a:srgbClr val="BFB38D"/>
            </a:solidFill>
            <a:prstDash val="solid"/>
          </a:ln>
        </p:spPr>
      </p:sp>
      <p:sp>
        <p:nvSpPr>
          <p:cNvPr id="5" name="Shape 2"/>
          <p:cNvSpPr/>
          <p:nvPr/>
        </p:nvSpPr>
        <p:spPr>
          <a:xfrm>
            <a:off x="1333195" y="7524598"/>
            <a:ext cx="4972507" cy="972007"/>
          </a:xfrm>
          <a:prstGeom prst="rect">
            <a:avLst/>
          </a:prstGeom>
          <a:solidFill>
            <a:srgbClr val="FFFFFF"/>
          </a:solidFill>
          <a:ln w="12700">
            <a:solidFill>
              <a:srgbClr val="BFB38D"/>
            </a:solidFill>
            <a:prstDash val="solid"/>
          </a:ln>
        </p:spPr>
      </p:sp>
      <p:sp>
        <p:nvSpPr>
          <p:cNvPr id="6" name="Shape 3"/>
          <p:cNvSpPr/>
          <p:nvPr/>
        </p:nvSpPr>
        <p:spPr>
          <a:xfrm>
            <a:off x="6476695" y="7524598"/>
            <a:ext cx="4972507" cy="972007"/>
          </a:xfrm>
          <a:prstGeom prst="rect">
            <a:avLst/>
          </a:prstGeom>
          <a:solidFill>
            <a:srgbClr val="FFFFFF"/>
          </a:solidFill>
          <a:ln w="12700">
            <a:solidFill>
              <a:srgbClr val="BFB38D"/>
            </a:solidFill>
            <a:prstDash val="solid"/>
          </a:ln>
        </p:spPr>
      </p:sp>
      <p:sp>
        <p:nvSpPr>
          <p:cNvPr id="7" name="Shape 4"/>
          <p:cNvSpPr/>
          <p:nvPr/>
        </p:nvSpPr>
        <p:spPr>
          <a:xfrm>
            <a:off x="11620195" y="7524598"/>
            <a:ext cx="5352898" cy="972007"/>
          </a:xfrm>
          <a:prstGeom prst="rect">
            <a:avLst/>
          </a:prstGeom>
          <a:solidFill>
            <a:srgbClr val="FFFFFF"/>
          </a:solidFill>
          <a:ln w="12700">
            <a:solidFill>
              <a:srgbClr val="BFB38D"/>
            </a:solidFill>
            <a:prstDash val="solid"/>
          </a:ln>
        </p:spPr>
      </p:sp>
      <p:sp>
        <p:nvSpPr>
          <p:cNvPr id="8" name="Shape 5"/>
          <p:cNvSpPr/>
          <p:nvPr/>
        </p:nvSpPr>
        <p:spPr>
          <a:xfrm>
            <a:off x="1333195" y="8762695"/>
            <a:ext cx="15620695" cy="609905"/>
          </a:xfrm>
          <a:prstGeom prst="rect">
            <a:avLst/>
          </a:prstGeom>
          <a:solidFill>
            <a:srgbClr val="26201A"/>
          </a:solidFill>
          <a:ln w="12700">
            <a:solidFill>
              <a:srgbClr val="FFFFFF">
                <a:alpha val="0"/>
              </a:srgbClr>
            </a:solidFill>
            <a:prstDash val="solid"/>
          </a:ln>
        </p:spPr>
      </p:sp>
      <p:pic>
        <p:nvPicPr>
          <p:cNvPr id="9" name="Image 0" descr="gen-dedup-7e127f46ba417ee68e0f387cc932af3c.png">    </p:cNvPr>
          <p:cNvPicPr>
            <a:picLocks noChangeAspect="1"/>
          </p:cNvPicPr>
          <p:nvPr/>
        </p:nvPicPr>
        <p:blipFill>
          <a:blip r:embed="rId1"/>
          <a:srcRect l="-384" r="-384" t="0" b="0"/>
          <a:stretch/>
        </p:blipFill>
        <p:spPr>
          <a:xfrm>
            <a:off x="1333195" y="7524598"/>
            <a:ext cx="57607" cy="952805"/>
          </a:xfrm>
          <a:prstGeom prst="rect">
            <a:avLst/>
          </a:prstGeom>
        </p:spPr>
      </p:pic>
      <p:pic>
        <p:nvPicPr>
          <p:cNvPr id="10" name="Image 1" descr="gen-dedup-e557038f605a1baabf675b5a6374e2a9.png">    </p:cNvPr>
          <p:cNvPicPr>
            <a:picLocks noChangeAspect="1"/>
          </p:cNvPicPr>
          <p:nvPr/>
        </p:nvPicPr>
        <p:blipFill>
          <a:blip r:embed="rId2"/>
          <a:srcRect l="-384" r="-384" t="0" b="0"/>
          <a:stretch/>
        </p:blipFill>
        <p:spPr>
          <a:xfrm>
            <a:off x="6476695" y="7524598"/>
            <a:ext cx="57607" cy="952805"/>
          </a:xfrm>
          <a:prstGeom prst="rect">
            <a:avLst/>
          </a:prstGeom>
        </p:spPr>
      </p:pic>
      <p:pic>
        <p:nvPicPr>
          <p:cNvPr id="11" name="Image 2" descr="gen-dedup-4d292e3ced11e0278d26e1a4b7e8f0fe.png">    </p:cNvPr>
          <p:cNvPicPr>
            <a:picLocks noChangeAspect="1"/>
          </p:cNvPicPr>
          <p:nvPr/>
        </p:nvPicPr>
        <p:blipFill>
          <a:blip r:embed="rId3"/>
          <a:srcRect l="-384" r="-384" t="0" b="0"/>
          <a:stretch/>
        </p:blipFill>
        <p:spPr>
          <a:xfrm>
            <a:off x="11620195" y="7524598"/>
            <a:ext cx="57607" cy="952805"/>
          </a:xfrm>
          <a:prstGeom prst="rect">
            <a:avLst/>
          </a:prstGeom>
        </p:spPr>
      </p:pic>
      <p:pic>
        <p:nvPicPr>
          <p:cNvPr id="12" name="Image 3" descr="gen-dedup-8ca81fb1b3e3efc0f694d5155d1e78a6.png">    </p:cNvPr>
          <p:cNvPicPr>
            <a:picLocks noChangeAspect="1"/>
          </p:cNvPicPr>
          <p:nvPr/>
        </p:nvPicPr>
        <p:blipFill>
          <a:blip r:embed="rId4"/>
          <a:srcRect l="-375" r="-375" t="0" b="0"/>
          <a:stretch/>
        </p:blipFill>
        <p:spPr>
          <a:xfrm>
            <a:off x="1333195" y="8762695"/>
            <a:ext cx="57607" cy="609905"/>
          </a:xfrm>
          <a:prstGeom prst="rect">
            <a:avLst/>
          </a:prstGeom>
        </p:spPr>
      </p:pic>
      <p:sp>
        <p:nvSpPr>
          <p:cNvPr id="13" name="Text 6"/>
          <p:cNvSpPr txBox="1"/>
          <p:nvPr/>
        </p:nvSpPr>
        <p:spPr>
          <a:xfrm>
            <a:off x="0" y="1904695"/>
            <a:ext cx="372161" cy="2286000"/>
          </a:xfrm>
          <a:prstGeom prst="rect">
            <a:avLst/>
          </a:prstGeom>
          <a:noFill/>
          <a:ln/>
        </p:spPr>
        <p:txBody>
          <a:bodyPr wrap="square" lIns="0" tIns="0" rIns="0" bIns="0" rtlCol="0" anchor="ctr"/>
          <a:lstStyle/>
          <a:p>
            <a:pPr algn="l" indent="0" marL="0">
              <a:lnSpc>
                <a:spcPct val="100000"/>
              </a:lnSpc>
              <a:buNone/>
            </a:pPr>
            <a:r>
              <a:rPr lang="en-US" sz="825" spc="264" kern="0" dirty="0">
                <a:solidFill>
                  <a:srgbClr val="D6C79C"/>
                </a:solidFill>
                <a:latin typeface="IBM Plex Mono" pitchFamily="34" charset="0"/>
                <a:ea typeface="IBM Plex Mono" pitchFamily="34" charset="-122"/>
                <a:cs typeface="IBM Plex Mono" pitchFamily="34" charset="-120"/>
              </a:rPr>
              <a:t>SECTION 07 / 11</a:t>
            </a:r>
            <a:endParaRPr lang="en-US" sz="825" dirty="0"/>
          </a:p>
        </p:txBody>
      </p:sp>
      <p:sp>
        <p:nvSpPr>
          <p:cNvPr id="14" name="Text 7"/>
          <p:cNvSpPr txBox="1"/>
          <p:nvPr/>
        </p:nvSpPr>
        <p:spPr>
          <a:xfrm>
            <a:off x="0" y="5333695"/>
            <a:ext cx="391363" cy="1905610"/>
          </a:xfrm>
          <a:prstGeom prst="rect">
            <a:avLst/>
          </a:prstGeom>
          <a:noFill/>
          <a:ln/>
        </p:spPr>
        <p:txBody>
          <a:bodyPr wrap="square" lIns="0" tIns="0" rIns="0" bIns="0" rtlCol="0" anchor="ctr"/>
          <a:lstStyle/>
          <a:p>
            <a:pPr algn="l" indent="0" marL="0">
              <a:lnSpc>
                <a:spcPct val="100000"/>
              </a:lnSpc>
              <a:buNone/>
            </a:pPr>
            <a:r>
              <a:rPr lang="en-US" sz="975" spc="215" kern="0" dirty="0">
                <a:solidFill>
                  <a:srgbClr val="EFE6D3"/>
                </a:solidFill>
                <a:latin typeface="Noto Sans KR" pitchFamily="34" charset="0"/>
                <a:ea typeface="Noto Sans KR" pitchFamily="34" charset="-122"/>
                <a:cs typeface="Noto Sans KR" pitchFamily="34" charset="-120"/>
              </a:rPr>
              <a:t>AASI CD</a:t>
            </a:r>
            <a:endParaRPr lang="en-US" sz="975" dirty="0"/>
          </a:p>
        </p:txBody>
      </p:sp>
      <p:sp>
        <p:nvSpPr>
          <p:cNvPr id="15" name="Text 8"/>
          <p:cNvSpPr txBox="1"/>
          <p:nvPr/>
        </p:nvSpPr>
        <p:spPr>
          <a:xfrm>
            <a:off x="1333195" y="571500"/>
            <a:ext cx="12764110" cy="143561"/>
          </a:xfrm>
          <a:prstGeom prst="rect">
            <a:avLst/>
          </a:prstGeom>
          <a:noFill/>
          <a:ln/>
        </p:spPr>
        <p:txBody>
          <a:bodyPr wrap="none" lIns="0" tIns="0" rIns="0" bIns="0" rtlCol="0" anchor="ctr"/>
          <a:lstStyle/>
          <a:p>
            <a:pPr algn="l" indent="0" marL="0">
              <a:buNone/>
            </a:pPr>
            <a:r>
              <a:rPr lang="en-US" sz="900" spc="288" kern="0" dirty="0">
                <a:solidFill>
                  <a:srgbClr val="B4631D"/>
                </a:solidFill>
                <a:latin typeface="IBM Plex Mono" pitchFamily="34" charset="0"/>
                <a:ea typeface="IBM Plex Mono" pitchFamily="34" charset="-122"/>
                <a:cs typeface="IBM Plex Mono" pitchFamily="34" charset="-120"/>
              </a:rPr>
              <a:t>TARGET 23.4 nm · 69 SITE / WAFER</a:t>
            </a:r>
            <a:endParaRPr lang="en-US" sz="900" dirty="0"/>
          </a:p>
        </p:txBody>
      </p:sp>
      <p:sp>
        <p:nvSpPr>
          <p:cNvPr id="16" name="Text 9"/>
          <p:cNvSpPr txBox="1"/>
          <p:nvPr/>
        </p:nvSpPr>
        <p:spPr>
          <a:xfrm>
            <a:off x="1333195" y="847649"/>
            <a:ext cx="12764110" cy="467258"/>
          </a:xfrm>
          <a:prstGeom prst="rect">
            <a:avLst/>
          </a:prstGeom>
          <a:noFill/>
          <a:ln/>
        </p:spPr>
        <p:txBody>
          <a:bodyPr wrap="none" lIns="0" tIns="0" rIns="0" bIns="0" rtlCol="0" anchor="ctr"/>
          <a:lstStyle/>
          <a:p>
            <a:pPr algn="l" indent="0" marL="0">
              <a:buNone/>
            </a:pPr>
            <a:r>
              <a:rPr lang="en-US" sz="3450" b="1" spc="-34" kern="0" dirty="0">
                <a:solidFill>
                  <a:srgbClr val="1C1D24"/>
                </a:solidFill>
                <a:latin typeface="Noto Sans KR" pitchFamily="34" charset="0"/>
                <a:ea typeface="Noto Sans KR" pitchFamily="34" charset="-122"/>
                <a:cs typeface="Noto Sans KR" pitchFamily="34" charset="-120"/>
              </a:rPr>
              <a:t>AASI CD 변동 — wafer별 mean/3σ/range/δ</a:t>
            </a:r>
            <a:endParaRPr lang="en-US" sz="3450" dirty="0"/>
          </a:p>
        </p:txBody>
      </p:sp>
      <p:pic>
        <p:nvPicPr>
          <p:cNvPr id="17" name="Image 4" descr="gen-dedup-761d4fd6e7dc3de7b6acca5c62ab11d2.png">    </p:cNvPr>
          <p:cNvPicPr>
            <a:picLocks noChangeAspect="1"/>
          </p:cNvPicPr>
          <p:nvPr/>
        </p:nvPicPr>
        <p:blipFill>
          <a:blip r:embed="rId5"/>
          <a:srcRect l="-2083" r="-2083" t="0" b="0"/>
          <a:stretch/>
        </p:blipFill>
        <p:spPr>
          <a:xfrm>
            <a:off x="1333195" y="1516990"/>
            <a:ext cx="12763195" cy="9144"/>
          </a:xfrm>
          <a:prstGeom prst="rect">
            <a:avLst/>
          </a:prstGeom>
        </p:spPr>
      </p:pic>
      <p:sp>
        <p:nvSpPr>
          <p:cNvPr id="18" name="Text 10"/>
          <p:cNvSpPr txBox="1"/>
          <p:nvPr/>
        </p:nvSpPr>
        <p:spPr>
          <a:xfrm>
            <a:off x="14688007" y="413309"/>
            <a:ext cx="3143707" cy="625450"/>
          </a:xfrm>
          <a:prstGeom prst="rect">
            <a:avLst/>
          </a:prstGeom>
          <a:noFill/>
          <a:ln/>
        </p:spPr>
        <p:txBody>
          <a:bodyPr wrap="square" lIns="0" tIns="0" rIns="0" bIns="0" rtlCol="0" anchor="t"/>
          <a:lstStyle/>
          <a:p>
            <a:pPr algn="r" indent="0" marL="0">
              <a:lnSpc>
                <a:spcPts val="1560"/>
              </a:lnSpc>
              <a:buNone/>
            </a:pPr>
            <a:r>
              <a:rPr lang="en-US" sz="975" spc="98" kern="0" dirty="0">
                <a:solidFill>
                  <a:srgbClr val="665B46"/>
                </a:solidFill>
                <a:latin typeface="IBM Plex Mono" pitchFamily="34" charset="0"/>
                <a:ea typeface="IBM Plex Mono" pitchFamily="34" charset="-122"/>
                <a:cs typeface="IBM Plex Mono" pitchFamily="34" charset="-120"/>
              </a:rPr>
              <a:t>DOC · BEOL-12</a:t>
            </a:r>
            <a:pPr algn="r" indent="0" marL="0">
              <a:lnSpc>
                <a:spcPts val="1560"/>
              </a:lnSpc>
              <a:buNone/>
            </a:pPr>
            <a:endParaRPr lang="en-US" sz="975" dirty="0"/>
          </a:p>
          <a:p>
            <a:pPr algn="r" indent="0" marL="0">
              <a:lnSpc>
                <a:spcPts val="1560"/>
              </a:lnSpc>
              <a:buNone/>
            </a:pPr>
            <a:r>
              <a:rPr lang="en-US" sz="975" spc="98" kern="0" dirty="0">
                <a:solidFill>
                  <a:srgbClr val="B4631D"/>
                </a:solidFill>
                <a:latin typeface="IBM Plex Mono" pitchFamily="34" charset="0"/>
                <a:ea typeface="IBM Plex Mono" pitchFamily="34" charset="-122"/>
                <a:cs typeface="IBM Plex Mono" pitchFamily="34" charset="-120"/>
              </a:rPr>
              <a:t>FILE 12 / 20</a:t>
            </a:r>
            <a:pPr algn="r" indent="0" marL="0">
              <a:lnSpc>
                <a:spcPts val="1560"/>
              </a:lnSpc>
              <a:buNone/>
            </a:pPr>
            <a:endParaRPr lang="en-US" sz="975" dirty="0"/>
          </a:p>
          <a:p>
            <a:pPr algn="r" indent="0" marL="0">
              <a:lnSpc>
                <a:spcPts val="1560"/>
              </a:lnSpc>
              <a:buNone/>
            </a:pPr>
            <a:r>
              <a:rPr lang="en-US" sz="975" spc="98" kern="0" dirty="0">
                <a:solidFill>
                  <a:srgbClr val="665B46"/>
                </a:solidFill>
                <a:latin typeface="IBM Plex Mono" pitchFamily="34" charset="0"/>
                <a:ea typeface="IBM Plex Mono" pitchFamily="34" charset="-122"/>
                <a:cs typeface="IBM Plex Mono" pitchFamily="34" charset="-120"/>
              </a:rPr>
              <a:t>REV.0 · DUMMY</a:t>
            </a:r>
            <a:endParaRPr lang="en-US" sz="975" dirty="0"/>
          </a:p>
        </p:txBody>
      </p:sp>
      <p:sp>
        <p:nvSpPr>
          <p:cNvPr id="19" name="Text 11"/>
          <p:cNvSpPr txBox="1"/>
          <p:nvPr/>
        </p:nvSpPr>
        <p:spPr>
          <a:xfrm>
            <a:off x="1524305" y="2076602"/>
            <a:ext cx="15240305" cy="133502"/>
          </a:xfrm>
          <a:prstGeom prst="rect">
            <a:avLst/>
          </a:prstGeom>
          <a:noFill/>
          <a:ln/>
        </p:spPr>
        <p:txBody>
          <a:bodyPr wrap="none" lIns="0" tIns="0" rIns="0" bIns="0" rtlCol="0" anchor="ctr"/>
          <a:lstStyle/>
          <a:p>
            <a:pPr algn="l" indent="0" marL="0">
              <a:buNone/>
            </a:pPr>
            <a:r>
              <a:rPr lang="en-US" sz="825" spc="231" kern="0" dirty="0">
                <a:solidFill>
                  <a:srgbClr val="B4631D"/>
                </a:solidFill>
                <a:latin typeface="IBM Plex Mono" pitchFamily="34" charset="0"/>
                <a:ea typeface="IBM Plex Mono" pitchFamily="34" charset="-122"/>
                <a:cs typeface="IBM Plex Mono" pitchFamily="34" charset="-120"/>
              </a:rPr>
              <a:t>AASI · 69-SITE SUMMARY · W03 / W07 / W11</a:t>
            </a:r>
            <a:endParaRPr lang="en-US" sz="825"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1524305" y="2286000"/>
          <a:ext cx="15240305" cy="4219956"/>
        </p:xfrm>
        <a:graphic>
          <a:graphicData uri="http://schemas.openxmlformats.org/drawingml/2006/table">
            <a:tbl>
              <a:tblPr/>
              <a:tblGrid>
                <a:gridCol w="788213"/>
                <a:gridCol w="1861718"/>
                <a:gridCol w="2518258"/>
                <a:gridCol w="2518258"/>
                <a:gridCol w="2521001"/>
                <a:gridCol w="2516429"/>
                <a:gridCol w="2516429"/>
              </a:tblGrid>
              <a:tr h="527495">
                <a:tc>
                  <a:txBody>
                    <a:bodyPr/>
                    <a:lstStyle/>
                    <a:p>
                      <a:pPr algn="l" indent="0" marL="0">
                        <a:buNone/>
                      </a:pPr>
                      <a:r>
                        <a:rPr lang="en-US" sz="900" dirty="0">
                          <a:solidFill>
                            <a:srgbClr val="EFE6D3"/>
                          </a:solidFill>
                          <a:latin typeface="IBM Plex Mono" pitchFamily="34" charset="0"/>
                          <a:ea typeface="IBM Plex Mono" pitchFamily="34" charset="-122"/>
                          <a:cs typeface="IBM Plex Mono" pitchFamily="34" charset="-120"/>
                        </a:rPr>
                        <a:t>METRIC</a:t>
                      </a:r>
                      <a:endParaRPr lang="en-US" sz="900" dirty="0">
                        <a:latin typeface="IBM Plex Mono" charset="0"/>
                        <a:ea typeface="IBM Plex Mono" charset="0"/>
                        <a:cs typeface="IBM Plex Mono" charset="0"/>
                      </a:endParaRPr>
                    </a:p>
                  </a:txBody>
                  <a:tcPr marL="133502" marR="133502" marT="133502" marB="1335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26201A"/>
                    </a:solidFill>
                  </a:tcPr>
                </a:tc>
                <a:tc>
                  <a:txBody>
                    <a:bodyPr/>
                    <a:lstStyle/>
                    <a:p>
                      <a:pPr algn="l" indent="0" marL="0">
                        <a:buNone/>
                      </a:pPr>
                      <a:r>
                        <a:rPr lang="en-US" sz="900" dirty="0">
                          <a:solidFill>
                            <a:srgbClr val="EFE6D3"/>
                          </a:solidFill>
                          <a:latin typeface="IBM Plex Mono" pitchFamily="34" charset="0"/>
                          <a:ea typeface="IBM Plex Mono" pitchFamily="34" charset="-122"/>
                          <a:cs typeface="IBM Plex Mono" pitchFamily="34" charset="-120"/>
                        </a:rPr>
                        <a:t>UNIT</a:t>
                      </a:r>
                      <a:endParaRPr lang="en-US" sz="900" dirty="0">
                        <a:latin typeface="IBM Plex Mono" charset="0"/>
                        <a:ea typeface="IBM Plex Mono" charset="0"/>
                        <a:cs typeface="IBM Plex Mono" charset="0"/>
                      </a:endParaRPr>
                    </a:p>
                  </a:txBody>
                  <a:tcPr marL="133502" marR="133502" marT="133502" marB="1335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26201A"/>
                    </a:solidFill>
                  </a:tcPr>
                </a:tc>
                <a:tc>
                  <a:txBody>
                    <a:bodyPr/>
                    <a:lstStyle/>
                    <a:p>
                      <a:pPr algn="r" indent="0" marL="0">
                        <a:buNone/>
                      </a:pPr>
                      <a:r>
                        <a:rPr lang="en-US" sz="900" dirty="0">
                          <a:solidFill>
                            <a:srgbClr val="EFE6D3"/>
                          </a:solidFill>
                          <a:latin typeface="IBM Plex Mono" pitchFamily="34" charset="0"/>
                          <a:ea typeface="IBM Plex Mono" pitchFamily="34" charset="-122"/>
                          <a:cs typeface="IBM Plex Mono" pitchFamily="34" charset="-120"/>
                        </a:rPr>
                        <a:t>W03 · 350°C</a:t>
                      </a:r>
                      <a:endParaRPr lang="en-US" sz="900" dirty="0">
                        <a:latin typeface="IBM Plex Mono" charset="0"/>
                        <a:ea typeface="IBM Plex Mono" charset="0"/>
                        <a:cs typeface="IBM Plex Mono" charset="0"/>
                      </a:endParaRPr>
                    </a:p>
                  </a:txBody>
                  <a:tcPr marL="133502" marR="133502" marT="133502" marB="1335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26201A"/>
                    </a:solidFill>
                  </a:tcPr>
                </a:tc>
                <a:tc>
                  <a:txBody>
                    <a:bodyPr/>
                    <a:lstStyle/>
                    <a:p>
                      <a:pPr algn="r" indent="0" marL="0">
                        <a:buNone/>
                      </a:pPr>
                      <a:r>
                        <a:rPr lang="en-US" sz="900" dirty="0">
                          <a:solidFill>
                            <a:srgbClr val="EFE6D3"/>
                          </a:solidFill>
                          <a:latin typeface="IBM Plex Mono" pitchFamily="34" charset="0"/>
                          <a:ea typeface="IBM Plex Mono" pitchFamily="34" charset="-122"/>
                          <a:cs typeface="IBM Plex Mono" pitchFamily="34" charset="-120"/>
                        </a:rPr>
                        <a:t>W07 · 400°C</a:t>
                      </a:r>
                      <a:endParaRPr lang="en-US" sz="900" dirty="0">
                        <a:latin typeface="IBM Plex Mono" charset="0"/>
                        <a:ea typeface="IBM Plex Mono" charset="0"/>
                        <a:cs typeface="IBM Plex Mono" charset="0"/>
                      </a:endParaRPr>
                    </a:p>
                  </a:txBody>
                  <a:tcPr marL="133502" marR="133502" marT="133502" marB="1335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26201A"/>
                    </a:solidFill>
                  </a:tcPr>
                </a:tc>
                <a:tc>
                  <a:txBody>
                    <a:bodyPr/>
                    <a:lstStyle/>
                    <a:p>
                      <a:pPr algn="r" indent="0" marL="0">
                        <a:buNone/>
                      </a:pPr>
                      <a:r>
                        <a:rPr lang="en-US" sz="900" dirty="0">
                          <a:solidFill>
                            <a:srgbClr val="EFE6D3"/>
                          </a:solidFill>
                          <a:latin typeface="IBM Plex Mono" pitchFamily="34" charset="0"/>
                          <a:ea typeface="IBM Plex Mono" pitchFamily="34" charset="-122"/>
                          <a:cs typeface="IBM Plex Mono" pitchFamily="34" charset="-120"/>
                        </a:rPr>
                        <a:t>W11 · 350°C·r</a:t>
                      </a:r>
                      <a:endParaRPr lang="en-US" sz="900" dirty="0">
                        <a:latin typeface="IBM Plex Mono" charset="0"/>
                        <a:ea typeface="IBM Plex Mono" charset="0"/>
                        <a:cs typeface="IBM Plex Mono" charset="0"/>
                      </a:endParaRPr>
                    </a:p>
                  </a:txBody>
                  <a:tcPr marL="133502" marR="133502" marT="133502" marB="1335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26201A"/>
                    </a:solidFill>
                  </a:tcPr>
                </a:tc>
                <a:tc>
                  <a:txBody>
                    <a:bodyPr/>
                    <a:lstStyle/>
                    <a:p>
                      <a:pPr algn="r" indent="0" marL="0">
                        <a:buNone/>
                      </a:pPr>
                      <a:r>
                        <a:rPr lang="en-US" sz="900" dirty="0">
                          <a:solidFill>
                            <a:srgbClr val="EFE6D3"/>
                          </a:solidFill>
                          <a:latin typeface="IBM Plex Mono" pitchFamily="34" charset="0"/>
                          <a:ea typeface="IBM Plex Mono" pitchFamily="34" charset="-122"/>
                          <a:cs typeface="IBM Plex Mono" pitchFamily="34" charset="-120"/>
                        </a:rPr>
                        <a:t>SPEC</a:t>
                      </a:r>
                      <a:endParaRPr lang="en-US" sz="900" dirty="0">
                        <a:latin typeface="IBM Plex Mono" charset="0"/>
                        <a:ea typeface="IBM Plex Mono" charset="0"/>
                        <a:cs typeface="IBM Plex Mono" charset="0"/>
                      </a:endParaRPr>
                    </a:p>
                  </a:txBody>
                  <a:tcPr marL="133502" marR="133502" marT="133502" marB="1335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26201A"/>
                    </a:solidFill>
                  </a:tcPr>
                </a:tc>
                <a:tc>
                  <a:txBody>
                    <a:bodyPr/>
                    <a:lstStyle/>
                    <a:p>
                      <a:pPr algn="r" indent="0" marL="0">
                        <a:buNone/>
                      </a:pPr>
                      <a:r>
                        <a:rPr lang="en-US" sz="900" dirty="0">
                          <a:solidFill>
                            <a:srgbClr val="EFE6D3"/>
                          </a:solidFill>
                          <a:latin typeface="IBM Plex Mono" pitchFamily="34" charset="0"/>
                          <a:ea typeface="IBM Plex Mono" pitchFamily="34" charset="-122"/>
                          <a:cs typeface="IBM Plex Mono" pitchFamily="34" charset="-120"/>
                        </a:rPr>
                        <a:t>FLAG</a:t>
                      </a:r>
                      <a:endParaRPr lang="en-US" sz="900" dirty="0">
                        <a:latin typeface="IBM Plex Mono" charset="0"/>
                        <a:ea typeface="IBM Plex Mono" charset="0"/>
                        <a:cs typeface="IBM Plex Mono" charset="0"/>
                      </a:endParaRPr>
                    </a:p>
                  </a:txBody>
                  <a:tcPr marL="133502" marR="133502" marT="133502" marB="1335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26201A"/>
                    </a:solidFill>
                  </a:tcPr>
                </a:tc>
              </a:tr>
              <a:tr h="527495">
                <a:tc>
                  <a:txBody>
                    <a:bodyPr/>
                    <a:lstStyle/>
                    <a:p>
                      <a:pPr indent="0" marL="0">
                        <a:buNone/>
                      </a:pPr>
                      <a:r>
                        <a:rPr lang="en-US" sz="1050" b="1" dirty="0">
                          <a:solidFill>
                            <a:srgbClr val="1C1D24"/>
                          </a:solidFill>
                          <a:latin typeface="IBM Plex Mono" pitchFamily="34" charset="0"/>
                          <a:ea typeface="IBM Plex Mono" pitchFamily="34" charset="-122"/>
                          <a:cs typeface="IBM Plex Mono" pitchFamily="34" charset="-120"/>
                        </a:rPr>
                        <a:t>mean</a:t>
                      </a:r>
                      <a:endParaRPr lang="en-US" sz="1050" dirty="0">
                        <a:latin typeface="IBM Plex Mono" charset="0"/>
                        <a:ea typeface="IBM Plex Mono" charset="0"/>
                        <a:cs typeface="IBM Plex Mono" charset="0"/>
                      </a:endParaRPr>
                    </a:p>
                  </a:txBody>
                  <a:tcPr marL="133502" marR="133502" marT="133502" marB="1335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050" dirty="0">
                          <a:solidFill>
                            <a:srgbClr val="665B46"/>
                          </a:solidFill>
                          <a:latin typeface="IBM Plex Mono" pitchFamily="34" charset="0"/>
                          <a:ea typeface="IBM Plex Mono" pitchFamily="34" charset="-122"/>
                          <a:cs typeface="IBM Plex Mono" pitchFamily="34" charset="-120"/>
                        </a:rPr>
                        <a:t>nm</a:t>
                      </a:r>
                      <a:endParaRPr lang="en-US" sz="1050" dirty="0">
                        <a:latin typeface="IBM Plex Mono" charset="0"/>
                        <a:ea typeface="IBM Plex Mono" charset="0"/>
                        <a:cs typeface="IBM Plex Mono" charset="0"/>
                      </a:endParaRPr>
                    </a:p>
                  </a:txBody>
                  <a:tcPr marL="133502" marR="133502" marT="133502" marB="1335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050" dirty="0">
                          <a:solidFill>
                            <a:srgbClr val="1C1D24"/>
                          </a:solidFill>
                          <a:latin typeface="IBM Plex Mono" pitchFamily="34" charset="0"/>
                          <a:ea typeface="IBM Plex Mono" pitchFamily="34" charset="-122"/>
                          <a:cs typeface="IBM Plex Mono" pitchFamily="34" charset="-120"/>
                        </a:rPr>
                        <a:t>23.41</a:t>
                      </a:r>
                      <a:endParaRPr lang="en-US" sz="1050" dirty="0">
                        <a:latin typeface="IBM Plex Mono" charset="0"/>
                        <a:ea typeface="IBM Plex Mono" charset="0"/>
                        <a:cs typeface="IBM Plex Mono" charset="0"/>
                      </a:endParaRPr>
                    </a:p>
                  </a:txBody>
                  <a:tcPr marL="133502" marR="133502" marT="133502" marB="1335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050" dirty="0">
                          <a:solidFill>
                            <a:srgbClr val="1C1D24"/>
                          </a:solidFill>
                          <a:latin typeface="IBM Plex Mono" pitchFamily="34" charset="0"/>
                          <a:ea typeface="IBM Plex Mono" pitchFamily="34" charset="-122"/>
                          <a:cs typeface="IBM Plex Mono" pitchFamily="34" charset="-120"/>
                        </a:rPr>
                        <a:t>23.38</a:t>
                      </a:r>
                      <a:endParaRPr lang="en-US" sz="1050" dirty="0">
                        <a:latin typeface="IBM Plex Mono" charset="0"/>
                        <a:ea typeface="IBM Plex Mono" charset="0"/>
                        <a:cs typeface="IBM Plex Mono" charset="0"/>
                      </a:endParaRPr>
                    </a:p>
                  </a:txBody>
                  <a:tcPr marL="133502" marR="133502" marT="133502" marB="1335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050" dirty="0">
                          <a:solidFill>
                            <a:srgbClr val="1C1D24"/>
                          </a:solidFill>
                          <a:latin typeface="IBM Plex Mono" pitchFamily="34" charset="0"/>
                          <a:ea typeface="IBM Plex Mono" pitchFamily="34" charset="-122"/>
                          <a:cs typeface="IBM Plex Mono" pitchFamily="34" charset="-120"/>
                        </a:rPr>
                        <a:t>23.43</a:t>
                      </a:r>
                      <a:endParaRPr lang="en-US" sz="1050" dirty="0">
                        <a:latin typeface="IBM Plex Mono" charset="0"/>
                        <a:ea typeface="IBM Plex Mono" charset="0"/>
                        <a:cs typeface="IBM Plex Mono" charset="0"/>
                      </a:endParaRPr>
                    </a:p>
                  </a:txBody>
                  <a:tcPr marL="133502" marR="133502" marT="133502" marB="1335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050" dirty="0">
                          <a:solidFill>
                            <a:srgbClr val="665B46"/>
                          </a:solidFill>
                          <a:latin typeface="IBM Plex Mono" pitchFamily="34" charset="0"/>
                          <a:ea typeface="IBM Plex Mono" pitchFamily="34" charset="-122"/>
                          <a:cs typeface="IBM Plex Mono" pitchFamily="34" charset="-120"/>
                        </a:rPr>
                        <a:t>23.4 ± 0.6</a:t>
                      </a:r>
                      <a:endParaRPr lang="en-US" sz="1050" dirty="0">
                        <a:latin typeface="IBM Plex Mono" charset="0"/>
                        <a:ea typeface="IBM Plex Mono" charset="0"/>
                        <a:cs typeface="IBM Plex Mono" charset="0"/>
                      </a:endParaRPr>
                    </a:p>
                  </a:txBody>
                  <a:tcPr marL="133502" marR="133502" marT="133502" marB="1335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050" b="1" dirty="0">
                          <a:solidFill>
                            <a:srgbClr val="3D7251"/>
                          </a:solidFill>
                          <a:latin typeface="IBM Plex Mono" pitchFamily="34" charset="0"/>
                          <a:ea typeface="IBM Plex Mono" pitchFamily="34" charset="-122"/>
                          <a:cs typeface="IBM Plex Mono" pitchFamily="34" charset="-120"/>
                        </a:rPr>
                        <a:t>IN</a:t>
                      </a:r>
                      <a:endParaRPr lang="en-US" sz="1050" dirty="0">
                        <a:latin typeface="IBM Plex Mono" charset="0"/>
                        <a:ea typeface="IBM Plex Mono" charset="0"/>
                        <a:cs typeface="IBM Plex Mono" charset="0"/>
                      </a:endParaRPr>
                    </a:p>
                  </a:txBody>
                  <a:tcPr marL="133502" marR="133502" marT="133502" marB="1335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r h="527495">
                <a:tc>
                  <a:txBody>
                    <a:bodyPr/>
                    <a:lstStyle/>
                    <a:p>
                      <a:pPr indent="0" marL="0">
                        <a:buNone/>
                      </a:pPr>
                      <a:r>
                        <a:rPr lang="en-US" sz="1050" b="1" dirty="0">
                          <a:solidFill>
                            <a:srgbClr val="1C1D24"/>
                          </a:solidFill>
                          <a:latin typeface="IBM Plex Mono" pitchFamily="34" charset="0"/>
                          <a:ea typeface="IBM Plex Mono" pitchFamily="34" charset="-122"/>
                          <a:cs typeface="IBM Plex Mono" pitchFamily="34" charset="-120"/>
                        </a:rPr>
                        <a:t>3σ</a:t>
                      </a:r>
                      <a:endParaRPr lang="en-US" sz="1050" dirty="0">
                        <a:latin typeface="IBM Plex Mono" charset="0"/>
                        <a:ea typeface="IBM Plex Mono" charset="0"/>
                        <a:cs typeface="IBM Plex Mono" charset="0"/>
                      </a:endParaRPr>
                    </a:p>
                  </a:txBody>
                  <a:tcPr marL="133502" marR="133502" marT="133502" marB="1335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8DEC4">
                        <a:alpha val="40000"/>
                      </a:srgbClr>
                    </a:solidFill>
                  </a:tcPr>
                </a:tc>
                <a:tc>
                  <a:txBody>
                    <a:bodyPr/>
                    <a:lstStyle/>
                    <a:p>
                      <a:pPr indent="0" marL="0">
                        <a:buNone/>
                      </a:pPr>
                      <a:r>
                        <a:rPr lang="en-US" sz="1050" dirty="0">
                          <a:solidFill>
                            <a:srgbClr val="665B46"/>
                          </a:solidFill>
                          <a:latin typeface="IBM Plex Mono" pitchFamily="34" charset="0"/>
                          <a:ea typeface="IBM Plex Mono" pitchFamily="34" charset="-122"/>
                          <a:cs typeface="IBM Plex Mono" pitchFamily="34" charset="-120"/>
                        </a:rPr>
                        <a:t>nm</a:t>
                      </a:r>
                      <a:endParaRPr lang="en-US" sz="1050" dirty="0">
                        <a:latin typeface="IBM Plex Mono" charset="0"/>
                        <a:ea typeface="IBM Plex Mono" charset="0"/>
                        <a:cs typeface="IBM Plex Mono" charset="0"/>
                      </a:endParaRPr>
                    </a:p>
                  </a:txBody>
                  <a:tcPr marL="133502" marR="133502" marT="133502" marB="1335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8DEC4">
                        <a:alpha val="40000"/>
                      </a:srgbClr>
                    </a:solidFill>
                  </a:tcPr>
                </a:tc>
                <a:tc>
                  <a:txBody>
                    <a:bodyPr/>
                    <a:lstStyle/>
                    <a:p>
                      <a:pPr algn="r" indent="0" marL="0">
                        <a:buNone/>
                      </a:pPr>
                      <a:r>
                        <a:rPr lang="en-US" sz="1050" dirty="0">
                          <a:solidFill>
                            <a:srgbClr val="1C1D24"/>
                          </a:solidFill>
                          <a:latin typeface="IBM Plex Mono" pitchFamily="34" charset="0"/>
                          <a:ea typeface="IBM Plex Mono" pitchFamily="34" charset="-122"/>
                          <a:cs typeface="IBM Plex Mono" pitchFamily="34" charset="-120"/>
                        </a:rPr>
                        <a:t>0.62</a:t>
                      </a:r>
                      <a:endParaRPr lang="en-US" sz="1050" dirty="0">
                        <a:latin typeface="IBM Plex Mono" charset="0"/>
                        <a:ea typeface="IBM Plex Mono" charset="0"/>
                        <a:cs typeface="IBM Plex Mono" charset="0"/>
                      </a:endParaRPr>
                    </a:p>
                  </a:txBody>
                  <a:tcPr marL="133502" marR="133502" marT="133502" marB="1335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8DEC4">
                        <a:alpha val="40000"/>
                      </a:srgbClr>
                    </a:solidFill>
                  </a:tcPr>
                </a:tc>
                <a:tc>
                  <a:txBody>
                    <a:bodyPr/>
                    <a:lstStyle/>
                    <a:p>
                      <a:pPr algn="r" indent="0" marL="0">
                        <a:buNone/>
                      </a:pPr>
                      <a:r>
                        <a:rPr lang="en-US" sz="1050" b="1" dirty="0">
                          <a:solidFill>
                            <a:srgbClr val="2C5B62"/>
                          </a:solidFill>
                          <a:latin typeface="IBM Plex Mono" pitchFamily="34" charset="0"/>
                          <a:ea typeface="IBM Plex Mono" pitchFamily="34" charset="-122"/>
                          <a:cs typeface="IBM Plex Mono" pitchFamily="34" charset="-120"/>
                        </a:rPr>
                        <a:t>0.58</a:t>
                      </a:r>
                      <a:endParaRPr lang="en-US" sz="1050" dirty="0">
                        <a:latin typeface="IBM Plex Mono" charset="0"/>
                        <a:ea typeface="IBM Plex Mono" charset="0"/>
                        <a:cs typeface="IBM Plex Mono" charset="0"/>
                      </a:endParaRPr>
                    </a:p>
                  </a:txBody>
                  <a:tcPr marL="133502" marR="133502" marT="133502" marB="1335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8DEC4">
                        <a:alpha val="40000"/>
                      </a:srgbClr>
                    </a:solidFill>
                  </a:tcPr>
                </a:tc>
                <a:tc>
                  <a:txBody>
                    <a:bodyPr/>
                    <a:lstStyle/>
                    <a:p>
                      <a:pPr algn="r" indent="0" marL="0">
                        <a:buNone/>
                      </a:pPr>
                      <a:r>
                        <a:rPr lang="en-US" sz="1050" dirty="0">
                          <a:solidFill>
                            <a:srgbClr val="1C1D24"/>
                          </a:solidFill>
                          <a:latin typeface="IBM Plex Mono" pitchFamily="34" charset="0"/>
                          <a:ea typeface="IBM Plex Mono" pitchFamily="34" charset="-122"/>
                          <a:cs typeface="IBM Plex Mono" pitchFamily="34" charset="-120"/>
                        </a:rPr>
                        <a:t>0.71</a:t>
                      </a:r>
                      <a:endParaRPr lang="en-US" sz="1050" dirty="0">
                        <a:latin typeface="IBM Plex Mono" charset="0"/>
                        <a:ea typeface="IBM Plex Mono" charset="0"/>
                        <a:cs typeface="IBM Plex Mono" charset="0"/>
                      </a:endParaRPr>
                    </a:p>
                  </a:txBody>
                  <a:tcPr marL="133502" marR="133502" marT="133502" marB="1335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8DEC4">
                        <a:alpha val="40000"/>
                      </a:srgbClr>
                    </a:solidFill>
                  </a:tcPr>
                </a:tc>
                <a:tc>
                  <a:txBody>
                    <a:bodyPr/>
                    <a:lstStyle/>
                    <a:p>
                      <a:pPr algn="r" indent="0" marL="0">
                        <a:buNone/>
                      </a:pPr>
                      <a:r>
                        <a:rPr lang="en-US" sz="1050" dirty="0">
                          <a:solidFill>
                            <a:srgbClr val="665B46"/>
                          </a:solidFill>
                          <a:latin typeface="IBM Plex Mono" pitchFamily="34" charset="0"/>
                          <a:ea typeface="IBM Plex Mono" pitchFamily="34" charset="-122"/>
                          <a:cs typeface="IBM Plex Mono" pitchFamily="34" charset="-120"/>
                        </a:rPr>
                        <a:t>≤ 0.8</a:t>
                      </a:r>
                      <a:endParaRPr lang="en-US" sz="1050" dirty="0">
                        <a:latin typeface="IBM Plex Mono" charset="0"/>
                        <a:ea typeface="IBM Plex Mono" charset="0"/>
                        <a:cs typeface="IBM Plex Mono" charset="0"/>
                      </a:endParaRPr>
                    </a:p>
                  </a:txBody>
                  <a:tcPr marL="133502" marR="133502" marT="133502" marB="1335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8DEC4">
                        <a:alpha val="40000"/>
                      </a:srgbClr>
                    </a:solidFill>
                  </a:tcPr>
                </a:tc>
                <a:tc>
                  <a:txBody>
                    <a:bodyPr/>
                    <a:lstStyle/>
                    <a:p>
                      <a:pPr algn="r" indent="0" marL="0">
                        <a:buNone/>
                      </a:pPr>
                      <a:r>
                        <a:rPr lang="en-US" sz="1050" b="1" dirty="0">
                          <a:solidFill>
                            <a:srgbClr val="3D7251"/>
                          </a:solidFill>
                          <a:latin typeface="IBM Plex Mono" pitchFamily="34" charset="0"/>
                          <a:ea typeface="IBM Plex Mono" pitchFamily="34" charset="-122"/>
                          <a:cs typeface="IBM Plex Mono" pitchFamily="34" charset="-120"/>
                        </a:rPr>
                        <a:t>OK</a:t>
                      </a:r>
                      <a:endParaRPr lang="en-US" sz="1050" dirty="0">
                        <a:latin typeface="IBM Plex Mono" charset="0"/>
                        <a:ea typeface="IBM Plex Mono" charset="0"/>
                        <a:cs typeface="IBM Plex Mono" charset="0"/>
                      </a:endParaRPr>
                    </a:p>
                  </a:txBody>
                  <a:tcPr marL="133502" marR="133502" marT="133502" marB="1335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8DEC4">
                        <a:alpha val="40000"/>
                      </a:srgbClr>
                    </a:solidFill>
                  </a:tcPr>
                </a:tc>
              </a:tr>
              <a:tr h="527495">
                <a:tc>
                  <a:txBody>
                    <a:bodyPr/>
                    <a:lstStyle/>
                    <a:p>
                      <a:pPr indent="0" marL="0">
                        <a:buNone/>
                      </a:pPr>
                      <a:r>
                        <a:rPr lang="en-US" sz="1050" b="1" dirty="0">
                          <a:solidFill>
                            <a:srgbClr val="1C1D24"/>
                          </a:solidFill>
                          <a:latin typeface="IBM Plex Mono" pitchFamily="34" charset="0"/>
                          <a:ea typeface="IBM Plex Mono" pitchFamily="34" charset="-122"/>
                          <a:cs typeface="IBM Plex Mono" pitchFamily="34" charset="-120"/>
                        </a:rPr>
                        <a:t>min</a:t>
                      </a:r>
                      <a:endParaRPr lang="en-US" sz="1050" dirty="0">
                        <a:latin typeface="IBM Plex Mono" charset="0"/>
                        <a:ea typeface="IBM Plex Mono" charset="0"/>
                        <a:cs typeface="IBM Plex Mono" charset="0"/>
                      </a:endParaRPr>
                    </a:p>
                  </a:txBody>
                  <a:tcPr marL="133502" marR="133502" marT="133502" marB="1335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050" dirty="0">
                          <a:solidFill>
                            <a:srgbClr val="665B46"/>
                          </a:solidFill>
                          <a:latin typeface="IBM Plex Mono" pitchFamily="34" charset="0"/>
                          <a:ea typeface="IBM Plex Mono" pitchFamily="34" charset="-122"/>
                          <a:cs typeface="IBM Plex Mono" pitchFamily="34" charset="-120"/>
                        </a:rPr>
                        <a:t>nm</a:t>
                      </a:r>
                      <a:endParaRPr lang="en-US" sz="1050" dirty="0">
                        <a:latin typeface="IBM Plex Mono" charset="0"/>
                        <a:ea typeface="IBM Plex Mono" charset="0"/>
                        <a:cs typeface="IBM Plex Mono" charset="0"/>
                      </a:endParaRPr>
                    </a:p>
                  </a:txBody>
                  <a:tcPr marL="133502" marR="133502" marT="133502" marB="1335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050" dirty="0">
                          <a:solidFill>
                            <a:srgbClr val="1C1D24"/>
                          </a:solidFill>
                          <a:latin typeface="IBM Plex Mono" pitchFamily="34" charset="0"/>
                          <a:ea typeface="IBM Plex Mono" pitchFamily="34" charset="-122"/>
                          <a:cs typeface="IBM Plex Mono" pitchFamily="34" charset="-120"/>
                        </a:rPr>
                        <a:t>23.05</a:t>
                      </a:r>
                      <a:endParaRPr lang="en-US" sz="1050" dirty="0">
                        <a:latin typeface="IBM Plex Mono" charset="0"/>
                        <a:ea typeface="IBM Plex Mono" charset="0"/>
                        <a:cs typeface="IBM Plex Mono" charset="0"/>
                      </a:endParaRPr>
                    </a:p>
                  </a:txBody>
                  <a:tcPr marL="133502" marR="133502" marT="133502" marB="1335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050" dirty="0">
                          <a:solidFill>
                            <a:srgbClr val="1C1D24"/>
                          </a:solidFill>
                          <a:latin typeface="IBM Plex Mono" pitchFamily="34" charset="0"/>
                          <a:ea typeface="IBM Plex Mono" pitchFamily="34" charset="-122"/>
                          <a:cs typeface="IBM Plex Mono" pitchFamily="34" charset="-120"/>
                        </a:rPr>
                        <a:t>22.98</a:t>
                      </a:r>
                      <a:endParaRPr lang="en-US" sz="1050" dirty="0">
                        <a:latin typeface="IBM Plex Mono" charset="0"/>
                        <a:ea typeface="IBM Plex Mono" charset="0"/>
                        <a:cs typeface="IBM Plex Mono" charset="0"/>
                      </a:endParaRPr>
                    </a:p>
                  </a:txBody>
                  <a:tcPr marL="133502" marR="133502" marT="133502" marB="1335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050" b="1" dirty="0">
                          <a:solidFill>
                            <a:srgbClr val="A04638"/>
                          </a:solidFill>
                          <a:latin typeface="IBM Plex Mono" pitchFamily="34" charset="0"/>
                          <a:ea typeface="IBM Plex Mono" pitchFamily="34" charset="-122"/>
                          <a:cs typeface="IBM Plex Mono" pitchFamily="34" charset="-120"/>
                        </a:rPr>
                        <a:t>22.94</a:t>
                      </a:r>
                      <a:endParaRPr lang="en-US" sz="1050" dirty="0">
                        <a:latin typeface="IBM Plex Mono" charset="0"/>
                        <a:ea typeface="IBM Plex Mono" charset="0"/>
                        <a:cs typeface="IBM Plex Mono" charset="0"/>
                      </a:endParaRPr>
                    </a:p>
                  </a:txBody>
                  <a:tcPr marL="133502" marR="133502" marT="133502" marB="1335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050" dirty="0">
                          <a:solidFill>
                            <a:srgbClr val="665B46"/>
                          </a:solidFill>
                          <a:latin typeface="IBM Plex Mono" pitchFamily="34" charset="0"/>
                          <a:ea typeface="IBM Plex Mono" pitchFamily="34" charset="-122"/>
                          <a:cs typeface="IBM Plex Mono" pitchFamily="34" charset="-120"/>
                        </a:rPr>
                        <a:t>≥ 22.6</a:t>
                      </a:r>
                      <a:endParaRPr lang="en-US" sz="1050" dirty="0">
                        <a:latin typeface="IBM Plex Mono" charset="0"/>
                        <a:ea typeface="IBM Plex Mono" charset="0"/>
                        <a:cs typeface="IBM Plex Mono" charset="0"/>
                      </a:endParaRPr>
                    </a:p>
                  </a:txBody>
                  <a:tcPr marL="133502" marR="133502" marT="133502" marB="1335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050" b="1" dirty="0">
                          <a:solidFill>
                            <a:srgbClr val="3D7251"/>
                          </a:solidFill>
                          <a:latin typeface="IBM Plex Mono" pitchFamily="34" charset="0"/>
                          <a:ea typeface="IBM Plex Mono" pitchFamily="34" charset="-122"/>
                          <a:cs typeface="IBM Plex Mono" pitchFamily="34" charset="-120"/>
                        </a:rPr>
                        <a:t>OK</a:t>
                      </a:r>
                      <a:endParaRPr lang="en-US" sz="1050" dirty="0">
                        <a:latin typeface="IBM Plex Mono" charset="0"/>
                        <a:ea typeface="IBM Plex Mono" charset="0"/>
                        <a:cs typeface="IBM Plex Mono" charset="0"/>
                      </a:endParaRPr>
                    </a:p>
                  </a:txBody>
                  <a:tcPr marL="133502" marR="133502" marT="133502" marB="1335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r h="527495">
                <a:tc>
                  <a:txBody>
                    <a:bodyPr/>
                    <a:lstStyle/>
                    <a:p>
                      <a:pPr indent="0" marL="0">
                        <a:buNone/>
                      </a:pPr>
                      <a:r>
                        <a:rPr lang="en-US" sz="1050" b="1" dirty="0">
                          <a:solidFill>
                            <a:srgbClr val="1C1D24"/>
                          </a:solidFill>
                          <a:latin typeface="IBM Plex Mono" pitchFamily="34" charset="0"/>
                          <a:ea typeface="IBM Plex Mono" pitchFamily="34" charset="-122"/>
                          <a:cs typeface="IBM Plex Mono" pitchFamily="34" charset="-120"/>
                        </a:rPr>
                        <a:t>max</a:t>
                      </a:r>
                      <a:endParaRPr lang="en-US" sz="1050" dirty="0">
                        <a:latin typeface="IBM Plex Mono" charset="0"/>
                        <a:ea typeface="IBM Plex Mono" charset="0"/>
                        <a:cs typeface="IBM Plex Mono" charset="0"/>
                      </a:endParaRPr>
                    </a:p>
                  </a:txBody>
                  <a:tcPr marL="133502" marR="133502" marT="133502" marB="1335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8DEC4">
                        <a:alpha val="40000"/>
                      </a:srgbClr>
                    </a:solidFill>
                  </a:tcPr>
                </a:tc>
                <a:tc>
                  <a:txBody>
                    <a:bodyPr/>
                    <a:lstStyle/>
                    <a:p>
                      <a:pPr indent="0" marL="0">
                        <a:buNone/>
                      </a:pPr>
                      <a:r>
                        <a:rPr lang="en-US" sz="1050" dirty="0">
                          <a:solidFill>
                            <a:srgbClr val="665B46"/>
                          </a:solidFill>
                          <a:latin typeface="IBM Plex Mono" pitchFamily="34" charset="0"/>
                          <a:ea typeface="IBM Plex Mono" pitchFamily="34" charset="-122"/>
                          <a:cs typeface="IBM Plex Mono" pitchFamily="34" charset="-120"/>
                        </a:rPr>
                        <a:t>nm</a:t>
                      </a:r>
                      <a:endParaRPr lang="en-US" sz="1050" dirty="0">
                        <a:latin typeface="IBM Plex Mono" charset="0"/>
                        <a:ea typeface="IBM Plex Mono" charset="0"/>
                        <a:cs typeface="IBM Plex Mono" charset="0"/>
                      </a:endParaRPr>
                    </a:p>
                  </a:txBody>
                  <a:tcPr marL="133502" marR="133502" marT="133502" marB="1335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8DEC4">
                        <a:alpha val="40000"/>
                      </a:srgbClr>
                    </a:solidFill>
                  </a:tcPr>
                </a:tc>
                <a:tc>
                  <a:txBody>
                    <a:bodyPr/>
                    <a:lstStyle/>
                    <a:p>
                      <a:pPr algn="r" indent="0" marL="0">
                        <a:buNone/>
                      </a:pPr>
                      <a:r>
                        <a:rPr lang="en-US" sz="1050" dirty="0">
                          <a:solidFill>
                            <a:srgbClr val="1C1D24"/>
                          </a:solidFill>
                          <a:latin typeface="IBM Plex Mono" pitchFamily="34" charset="0"/>
                          <a:ea typeface="IBM Plex Mono" pitchFamily="34" charset="-122"/>
                          <a:cs typeface="IBM Plex Mono" pitchFamily="34" charset="-120"/>
                        </a:rPr>
                        <a:t>23.78</a:t>
                      </a:r>
                      <a:endParaRPr lang="en-US" sz="1050" dirty="0">
                        <a:latin typeface="IBM Plex Mono" charset="0"/>
                        <a:ea typeface="IBM Plex Mono" charset="0"/>
                        <a:cs typeface="IBM Plex Mono" charset="0"/>
                      </a:endParaRPr>
                    </a:p>
                  </a:txBody>
                  <a:tcPr marL="133502" marR="133502" marT="133502" marB="1335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8DEC4">
                        <a:alpha val="40000"/>
                      </a:srgbClr>
                    </a:solidFill>
                  </a:tcPr>
                </a:tc>
                <a:tc>
                  <a:txBody>
                    <a:bodyPr/>
                    <a:lstStyle/>
                    <a:p>
                      <a:pPr algn="r" indent="0" marL="0">
                        <a:buNone/>
                      </a:pPr>
                      <a:r>
                        <a:rPr lang="en-US" sz="1050" dirty="0">
                          <a:solidFill>
                            <a:srgbClr val="1C1D24"/>
                          </a:solidFill>
                          <a:latin typeface="IBM Plex Mono" pitchFamily="34" charset="0"/>
                          <a:ea typeface="IBM Plex Mono" pitchFamily="34" charset="-122"/>
                          <a:cs typeface="IBM Plex Mono" pitchFamily="34" charset="-120"/>
                        </a:rPr>
                        <a:t>23.71</a:t>
                      </a:r>
                      <a:endParaRPr lang="en-US" sz="1050" dirty="0">
                        <a:latin typeface="IBM Plex Mono" charset="0"/>
                        <a:ea typeface="IBM Plex Mono" charset="0"/>
                        <a:cs typeface="IBM Plex Mono" charset="0"/>
                      </a:endParaRPr>
                    </a:p>
                  </a:txBody>
                  <a:tcPr marL="133502" marR="133502" marT="133502" marB="1335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8DEC4">
                        <a:alpha val="40000"/>
                      </a:srgbClr>
                    </a:solidFill>
                  </a:tcPr>
                </a:tc>
                <a:tc>
                  <a:txBody>
                    <a:bodyPr/>
                    <a:lstStyle/>
                    <a:p>
                      <a:pPr algn="r" indent="0" marL="0">
                        <a:buNone/>
                      </a:pPr>
                      <a:r>
                        <a:rPr lang="en-US" sz="1050" b="1" dirty="0">
                          <a:solidFill>
                            <a:srgbClr val="C25028"/>
                          </a:solidFill>
                          <a:latin typeface="IBM Plex Mono" pitchFamily="34" charset="0"/>
                          <a:ea typeface="IBM Plex Mono" pitchFamily="34" charset="-122"/>
                          <a:cs typeface="IBM Plex Mono" pitchFamily="34" charset="-120"/>
                        </a:rPr>
                        <a:t>23.91</a:t>
                      </a:r>
                      <a:endParaRPr lang="en-US" sz="1050" dirty="0">
                        <a:latin typeface="IBM Plex Mono" charset="0"/>
                        <a:ea typeface="IBM Plex Mono" charset="0"/>
                        <a:cs typeface="IBM Plex Mono" charset="0"/>
                      </a:endParaRPr>
                    </a:p>
                  </a:txBody>
                  <a:tcPr marL="133502" marR="133502" marT="133502" marB="1335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8DEC4">
                        <a:alpha val="40000"/>
                      </a:srgbClr>
                    </a:solidFill>
                  </a:tcPr>
                </a:tc>
                <a:tc>
                  <a:txBody>
                    <a:bodyPr/>
                    <a:lstStyle/>
                    <a:p>
                      <a:pPr algn="r" indent="0" marL="0">
                        <a:buNone/>
                      </a:pPr>
                      <a:r>
                        <a:rPr lang="en-US" sz="1050" dirty="0">
                          <a:solidFill>
                            <a:srgbClr val="665B46"/>
                          </a:solidFill>
                          <a:latin typeface="IBM Plex Mono" pitchFamily="34" charset="0"/>
                          <a:ea typeface="IBM Plex Mono" pitchFamily="34" charset="-122"/>
                          <a:cs typeface="IBM Plex Mono" pitchFamily="34" charset="-120"/>
                        </a:rPr>
                        <a:t>≤ 24.2</a:t>
                      </a:r>
                      <a:endParaRPr lang="en-US" sz="1050" dirty="0">
                        <a:latin typeface="IBM Plex Mono" charset="0"/>
                        <a:ea typeface="IBM Plex Mono" charset="0"/>
                        <a:cs typeface="IBM Plex Mono" charset="0"/>
                      </a:endParaRPr>
                    </a:p>
                  </a:txBody>
                  <a:tcPr marL="133502" marR="133502" marT="133502" marB="1335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8DEC4">
                        <a:alpha val="40000"/>
                      </a:srgbClr>
                    </a:solidFill>
                  </a:tcPr>
                </a:tc>
                <a:tc>
                  <a:txBody>
                    <a:bodyPr/>
                    <a:lstStyle/>
                    <a:p>
                      <a:pPr algn="r" indent="0" marL="0">
                        <a:buNone/>
                      </a:pPr>
                      <a:r>
                        <a:rPr lang="en-US" sz="1050" b="1" dirty="0">
                          <a:solidFill>
                            <a:srgbClr val="3D7251"/>
                          </a:solidFill>
                          <a:latin typeface="IBM Plex Mono" pitchFamily="34" charset="0"/>
                          <a:ea typeface="IBM Plex Mono" pitchFamily="34" charset="-122"/>
                          <a:cs typeface="IBM Plex Mono" pitchFamily="34" charset="-120"/>
                        </a:rPr>
                        <a:t>OK</a:t>
                      </a:r>
                      <a:endParaRPr lang="en-US" sz="1050" dirty="0">
                        <a:latin typeface="IBM Plex Mono" charset="0"/>
                        <a:ea typeface="IBM Plex Mono" charset="0"/>
                        <a:cs typeface="IBM Plex Mono" charset="0"/>
                      </a:endParaRPr>
                    </a:p>
                  </a:txBody>
                  <a:tcPr marL="133502" marR="133502" marT="133502" marB="1335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8DEC4">
                        <a:alpha val="40000"/>
                      </a:srgbClr>
                    </a:solidFill>
                  </a:tcPr>
                </a:tc>
              </a:tr>
              <a:tr h="527495">
                <a:tc>
                  <a:txBody>
                    <a:bodyPr/>
                    <a:lstStyle/>
                    <a:p>
                      <a:pPr indent="0" marL="0">
                        <a:buNone/>
                      </a:pPr>
                      <a:r>
                        <a:rPr lang="en-US" sz="1050" b="1" dirty="0">
                          <a:solidFill>
                            <a:srgbClr val="1C1D24"/>
                          </a:solidFill>
                          <a:latin typeface="IBM Plex Mono" pitchFamily="34" charset="0"/>
                          <a:ea typeface="IBM Plex Mono" pitchFamily="34" charset="-122"/>
                          <a:cs typeface="IBM Plex Mono" pitchFamily="34" charset="-120"/>
                        </a:rPr>
                        <a:t>range</a:t>
                      </a:r>
                      <a:endParaRPr lang="en-US" sz="1050" dirty="0">
                        <a:latin typeface="IBM Plex Mono" charset="0"/>
                        <a:ea typeface="IBM Plex Mono" charset="0"/>
                        <a:cs typeface="IBM Plex Mono" charset="0"/>
                      </a:endParaRPr>
                    </a:p>
                  </a:txBody>
                  <a:tcPr marL="133502" marR="133502" marT="133502" marB="1335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050" dirty="0">
                          <a:solidFill>
                            <a:srgbClr val="665B46"/>
                          </a:solidFill>
                          <a:latin typeface="IBM Plex Mono" pitchFamily="34" charset="0"/>
                          <a:ea typeface="IBM Plex Mono" pitchFamily="34" charset="-122"/>
                          <a:cs typeface="IBM Plex Mono" pitchFamily="34" charset="-120"/>
                        </a:rPr>
                        <a:t>nm</a:t>
                      </a:r>
                      <a:endParaRPr lang="en-US" sz="1050" dirty="0">
                        <a:latin typeface="IBM Plex Mono" charset="0"/>
                        <a:ea typeface="IBM Plex Mono" charset="0"/>
                        <a:cs typeface="IBM Plex Mono" charset="0"/>
                      </a:endParaRPr>
                    </a:p>
                  </a:txBody>
                  <a:tcPr marL="133502" marR="133502" marT="133502" marB="1335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050" dirty="0">
                          <a:solidFill>
                            <a:srgbClr val="1C1D24"/>
                          </a:solidFill>
                          <a:latin typeface="IBM Plex Mono" pitchFamily="34" charset="0"/>
                          <a:ea typeface="IBM Plex Mono" pitchFamily="34" charset="-122"/>
                          <a:cs typeface="IBM Plex Mono" pitchFamily="34" charset="-120"/>
                        </a:rPr>
                        <a:t>0.73</a:t>
                      </a:r>
                      <a:endParaRPr lang="en-US" sz="1050" dirty="0">
                        <a:latin typeface="IBM Plex Mono" charset="0"/>
                        <a:ea typeface="IBM Plex Mono" charset="0"/>
                        <a:cs typeface="IBM Plex Mono" charset="0"/>
                      </a:endParaRPr>
                    </a:p>
                  </a:txBody>
                  <a:tcPr marL="133502" marR="133502" marT="133502" marB="1335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050" dirty="0">
                          <a:solidFill>
                            <a:srgbClr val="1C1D24"/>
                          </a:solidFill>
                          <a:latin typeface="IBM Plex Mono" pitchFamily="34" charset="0"/>
                          <a:ea typeface="IBM Plex Mono" pitchFamily="34" charset="-122"/>
                          <a:cs typeface="IBM Plex Mono" pitchFamily="34" charset="-120"/>
                        </a:rPr>
                        <a:t>0.73</a:t>
                      </a:r>
                      <a:endParaRPr lang="en-US" sz="1050" dirty="0">
                        <a:latin typeface="IBM Plex Mono" charset="0"/>
                        <a:ea typeface="IBM Plex Mono" charset="0"/>
                        <a:cs typeface="IBM Plex Mono" charset="0"/>
                      </a:endParaRPr>
                    </a:p>
                  </a:txBody>
                  <a:tcPr marL="133502" marR="133502" marT="133502" marB="1335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050" b="1" dirty="0">
                          <a:solidFill>
                            <a:srgbClr val="C25028"/>
                          </a:solidFill>
                          <a:latin typeface="IBM Plex Mono" pitchFamily="34" charset="0"/>
                          <a:ea typeface="IBM Plex Mono" pitchFamily="34" charset="-122"/>
                          <a:cs typeface="IBM Plex Mono" pitchFamily="34" charset="-120"/>
                        </a:rPr>
                        <a:t>0.97</a:t>
                      </a:r>
                      <a:endParaRPr lang="en-US" sz="1050" dirty="0">
                        <a:latin typeface="IBM Plex Mono" charset="0"/>
                        <a:ea typeface="IBM Plex Mono" charset="0"/>
                        <a:cs typeface="IBM Plex Mono" charset="0"/>
                      </a:endParaRPr>
                    </a:p>
                  </a:txBody>
                  <a:tcPr marL="133502" marR="133502" marT="133502" marB="1335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050" dirty="0">
                          <a:solidFill>
                            <a:srgbClr val="665B46"/>
                          </a:solidFill>
                          <a:latin typeface="IBM Plex Mono" pitchFamily="34" charset="0"/>
                          <a:ea typeface="IBM Plex Mono" pitchFamily="34" charset="-122"/>
                          <a:cs typeface="IBM Plex Mono" pitchFamily="34" charset="-120"/>
                        </a:rPr>
                        <a:t>≤ 1.2</a:t>
                      </a:r>
                      <a:endParaRPr lang="en-US" sz="1050" dirty="0">
                        <a:latin typeface="IBM Plex Mono" charset="0"/>
                        <a:ea typeface="IBM Plex Mono" charset="0"/>
                        <a:cs typeface="IBM Plex Mono" charset="0"/>
                      </a:endParaRPr>
                    </a:p>
                  </a:txBody>
                  <a:tcPr marL="133502" marR="133502" marT="133502" marB="1335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050" b="1" dirty="0">
                          <a:solidFill>
                            <a:srgbClr val="3D7251"/>
                          </a:solidFill>
                          <a:latin typeface="IBM Plex Mono" pitchFamily="34" charset="0"/>
                          <a:ea typeface="IBM Plex Mono" pitchFamily="34" charset="-122"/>
                          <a:cs typeface="IBM Plex Mono" pitchFamily="34" charset="-120"/>
                        </a:rPr>
                        <a:t>OK</a:t>
                      </a:r>
                      <a:endParaRPr lang="en-US" sz="1050" dirty="0">
                        <a:latin typeface="IBM Plex Mono" charset="0"/>
                        <a:ea typeface="IBM Plex Mono" charset="0"/>
                        <a:cs typeface="IBM Plex Mono" charset="0"/>
                      </a:endParaRPr>
                    </a:p>
                  </a:txBody>
                  <a:tcPr marL="133502" marR="133502" marT="133502" marB="1335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r h="527495">
                <a:tc>
                  <a:txBody>
                    <a:bodyPr/>
                    <a:lstStyle/>
                    <a:p>
                      <a:pPr indent="0" marL="0">
                        <a:buNone/>
                      </a:pPr>
                      <a:r>
                        <a:rPr lang="en-US" sz="1050" b="1" dirty="0">
                          <a:solidFill>
                            <a:srgbClr val="1C1D24"/>
                          </a:solidFill>
                          <a:latin typeface="IBM Plex Mono" pitchFamily="34" charset="0"/>
                          <a:ea typeface="IBM Plex Mono" pitchFamily="34" charset="-122"/>
                          <a:cs typeface="IBM Plex Mono" pitchFamily="34" charset="-120"/>
                        </a:rPr>
                        <a:t>δ to target</a:t>
                      </a:r>
                      <a:endParaRPr lang="en-US" sz="1050" dirty="0">
                        <a:latin typeface="IBM Plex Mono" charset="0"/>
                        <a:ea typeface="IBM Plex Mono" charset="0"/>
                        <a:cs typeface="IBM Plex Mono" charset="0"/>
                      </a:endParaRPr>
                    </a:p>
                  </a:txBody>
                  <a:tcPr marL="133502" marR="133502" marT="133502" marB="1335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8DEC4">
                        <a:alpha val="40000"/>
                      </a:srgbClr>
                    </a:solidFill>
                  </a:tcPr>
                </a:tc>
                <a:tc>
                  <a:txBody>
                    <a:bodyPr/>
                    <a:lstStyle/>
                    <a:p>
                      <a:pPr indent="0" marL="0">
                        <a:buNone/>
                      </a:pPr>
                      <a:r>
                        <a:rPr lang="en-US" sz="1050" dirty="0">
                          <a:solidFill>
                            <a:srgbClr val="665B46"/>
                          </a:solidFill>
                          <a:latin typeface="IBM Plex Mono" pitchFamily="34" charset="0"/>
                          <a:ea typeface="IBM Plex Mono" pitchFamily="34" charset="-122"/>
                          <a:cs typeface="IBM Plex Mono" pitchFamily="34" charset="-120"/>
                        </a:rPr>
                        <a:t>nm</a:t>
                      </a:r>
                      <a:endParaRPr lang="en-US" sz="1050" dirty="0">
                        <a:latin typeface="IBM Plex Mono" charset="0"/>
                        <a:ea typeface="IBM Plex Mono" charset="0"/>
                        <a:cs typeface="IBM Plex Mono" charset="0"/>
                      </a:endParaRPr>
                    </a:p>
                  </a:txBody>
                  <a:tcPr marL="133502" marR="133502" marT="133502" marB="1335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8DEC4">
                        <a:alpha val="40000"/>
                      </a:srgbClr>
                    </a:solidFill>
                  </a:tcPr>
                </a:tc>
                <a:tc>
                  <a:txBody>
                    <a:bodyPr/>
                    <a:lstStyle/>
                    <a:p>
                      <a:pPr algn="r" indent="0" marL="0">
                        <a:buNone/>
                      </a:pPr>
                      <a:r>
                        <a:rPr lang="en-US" sz="1050" dirty="0">
                          <a:solidFill>
                            <a:srgbClr val="C25028"/>
                          </a:solidFill>
                          <a:latin typeface="IBM Plex Mono" pitchFamily="34" charset="0"/>
                          <a:ea typeface="IBM Plex Mono" pitchFamily="34" charset="-122"/>
                          <a:cs typeface="IBM Plex Mono" pitchFamily="34" charset="-120"/>
                        </a:rPr>
                        <a:t>+0.01</a:t>
                      </a:r>
                      <a:endParaRPr lang="en-US" sz="1050" dirty="0">
                        <a:latin typeface="IBM Plex Mono" charset="0"/>
                        <a:ea typeface="IBM Plex Mono" charset="0"/>
                        <a:cs typeface="IBM Plex Mono" charset="0"/>
                      </a:endParaRPr>
                    </a:p>
                  </a:txBody>
                  <a:tcPr marL="133502" marR="133502" marT="133502" marB="1335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8DEC4">
                        <a:alpha val="40000"/>
                      </a:srgbClr>
                    </a:solidFill>
                  </a:tcPr>
                </a:tc>
                <a:tc>
                  <a:txBody>
                    <a:bodyPr/>
                    <a:lstStyle/>
                    <a:p>
                      <a:pPr algn="r" indent="0" marL="0">
                        <a:buNone/>
                      </a:pPr>
                      <a:r>
                        <a:rPr lang="en-US" sz="1050" dirty="0">
                          <a:solidFill>
                            <a:srgbClr val="665B46"/>
                          </a:solidFill>
                          <a:latin typeface="IBM Plex Mono" pitchFamily="34" charset="0"/>
                          <a:ea typeface="IBM Plex Mono" pitchFamily="34" charset="-122"/>
                          <a:cs typeface="IBM Plex Mono" pitchFamily="34" charset="-120"/>
                        </a:rPr>
                        <a:t>−0.02</a:t>
                      </a:r>
                      <a:endParaRPr lang="en-US" sz="1050" dirty="0">
                        <a:latin typeface="IBM Plex Mono" charset="0"/>
                        <a:ea typeface="IBM Plex Mono" charset="0"/>
                        <a:cs typeface="IBM Plex Mono" charset="0"/>
                      </a:endParaRPr>
                    </a:p>
                  </a:txBody>
                  <a:tcPr marL="133502" marR="133502" marT="133502" marB="1335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8DEC4">
                        <a:alpha val="40000"/>
                      </a:srgbClr>
                    </a:solidFill>
                  </a:tcPr>
                </a:tc>
                <a:tc>
                  <a:txBody>
                    <a:bodyPr/>
                    <a:lstStyle/>
                    <a:p>
                      <a:pPr algn="r" indent="0" marL="0">
                        <a:buNone/>
                      </a:pPr>
                      <a:r>
                        <a:rPr lang="en-US" sz="1050" dirty="0">
                          <a:solidFill>
                            <a:srgbClr val="C25028"/>
                          </a:solidFill>
                          <a:latin typeface="IBM Plex Mono" pitchFamily="34" charset="0"/>
                          <a:ea typeface="IBM Plex Mono" pitchFamily="34" charset="-122"/>
                          <a:cs typeface="IBM Plex Mono" pitchFamily="34" charset="-120"/>
                        </a:rPr>
                        <a:t>+0.03</a:t>
                      </a:r>
                      <a:endParaRPr lang="en-US" sz="1050" dirty="0">
                        <a:latin typeface="IBM Plex Mono" charset="0"/>
                        <a:ea typeface="IBM Plex Mono" charset="0"/>
                        <a:cs typeface="IBM Plex Mono" charset="0"/>
                      </a:endParaRPr>
                    </a:p>
                  </a:txBody>
                  <a:tcPr marL="133502" marR="133502" marT="133502" marB="1335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8DEC4">
                        <a:alpha val="40000"/>
                      </a:srgbClr>
                    </a:solidFill>
                  </a:tcPr>
                </a:tc>
                <a:tc>
                  <a:txBody>
                    <a:bodyPr/>
                    <a:lstStyle/>
                    <a:p>
                      <a:pPr algn="r" indent="0" marL="0">
                        <a:buNone/>
                      </a:pPr>
                      <a:r>
                        <a:rPr lang="en-US" sz="1050" dirty="0">
                          <a:solidFill>
                            <a:srgbClr val="665B46"/>
                          </a:solidFill>
                          <a:latin typeface="IBM Plex Mono" pitchFamily="34" charset="0"/>
                          <a:ea typeface="IBM Plex Mono" pitchFamily="34" charset="-122"/>
                          <a:cs typeface="IBM Plex Mono" pitchFamily="34" charset="-120"/>
                        </a:rPr>
                        <a:t>|δ| ≤ 0.4</a:t>
                      </a:r>
                      <a:endParaRPr lang="en-US" sz="1050" dirty="0">
                        <a:latin typeface="IBM Plex Mono" charset="0"/>
                        <a:ea typeface="IBM Plex Mono" charset="0"/>
                        <a:cs typeface="IBM Plex Mono" charset="0"/>
                      </a:endParaRPr>
                    </a:p>
                  </a:txBody>
                  <a:tcPr marL="133502" marR="133502" marT="133502" marB="1335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8DEC4">
                        <a:alpha val="40000"/>
                      </a:srgbClr>
                    </a:solidFill>
                  </a:tcPr>
                </a:tc>
                <a:tc>
                  <a:txBody>
                    <a:bodyPr/>
                    <a:lstStyle/>
                    <a:p>
                      <a:pPr algn="r" indent="0" marL="0">
                        <a:buNone/>
                      </a:pPr>
                      <a:r>
                        <a:rPr lang="en-US" sz="1050" b="1" dirty="0">
                          <a:solidFill>
                            <a:srgbClr val="3D7251"/>
                          </a:solidFill>
                          <a:latin typeface="IBM Plex Mono" pitchFamily="34" charset="0"/>
                          <a:ea typeface="IBM Plex Mono" pitchFamily="34" charset="-122"/>
                          <a:cs typeface="IBM Plex Mono" pitchFamily="34" charset="-120"/>
                        </a:rPr>
                        <a:t>IN</a:t>
                      </a:r>
                      <a:endParaRPr lang="en-US" sz="1050" dirty="0">
                        <a:latin typeface="IBM Plex Mono" charset="0"/>
                        <a:ea typeface="IBM Plex Mono" charset="0"/>
                        <a:cs typeface="IBM Plex Mono" charset="0"/>
                      </a:endParaRPr>
                    </a:p>
                  </a:txBody>
                  <a:tcPr marL="133502" marR="133502" marT="133502" marB="1335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8DEC4">
                        <a:alpha val="40000"/>
                      </a:srgbClr>
                    </a:solidFill>
                  </a:tcPr>
                </a:tc>
              </a:tr>
              <a:tr h="527495">
                <a:tc>
                  <a:txBody>
                    <a:bodyPr/>
                    <a:lstStyle/>
                    <a:p>
                      <a:pPr indent="0" marL="0">
                        <a:buNone/>
                      </a:pPr>
                      <a:r>
                        <a:rPr lang="en-US" sz="1050" b="1" dirty="0">
                          <a:solidFill>
                            <a:srgbClr val="1C1D24"/>
                          </a:solidFill>
                          <a:latin typeface="IBM Plex Mono" pitchFamily="34" charset="0"/>
                          <a:ea typeface="IBM Plex Mono" pitchFamily="34" charset="-122"/>
                          <a:cs typeface="IBM Plex Mono" pitchFamily="34" charset="-120"/>
                        </a:rPr>
                        <a:t>% sites in spec</a:t>
                      </a:r>
                      <a:endParaRPr lang="en-US" sz="1050" dirty="0">
                        <a:latin typeface="IBM Plex Mono" charset="0"/>
                        <a:ea typeface="IBM Plex Mono" charset="0"/>
                        <a:cs typeface="IBM Plex Mono" charset="0"/>
                      </a:endParaRPr>
                    </a:p>
                  </a:txBody>
                  <a:tcPr marL="133502" marR="133502" marT="133502" marB="1335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050" dirty="0">
                          <a:solidFill>
                            <a:srgbClr val="665B46"/>
                          </a:solidFill>
                          <a:latin typeface="IBM Plex Mono" pitchFamily="34" charset="0"/>
                          <a:ea typeface="IBM Plex Mono" pitchFamily="34" charset="-122"/>
                          <a:cs typeface="IBM Plex Mono" pitchFamily="34" charset="-120"/>
                        </a:rPr>
                        <a:t>%</a:t>
                      </a:r>
                      <a:endParaRPr lang="en-US" sz="1050" dirty="0">
                        <a:latin typeface="IBM Plex Mono" charset="0"/>
                        <a:ea typeface="IBM Plex Mono" charset="0"/>
                        <a:cs typeface="IBM Plex Mono" charset="0"/>
                      </a:endParaRPr>
                    </a:p>
                  </a:txBody>
                  <a:tcPr marL="133502" marR="133502" marT="133502" marB="1335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050" dirty="0">
                          <a:solidFill>
                            <a:srgbClr val="1C1D24"/>
                          </a:solidFill>
                          <a:latin typeface="IBM Plex Mono" pitchFamily="34" charset="0"/>
                          <a:ea typeface="IBM Plex Mono" pitchFamily="34" charset="-122"/>
                          <a:cs typeface="IBM Plex Mono" pitchFamily="34" charset="-120"/>
                        </a:rPr>
                        <a:t>98.6</a:t>
                      </a:r>
                      <a:endParaRPr lang="en-US" sz="1050" dirty="0">
                        <a:latin typeface="IBM Plex Mono" charset="0"/>
                        <a:ea typeface="IBM Plex Mono" charset="0"/>
                        <a:cs typeface="IBM Plex Mono" charset="0"/>
                      </a:endParaRPr>
                    </a:p>
                  </a:txBody>
                  <a:tcPr marL="133502" marR="133502" marT="133502" marB="1335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050" b="1" dirty="0">
                          <a:solidFill>
                            <a:srgbClr val="3D7251"/>
                          </a:solidFill>
                          <a:latin typeface="IBM Plex Mono" pitchFamily="34" charset="0"/>
                          <a:ea typeface="IBM Plex Mono" pitchFamily="34" charset="-122"/>
                          <a:cs typeface="IBM Plex Mono" pitchFamily="34" charset="-120"/>
                        </a:rPr>
                        <a:t>100.0</a:t>
                      </a:r>
                      <a:endParaRPr lang="en-US" sz="1050" dirty="0">
                        <a:latin typeface="IBM Plex Mono" charset="0"/>
                        <a:ea typeface="IBM Plex Mono" charset="0"/>
                        <a:cs typeface="IBM Plex Mono" charset="0"/>
                      </a:endParaRPr>
                    </a:p>
                  </a:txBody>
                  <a:tcPr marL="133502" marR="133502" marT="133502" marB="1335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050" dirty="0">
                          <a:solidFill>
                            <a:srgbClr val="1C1D24"/>
                          </a:solidFill>
                          <a:latin typeface="IBM Plex Mono" pitchFamily="34" charset="0"/>
                          <a:ea typeface="IBM Plex Mono" pitchFamily="34" charset="-122"/>
                          <a:cs typeface="IBM Plex Mono" pitchFamily="34" charset="-120"/>
                        </a:rPr>
                        <a:t>95.7</a:t>
                      </a:r>
                      <a:endParaRPr lang="en-US" sz="1050" dirty="0">
                        <a:latin typeface="IBM Plex Mono" charset="0"/>
                        <a:ea typeface="IBM Plex Mono" charset="0"/>
                        <a:cs typeface="IBM Plex Mono" charset="0"/>
                      </a:endParaRPr>
                    </a:p>
                  </a:txBody>
                  <a:tcPr marL="133502" marR="133502" marT="133502" marB="1335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050" dirty="0">
                          <a:solidFill>
                            <a:srgbClr val="665B46"/>
                          </a:solidFill>
                          <a:latin typeface="IBM Plex Mono" pitchFamily="34" charset="0"/>
                          <a:ea typeface="IBM Plex Mono" pitchFamily="34" charset="-122"/>
                          <a:cs typeface="IBM Plex Mono" pitchFamily="34" charset="-120"/>
                        </a:rPr>
                        <a:t>≥ 95</a:t>
                      </a:r>
                      <a:endParaRPr lang="en-US" sz="1050" dirty="0">
                        <a:latin typeface="IBM Plex Mono" charset="0"/>
                        <a:ea typeface="IBM Plex Mono" charset="0"/>
                        <a:cs typeface="IBM Plex Mono" charset="0"/>
                      </a:endParaRPr>
                    </a:p>
                  </a:txBody>
                  <a:tcPr marL="133502" marR="133502" marT="133502" marB="1335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050" b="1" dirty="0">
                          <a:solidFill>
                            <a:srgbClr val="3D7251"/>
                          </a:solidFill>
                          <a:latin typeface="IBM Plex Mono" pitchFamily="34" charset="0"/>
                          <a:ea typeface="IBM Plex Mono" pitchFamily="34" charset="-122"/>
                          <a:cs typeface="IBM Plex Mono" pitchFamily="34" charset="-120"/>
                        </a:rPr>
                        <a:t>OK</a:t>
                      </a:r>
                      <a:endParaRPr lang="en-US" sz="1050" dirty="0">
                        <a:latin typeface="IBM Plex Mono" charset="0"/>
                        <a:ea typeface="IBM Plex Mono" charset="0"/>
                        <a:cs typeface="IBM Plex Mono" charset="0"/>
                      </a:endParaRPr>
                    </a:p>
                  </a:txBody>
                  <a:tcPr marL="133502" marR="133502" marT="133502" marB="1335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bl>
          </a:graphicData>
        </a:graphic>
      </p:graphicFrame>
      <p:sp>
        <p:nvSpPr>
          <p:cNvPr id="21" name="Text 12"/>
          <p:cNvSpPr txBox="1"/>
          <p:nvPr/>
        </p:nvSpPr>
        <p:spPr>
          <a:xfrm>
            <a:off x="1333195" y="7239305"/>
            <a:ext cx="15621610" cy="133502"/>
          </a:xfrm>
          <a:prstGeom prst="rect">
            <a:avLst/>
          </a:prstGeom>
          <a:noFill/>
          <a:ln/>
        </p:spPr>
        <p:txBody>
          <a:bodyPr wrap="none" lIns="0" tIns="0" rIns="0" bIns="0" rtlCol="0" anchor="ctr"/>
          <a:lstStyle/>
          <a:p>
            <a:pPr algn="l" indent="0" marL="0">
              <a:buNone/>
            </a:pPr>
            <a:r>
              <a:rPr lang="en-US" sz="825" spc="231" kern="0" dirty="0">
                <a:solidFill>
                  <a:srgbClr val="2C5B62"/>
                </a:solidFill>
                <a:latin typeface="IBM Plex Mono" pitchFamily="34" charset="0"/>
                <a:ea typeface="IBM Plex Mono" pitchFamily="34" charset="-122"/>
                <a:cs typeface="IBM Plex Mono" pitchFamily="34" charset="-120"/>
              </a:rPr>
              <a:t>W2W Δ SUMMARY</a:t>
            </a:r>
            <a:endParaRPr lang="en-US" sz="825" dirty="0"/>
          </a:p>
        </p:txBody>
      </p:sp>
      <p:sp>
        <p:nvSpPr>
          <p:cNvPr id="22" name="Text 13"/>
          <p:cNvSpPr txBox="1"/>
          <p:nvPr/>
        </p:nvSpPr>
        <p:spPr>
          <a:xfrm>
            <a:off x="1580998" y="7638898"/>
            <a:ext cx="4572000" cy="133502"/>
          </a:xfrm>
          <a:prstGeom prst="rect">
            <a:avLst/>
          </a:prstGeom>
          <a:noFill/>
          <a:ln/>
        </p:spPr>
        <p:txBody>
          <a:bodyPr wrap="none" lIns="0" tIns="0" rIns="0" bIns="0" rtlCol="0" anchor="ctr"/>
          <a:lstStyle/>
          <a:p>
            <a:pPr algn="l" indent="0" marL="0">
              <a:buNone/>
            </a:pPr>
            <a:r>
              <a:rPr lang="en-US" sz="825" spc="149" kern="0" dirty="0">
                <a:solidFill>
                  <a:srgbClr val="665B46"/>
                </a:solidFill>
                <a:latin typeface="IBM Plex Mono" pitchFamily="34" charset="0"/>
                <a:ea typeface="IBM Plex Mono" pitchFamily="34" charset="-122"/>
                <a:cs typeface="IBM Plex Mono" pitchFamily="34" charset="-120"/>
              </a:rPr>
              <a:t>350°C mean Δ (W11−W03)</a:t>
            </a:r>
            <a:endParaRPr lang="en-US" sz="825" dirty="0"/>
          </a:p>
        </p:txBody>
      </p:sp>
      <p:sp>
        <p:nvSpPr>
          <p:cNvPr id="23" name="Text 14"/>
          <p:cNvSpPr txBox="1"/>
          <p:nvPr/>
        </p:nvSpPr>
        <p:spPr>
          <a:xfrm>
            <a:off x="1580998" y="7810805"/>
            <a:ext cx="4572000" cy="419710"/>
          </a:xfrm>
          <a:prstGeom prst="rect">
            <a:avLst/>
          </a:prstGeom>
          <a:noFill/>
          <a:ln/>
        </p:spPr>
        <p:txBody>
          <a:bodyPr wrap="none" lIns="0" tIns="0" rIns="0" bIns="0" rtlCol="0" anchor="ctr"/>
          <a:lstStyle/>
          <a:p>
            <a:pPr algn="l" indent="0" marL="0">
              <a:buNone/>
            </a:pPr>
            <a:r>
              <a:rPr lang="en-US" sz="2550" dirty="0">
                <a:solidFill>
                  <a:srgbClr val="1C1D24"/>
                </a:solidFill>
                <a:latin typeface="IBM Plex Mono" pitchFamily="34" charset="0"/>
                <a:ea typeface="IBM Plex Mono" pitchFamily="34" charset="-122"/>
                <a:cs typeface="IBM Plex Mono" pitchFamily="34" charset="-120"/>
              </a:rPr>
              <a:t>+0.02 nm</a:t>
            </a:r>
            <a:endParaRPr lang="en-US" sz="2550" dirty="0"/>
          </a:p>
        </p:txBody>
      </p:sp>
      <p:sp>
        <p:nvSpPr>
          <p:cNvPr id="24" name="Text 15"/>
          <p:cNvSpPr txBox="1"/>
          <p:nvPr/>
        </p:nvSpPr>
        <p:spPr>
          <a:xfrm>
            <a:off x="1580998" y="8268005"/>
            <a:ext cx="4572000" cy="162763"/>
          </a:xfrm>
          <a:prstGeom prst="rect">
            <a:avLst/>
          </a:prstGeom>
          <a:noFill/>
          <a:ln/>
        </p:spPr>
        <p:txBody>
          <a:bodyPr wrap="none" lIns="0" tIns="0" rIns="0" bIns="0" rtlCol="0" anchor="ctr"/>
          <a:lstStyle/>
          <a:p>
            <a:pPr algn="l" indent="0" marL="0">
              <a:buNone/>
            </a:pPr>
            <a:r>
              <a:rPr lang="en-US" sz="900" dirty="0">
                <a:solidFill>
                  <a:srgbClr val="36322A"/>
                </a:solidFill>
                <a:latin typeface="Noto Sans KR" pitchFamily="34" charset="0"/>
                <a:ea typeface="Noto Sans KR" pitchFamily="34" charset="-122"/>
                <a:cs typeface="Noto Sans KR" pitchFamily="34" charset="-120"/>
              </a:rPr>
              <a:t>repeat lot 대비 baseline</a:t>
            </a:r>
            <a:endParaRPr lang="en-US" sz="900" dirty="0"/>
          </a:p>
        </p:txBody>
      </p:sp>
      <p:sp>
        <p:nvSpPr>
          <p:cNvPr id="25" name="Text 16"/>
          <p:cNvSpPr txBox="1"/>
          <p:nvPr/>
        </p:nvSpPr>
        <p:spPr>
          <a:xfrm>
            <a:off x="6724498" y="7638898"/>
            <a:ext cx="4572000" cy="133502"/>
          </a:xfrm>
          <a:prstGeom prst="rect">
            <a:avLst/>
          </a:prstGeom>
          <a:noFill/>
          <a:ln/>
        </p:spPr>
        <p:txBody>
          <a:bodyPr wrap="none" lIns="0" tIns="0" rIns="0" bIns="0" rtlCol="0" anchor="ctr"/>
          <a:lstStyle/>
          <a:p>
            <a:pPr algn="l" indent="0" marL="0">
              <a:buNone/>
            </a:pPr>
            <a:r>
              <a:rPr lang="en-US" sz="825" spc="149" kern="0" dirty="0">
                <a:solidFill>
                  <a:srgbClr val="665B46"/>
                </a:solidFill>
                <a:latin typeface="IBM Plex Mono" pitchFamily="34" charset="0"/>
                <a:ea typeface="IBM Plex Mono" pitchFamily="34" charset="-122"/>
                <a:cs typeface="IBM Plex Mono" pitchFamily="34" charset="-120"/>
              </a:rPr>
              <a:t>Δ (W07−W03)</a:t>
            </a:r>
            <a:endParaRPr lang="en-US" sz="825" dirty="0"/>
          </a:p>
        </p:txBody>
      </p:sp>
      <p:sp>
        <p:nvSpPr>
          <p:cNvPr id="26" name="Text 17"/>
          <p:cNvSpPr txBox="1"/>
          <p:nvPr/>
        </p:nvSpPr>
        <p:spPr>
          <a:xfrm>
            <a:off x="6724498" y="7810805"/>
            <a:ext cx="4572000" cy="419710"/>
          </a:xfrm>
          <a:prstGeom prst="rect">
            <a:avLst/>
          </a:prstGeom>
          <a:noFill/>
          <a:ln/>
        </p:spPr>
        <p:txBody>
          <a:bodyPr wrap="none" lIns="0" tIns="0" rIns="0" bIns="0" rtlCol="0" anchor="ctr"/>
          <a:lstStyle/>
          <a:p>
            <a:pPr algn="l" indent="0" marL="0">
              <a:buNone/>
            </a:pPr>
            <a:r>
              <a:rPr lang="en-US" sz="2550" dirty="0">
                <a:solidFill>
                  <a:srgbClr val="1C1D24"/>
                </a:solidFill>
                <a:latin typeface="IBM Plex Mono" pitchFamily="34" charset="0"/>
                <a:ea typeface="IBM Plex Mono" pitchFamily="34" charset="-122"/>
                <a:cs typeface="IBM Plex Mono" pitchFamily="34" charset="-120"/>
              </a:rPr>
              <a:t>−0.03 nm</a:t>
            </a:r>
            <a:endParaRPr lang="en-US" sz="2550" dirty="0"/>
          </a:p>
        </p:txBody>
      </p:sp>
      <p:sp>
        <p:nvSpPr>
          <p:cNvPr id="27" name="Text 18"/>
          <p:cNvSpPr txBox="1"/>
          <p:nvPr/>
        </p:nvSpPr>
        <p:spPr>
          <a:xfrm>
            <a:off x="6724498" y="8268005"/>
            <a:ext cx="4572000" cy="162763"/>
          </a:xfrm>
          <a:prstGeom prst="rect">
            <a:avLst/>
          </a:prstGeom>
          <a:noFill/>
          <a:ln/>
        </p:spPr>
        <p:txBody>
          <a:bodyPr wrap="none" lIns="0" tIns="0" rIns="0" bIns="0" rtlCol="0" anchor="ctr"/>
          <a:lstStyle/>
          <a:p>
            <a:pPr algn="l" indent="0" marL="0">
              <a:buNone/>
            </a:pPr>
            <a:r>
              <a:rPr lang="en-US" sz="900" dirty="0">
                <a:solidFill>
                  <a:srgbClr val="36322A"/>
                </a:solidFill>
                <a:latin typeface="Noto Sans KR" pitchFamily="34" charset="0"/>
                <a:ea typeface="Noto Sans KR" pitchFamily="34" charset="-122"/>
                <a:cs typeface="Noto Sans KR" pitchFamily="34" charset="-120"/>
              </a:rPr>
              <a:t>400°C − 350°C baseline</a:t>
            </a:r>
            <a:endParaRPr lang="en-US" sz="900" dirty="0"/>
          </a:p>
        </p:txBody>
      </p:sp>
      <p:sp>
        <p:nvSpPr>
          <p:cNvPr id="28" name="Text 19"/>
          <p:cNvSpPr txBox="1"/>
          <p:nvPr/>
        </p:nvSpPr>
        <p:spPr>
          <a:xfrm>
            <a:off x="11867998" y="7638898"/>
            <a:ext cx="4953305" cy="133502"/>
          </a:xfrm>
          <a:prstGeom prst="rect">
            <a:avLst/>
          </a:prstGeom>
          <a:noFill/>
          <a:ln/>
        </p:spPr>
        <p:txBody>
          <a:bodyPr wrap="none" lIns="0" tIns="0" rIns="0" bIns="0" rtlCol="0" anchor="ctr"/>
          <a:lstStyle/>
          <a:p>
            <a:pPr algn="l" indent="0" marL="0">
              <a:buNone/>
            </a:pPr>
            <a:r>
              <a:rPr lang="en-US" sz="825" spc="149" kern="0" dirty="0">
                <a:solidFill>
                  <a:srgbClr val="665B46"/>
                </a:solidFill>
                <a:latin typeface="IBM Plex Mono" pitchFamily="34" charset="0"/>
                <a:ea typeface="IBM Plex Mono" pitchFamily="34" charset="-122"/>
                <a:cs typeface="IBM Plex Mono" pitchFamily="34" charset="-120"/>
              </a:rPr>
              <a:t>3σ Δ (W07−W03)</a:t>
            </a:r>
            <a:endParaRPr lang="en-US" sz="825" dirty="0"/>
          </a:p>
        </p:txBody>
      </p:sp>
      <p:sp>
        <p:nvSpPr>
          <p:cNvPr id="29" name="Text 20"/>
          <p:cNvSpPr txBox="1"/>
          <p:nvPr/>
        </p:nvSpPr>
        <p:spPr>
          <a:xfrm>
            <a:off x="11867998" y="7810805"/>
            <a:ext cx="4953305" cy="419710"/>
          </a:xfrm>
          <a:prstGeom prst="rect">
            <a:avLst/>
          </a:prstGeom>
          <a:noFill/>
          <a:ln/>
        </p:spPr>
        <p:txBody>
          <a:bodyPr wrap="none" lIns="0" tIns="0" rIns="0" bIns="0" rtlCol="0" anchor="ctr"/>
          <a:lstStyle/>
          <a:p>
            <a:pPr algn="l" indent="0" marL="0">
              <a:buNone/>
            </a:pPr>
            <a:r>
              <a:rPr lang="en-US" sz="2550" dirty="0">
                <a:solidFill>
                  <a:srgbClr val="2C5B62"/>
                </a:solidFill>
                <a:latin typeface="IBM Plex Mono" pitchFamily="34" charset="0"/>
                <a:ea typeface="IBM Plex Mono" pitchFamily="34" charset="-122"/>
                <a:cs typeface="IBM Plex Mono" pitchFamily="34" charset="-120"/>
              </a:rPr>
              <a:t>−0.04 nm</a:t>
            </a:r>
            <a:endParaRPr lang="en-US" sz="2550" dirty="0"/>
          </a:p>
        </p:txBody>
      </p:sp>
      <p:sp>
        <p:nvSpPr>
          <p:cNvPr id="30" name="Text 21"/>
          <p:cNvSpPr txBox="1"/>
          <p:nvPr/>
        </p:nvSpPr>
        <p:spPr>
          <a:xfrm>
            <a:off x="11867998" y="8268005"/>
            <a:ext cx="4953305" cy="162763"/>
          </a:xfrm>
          <a:prstGeom prst="rect">
            <a:avLst/>
          </a:prstGeom>
          <a:noFill/>
          <a:ln/>
        </p:spPr>
        <p:txBody>
          <a:bodyPr wrap="none" lIns="0" tIns="0" rIns="0" bIns="0" rtlCol="0" anchor="ctr"/>
          <a:lstStyle/>
          <a:p>
            <a:pPr algn="l" indent="0" marL="0">
              <a:buNone/>
            </a:pPr>
            <a:r>
              <a:rPr lang="en-US" sz="900" dirty="0">
                <a:solidFill>
                  <a:srgbClr val="36322A"/>
                </a:solidFill>
                <a:latin typeface="Noto Sans KR" pitchFamily="34" charset="0"/>
                <a:ea typeface="Noto Sans KR" pitchFamily="34" charset="-122"/>
                <a:cs typeface="Noto Sans KR" pitchFamily="34" charset="-120"/>
              </a:rPr>
              <a:t>400°C에서 3σ 축소</a:t>
            </a:r>
            <a:endParaRPr lang="en-US" sz="900" dirty="0"/>
          </a:p>
        </p:txBody>
      </p:sp>
      <p:sp>
        <p:nvSpPr>
          <p:cNvPr id="31" name="Text 22"/>
          <p:cNvSpPr txBox="1"/>
          <p:nvPr/>
        </p:nvSpPr>
        <p:spPr>
          <a:xfrm>
            <a:off x="1580998" y="8876995"/>
            <a:ext cx="15050110" cy="133502"/>
          </a:xfrm>
          <a:prstGeom prst="rect">
            <a:avLst/>
          </a:prstGeom>
          <a:noFill/>
          <a:ln/>
        </p:spPr>
        <p:txBody>
          <a:bodyPr wrap="none" lIns="0" tIns="0" rIns="0" bIns="0" rtlCol="0" anchor="ctr"/>
          <a:lstStyle/>
          <a:p>
            <a:pPr algn="l" indent="0" marL="0">
              <a:buNone/>
            </a:pPr>
            <a:r>
              <a:rPr lang="en-US" sz="825" spc="182" kern="0" dirty="0">
                <a:solidFill>
                  <a:srgbClr val="B4631D"/>
                </a:solidFill>
                <a:latin typeface="IBM Plex Mono" pitchFamily="34" charset="0"/>
                <a:ea typeface="IBM Plex Mono" pitchFamily="34" charset="-122"/>
                <a:cs typeface="IBM Plex Mono" pitchFamily="34" charset="-120"/>
              </a:rPr>
              <a:t>KEY TAKEAWAY · 07</a:t>
            </a:r>
            <a:endParaRPr lang="en-US" sz="825" dirty="0"/>
          </a:p>
        </p:txBody>
      </p:sp>
      <p:sp>
        <p:nvSpPr>
          <p:cNvPr id="32" name="Text 23"/>
          <p:cNvSpPr txBox="1"/>
          <p:nvPr/>
        </p:nvSpPr>
        <p:spPr>
          <a:xfrm>
            <a:off x="1580998" y="9048902"/>
            <a:ext cx="15050110" cy="228600"/>
          </a:xfrm>
          <a:prstGeom prst="rect">
            <a:avLst/>
          </a:prstGeom>
          <a:noFill/>
          <a:ln/>
        </p:spPr>
        <p:txBody>
          <a:bodyPr wrap="none" lIns="0" tIns="0" rIns="0" bIns="0" rtlCol="0" anchor="ctr"/>
          <a:lstStyle/>
          <a:p>
            <a:pPr algn="l" indent="0" marL="0">
              <a:buNone/>
            </a:pPr>
            <a:r>
              <a:rPr lang="en-US" sz="1275" b="1" dirty="0">
                <a:solidFill>
                  <a:srgbClr val="EFE6D3"/>
                </a:solidFill>
                <a:latin typeface="Noto Sans KR" pitchFamily="34" charset="0"/>
                <a:ea typeface="Noto Sans KR" pitchFamily="34" charset="-122"/>
                <a:cs typeface="Noto Sans KR" pitchFamily="34" charset="-120"/>
              </a:rPr>
              <a:t>AASI 전 wafer spec 안 — W07 400°C 3σ가 0.58 nm로 가장 좁고, W11만 W2 2 site에서 spec-edge 외(out-of-spec 아님). 400°C는 오히려 3σ를 닫음.</a:t>
            </a:r>
            <a:endParaRPr lang="en-US" sz="1275" dirty="0"/>
          </a:p>
        </p:txBody>
      </p:sp>
      <p:sp>
        <p:nvSpPr>
          <p:cNvPr id="33" name="Text 24"/>
          <p:cNvSpPr txBox="1"/>
          <p:nvPr/>
        </p:nvSpPr>
        <p:spPr>
          <a:xfrm>
            <a:off x="914400" y="9791395"/>
            <a:ext cx="17373600" cy="181051"/>
          </a:xfrm>
          <a:prstGeom prst="rect">
            <a:avLst/>
          </a:prstGeom>
          <a:noFill/>
          <a:ln/>
        </p:spPr>
        <p:txBody>
          <a:bodyPr wrap="none" lIns="0" tIns="0" rIns="0" bIns="0" rtlCol="0" anchor="ctr"/>
          <a:lstStyle/>
          <a:p>
            <a:pPr algn="ctr" indent="0" marL="0">
              <a:buNone/>
            </a:pPr>
            <a:r>
              <a:rPr lang="en-US" sz="975" spc="39" kern="0" dirty="0">
                <a:solidFill>
                  <a:srgbClr val="665B46"/>
                </a:solidFill>
                <a:latin typeface="Noto Sans KR" pitchFamily="34" charset="0"/>
                <a:ea typeface="Noto Sans KR" pitchFamily="34" charset="-122"/>
                <a:cs typeface="Noto Sans KR" pitchFamily="34" charset="-120"/>
              </a:rPr>
              <a:t>※ 내부 테스트용 더미(가상) 데이터</a:t>
            </a:r>
            <a:endParaRPr lang="en-US" sz="975"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FE6D3"/>
        </a:solidFill>
      </p:bgPr>
    </p:bg>
    <p:spTree>
      <p:nvGrpSpPr>
        <p:cNvPr id="1" name=""/>
        <p:cNvGrpSpPr/>
        <p:nvPr/>
      </p:nvGrpSpPr>
      <p:grpSpPr>
        <a:xfrm>
          <a:off x="0" y="0"/>
          <a:ext cx="0" cy="0"/>
          <a:chOff x="0" y="0"/>
          <a:chExt cx="0" cy="0"/>
        </a:xfrm>
      </p:grpSpPr>
      <p:sp>
        <p:nvSpPr>
          <p:cNvPr id="2" name="Shape 0"/>
          <p:cNvSpPr/>
          <p:nvPr/>
        </p:nvSpPr>
        <p:spPr>
          <a:xfrm>
            <a:off x="0" y="0"/>
            <a:ext cx="914400" cy="10287000"/>
          </a:xfrm>
          <a:prstGeom prst="rect">
            <a:avLst/>
          </a:prstGeom>
          <a:solidFill>
            <a:srgbClr val="26201A"/>
          </a:solidFill>
          <a:ln w="12700">
            <a:solidFill>
              <a:srgbClr val="FFFFFF">
                <a:alpha val="0"/>
              </a:srgbClr>
            </a:solidFill>
            <a:prstDash val="solid"/>
          </a:ln>
        </p:spPr>
      </p:sp>
      <p:sp>
        <p:nvSpPr>
          <p:cNvPr id="3" name="Shape 1"/>
          <p:cNvSpPr/>
          <p:nvPr/>
        </p:nvSpPr>
        <p:spPr>
          <a:xfrm>
            <a:off x="1333195" y="1904695"/>
            <a:ext cx="9544507" cy="4972507"/>
          </a:xfrm>
          <a:prstGeom prst="rect">
            <a:avLst/>
          </a:prstGeom>
          <a:solidFill>
            <a:srgbClr val="FFFFFF"/>
          </a:solidFill>
          <a:ln w="12700">
            <a:solidFill>
              <a:srgbClr val="BFB38D"/>
            </a:solidFill>
            <a:prstDash val="solid"/>
          </a:ln>
        </p:spPr>
      </p:sp>
      <p:sp>
        <p:nvSpPr>
          <p:cNvPr id="4" name="Shape 2"/>
          <p:cNvSpPr/>
          <p:nvPr/>
        </p:nvSpPr>
        <p:spPr>
          <a:xfrm>
            <a:off x="11144707" y="1904695"/>
            <a:ext cx="5829300" cy="4972507"/>
          </a:xfrm>
          <a:prstGeom prst="rect">
            <a:avLst/>
          </a:prstGeom>
          <a:solidFill>
            <a:srgbClr val="FFFFFF"/>
          </a:solidFill>
          <a:ln w="12700">
            <a:solidFill>
              <a:srgbClr val="BFB38D"/>
            </a:solidFill>
            <a:prstDash val="solid"/>
          </a:ln>
        </p:spPr>
      </p:sp>
      <p:sp>
        <p:nvSpPr>
          <p:cNvPr id="5" name="Shape 3"/>
          <p:cNvSpPr/>
          <p:nvPr/>
        </p:nvSpPr>
        <p:spPr>
          <a:xfrm>
            <a:off x="1333195" y="8762695"/>
            <a:ext cx="15620695" cy="609905"/>
          </a:xfrm>
          <a:prstGeom prst="rect">
            <a:avLst/>
          </a:prstGeom>
          <a:solidFill>
            <a:srgbClr val="26201A"/>
          </a:solidFill>
          <a:ln w="12700">
            <a:solidFill>
              <a:srgbClr val="FFFFFF">
                <a:alpha val="0"/>
              </a:srgbClr>
            </a:solidFill>
            <a:prstDash val="solid"/>
          </a:ln>
        </p:spPr>
      </p:sp>
      <p:pic>
        <p:nvPicPr>
          <p:cNvPr id="6" name="Image 0" descr="gen-dedup-fef78a8fda112361be2c51514829df0c.png">    </p:cNvPr>
          <p:cNvPicPr>
            <a:picLocks noChangeAspect="1"/>
          </p:cNvPicPr>
          <p:nvPr/>
        </p:nvPicPr>
        <p:blipFill>
          <a:blip r:embed="rId1"/>
          <a:srcRect l="-2083" r="-2083" t="0" b="0"/>
          <a:stretch/>
        </p:blipFill>
        <p:spPr>
          <a:xfrm>
            <a:off x="3238805" y="2971800"/>
            <a:ext cx="7429500" cy="9144"/>
          </a:xfrm>
          <a:prstGeom prst="rect">
            <a:avLst/>
          </a:prstGeom>
        </p:spPr>
      </p:pic>
      <p:sp>
        <p:nvSpPr>
          <p:cNvPr id="7" name="Shape 4"/>
          <p:cNvSpPr/>
          <p:nvPr/>
        </p:nvSpPr>
        <p:spPr>
          <a:xfrm>
            <a:off x="3238805" y="3238805"/>
            <a:ext cx="7448702" cy="362102"/>
          </a:xfrm>
          <a:prstGeom prst="rect">
            <a:avLst/>
          </a:prstGeom>
          <a:solidFill>
            <a:srgbClr val="F5EEDC"/>
          </a:solidFill>
          <a:ln w="12700">
            <a:solidFill>
              <a:srgbClr val="BFB38D"/>
            </a:solidFill>
            <a:prstDash val="solid"/>
          </a:ln>
        </p:spPr>
      </p:sp>
      <p:sp>
        <p:nvSpPr>
          <p:cNvPr id="8" name="Shape 5"/>
          <p:cNvSpPr/>
          <p:nvPr/>
        </p:nvSpPr>
        <p:spPr>
          <a:xfrm>
            <a:off x="5686654" y="3238805"/>
            <a:ext cx="2857500" cy="342900"/>
          </a:xfrm>
          <a:prstGeom prst="rect">
            <a:avLst/>
          </a:prstGeom>
          <a:solidFill>
            <a:srgbClr val="B4631D">
              <a:alpha val="20000"/>
            </a:srgbClr>
          </a:solidFill>
          <a:ln w="12700">
            <a:solidFill>
              <a:srgbClr val="FFFFFF">
                <a:alpha val="0"/>
              </a:srgbClr>
            </a:solidFill>
            <a:prstDash val="solid"/>
          </a:ln>
        </p:spPr>
      </p:sp>
      <p:sp>
        <p:nvSpPr>
          <p:cNvPr id="9" name="Shape 6"/>
          <p:cNvSpPr/>
          <p:nvPr/>
        </p:nvSpPr>
        <p:spPr>
          <a:xfrm>
            <a:off x="3238805" y="3905402"/>
            <a:ext cx="7448702" cy="362102"/>
          </a:xfrm>
          <a:prstGeom prst="rect">
            <a:avLst/>
          </a:prstGeom>
          <a:solidFill>
            <a:srgbClr val="F5EEDC"/>
          </a:solidFill>
          <a:ln w="12700">
            <a:solidFill>
              <a:srgbClr val="BFB38D"/>
            </a:solidFill>
            <a:prstDash val="solid"/>
          </a:ln>
        </p:spPr>
      </p:sp>
      <p:sp>
        <p:nvSpPr>
          <p:cNvPr id="10" name="Shape 7"/>
          <p:cNvSpPr/>
          <p:nvPr/>
        </p:nvSpPr>
        <p:spPr>
          <a:xfrm>
            <a:off x="5886907" y="3905402"/>
            <a:ext cx="3209544" cy="342900"/>
          </a:xfrm>
          <a:prstGeom prst="rect">
            <a:avLst/>
          </a:prstGeom>
          <a:solidFill>
            <a:srgbClr val="C25028">
              <a:alpha val="18000"/>
            </a:srgbClr>
          </a:solidFill>
          <a:ln w="12700">
            <a:solidFill>
              <a:srgbClr val="FFFFFF">
                <a:alpha val="0"/>
              </a:srgbClr>
            </a:solidFill>
            <a:prstDash val="solid"/>
          </a:ln>
        </p:spPr>
      </p:sp>
      <p:sp>
        <p:nvSpPr>
          <p:cNvPr id="11" name="Shape 8"/>
          <p:cNvSpPr/>
          <p:nvPr/>
        </p:nvSpPr>
        <p:spPr>
          <a:xfrm>
            <a:off x="3238805" y="4572000"/>
            <a:ext cx="7448702" cy="362102"/>
          </a:xfrm>
          <a:prstGeom prst="rect">
            <a:avLst/>
          </a:prstGeom>
          <a:solidFill>
            <a:srgbClr val="F5EEDC"/>
          </a:solidFill>
          <a:ln w="12700">
            <a:solidFill>
              <a:srgbClr val="BFB38D"/>
            </a:solidFill>
            <a:prstDash val="solid"/>
          </a:ln>
        </p:spPr>
      </p:sp>
      <p:sp>
        <p:nvSpPr>
          <p:cNvPr id="12" name="Shape 9"/>
          <p:cNvSpPr/>
          <p:nvPr/>
        </p:nvSpPr>
        <p:spPr>
          <a:xfrm>
            <a:off x="5743346" y="4572000"/>
            <a:ext cx="2971800" cy="342900"/>
          </a:xfrm>
          <a:prstGeom prst="rect">
            <a:avLst/>
          </a:prstGeom>
          <a:solidFill>
            <a:srgbClr val="2C5B62">
              <a:alpha val="18000"/>
            </a:srgbClr>
          </a:solidFill>
          <a:ln w="12700">
            <a:solidFill>
              <a:srgbClr val="FFFFFF">
                <a:alpha val="0"/>
              </a:srgbClr>
            </a:solidFill>
            <a:prstDash val="solid"/>
          </a:ln>
        </p:spPr>
      </p:sp>
      <p:pic>
        <p:nvPicPr>
          <p:cNvPr id="13" name="Image 1" descr="gen-dedup-9d4d28729e8f1ed885a1250cfbda16f7.png">    </p:cNvPr>
          <p:cNvPicPr>
            <a:picLocks noChangeAspect="1"/>
          </p:cNvPicPr>
          <p:nvPr/>
        </p:nvPicPr>
        <p:blipFill>
          <a:blip r:embed="rId2"/>
          <a:srcRect l="-375" r="-375" t="0" b="0"/>
          <a:stretch/>
        </p:blipFill>
        <p:spPr>
          <a:xfrm>
            <a:off x="1333195" y="8762695"/>
            <a:ext cx="57607" cy="609905"/>
          </a:xfrm>
          <a:prstGeom prst="rect">
            <a:avLst/>
          </a:prstGeom>
        </p:spPr>
      </p:pic>
      <p:pic>
        <p:nvPicPr>
          <p:cNvPr id="14" name="Image 2" descr="gen-dedup-4295bce922b29b4056ff372d07621cd9.png">    </p:cNvPr>
          <p:cNvPicPr>
            <a:picLocks noChangeAspect="1"/>
          </p:cNvPicPr>
          <p:nvPr/>
        </p:nvPicPr>
        <p:blipFill>
          <a:blip r:embed="rId3"/>
          <a:srcRect l="0" r="0" t="-2072" b="-2072"/>
          <a:stretch/>
        </p:blipFill>
        <p:spPr>
          <a:xfrm>
            <a:off x="7095744" y="3143707"/>
            <a:ext cx="9144" cy="1904695"/>
          </a:xfrm>
          <a:prstGeom prst="rect">
            <a:avLst/>
          </a:prstGeom>
        </p:spPr>
      </p:pic>
      <p:pic>
        <p:nvPicPr>
          <p:cNvPr id="15" name="Image 3" descr="gen-dedup-f4fb9c27d310ab896289d70629bd944d.png">    </p:cNvPr>
          <p:cNvPicPr>
            <a:picLocks noChangeAspect="1"/>
          </p:cNvPicPr>
          <p:nvPr/>
        </p:nvPicPr>
        <p:blipFill>
          <a:blip r:embed="rId4"/>
          <a:srcRect l="0" r="0" t="-1876" b="-1876"/>
          <a:stretch/>
        </p:blipFill>
        <p:spPr>
          <a:xfrm>
            <a:off x="5524805" y="3372307"/>
            <a:ext cx="9144" cy="75895"/>
          </a:xfrm>
          <a:prstGeom prst="rect">
            <a:avLst/>
          </a:prstGeom>
        </p:spPr>
      </p:pic>
      <p:pic>
        <p:nvPicPr>
          <p:cNvPr id="16" name="Image 4" descr="gen-dedup-f4fb9c27d310ab896289d70629bd944d.png">    </p:cNvPr>
          <p:cNvPicPr>
            <a:picLocks noChangeAspect="1"/>
          </p:cNvPicPr>
          <p:nvPr/>
        </p:nvPicPr>
        <p:blipFill>
          <a:blip r:embed="rId5"/>
          <a:srcRect l="0" r="0" t="-1876" b="-1876"/>
          <a:stretch/>
        </p:blipFill>
        <p:spPr>
          <a:xfrm>
            <a:off x="8734349" y="3372307"/>
            <a:ext cx="9144" cy="75895"/>
          </a:xfrm>
          <a:prstGeom prst="rect">
            <a:avLst/>
          </a:prstGeom>
        </p:spPr>
      </p:pic>
      <p:pic>
        <p:nvPicPr>
          <p:cNvPr id="17" name="Image 5" descr="gen-dedup-9e0ac3364e989e8cfc1ffa336a6e1091.png">    </p:cNvPr>
          <p:cNvPicPr>
            <a:picLocks noChangeAspect="1"/>
          </p:cNvPicPr>
          <p:nvPr/>
        </p:nvPicPr>
        <p:blipFill>
          <a:blip r:embed="rId6"/>
          <a:srcRect l="0" r="0" t="-2083" b="-2083"/>
          <a:stretch/>
        </p:blipFill>
        <p:spPr>
          <a:xfrm>
            <a:off x="8382305" y="3905402"/>
            <a:ext cx="9144" cy="342900"/>
          </a:xfrm>
          <a:prstGeom prst="rect">
            <a:avLst/>
          </a:prstGeom>
        </p:spPr>
      </p:pic>
      <p:sp>
        <p:nvSpPr>
          <p:cNvPr id="18" name="Text 10"/>
          <p:cNvSpPr txBox="1"/>
          <p:nvPr/>
        </p:nvSpPr>
        <p:spPr>
          <a:xfrm>
            <a:off x="0" y="1904695"/>
            <a:ext cx="372161" cy="2286000"/>
          </a:xfrm>
          <a:prstGeom prst="rect">
            <a:avLst/>
          </a:prstGeom>
          <a:noFill/>
          <a:ln/>
        </p:spPr>
        <p:txBody>
          <a:bodyPr wrap="square" lIns="0" tIns="0" rIns="0" bIns="0" rtlCol="0" anchor="ctr"/>
          <a:lstStyle/>
          <a:p>
            <a:pPr algn="l" indent="0" marL="0">
              <a:lnSpc>
                <a:spcPct val="100000"/>
              </a:lnSpc>
              <a:buNone/>
            </a:pPr>
            <a:r>
              <a:rPr lang="en-US" sz="825" spc="264" kern="0" dirty="0">
                <a:solidFill>
                  <a:srgbClr val="D6C79C"/>
                </a:solidFill>
                <a:latin typeface="IBM Plex Mono" pitchFamily="34" charset="0"/>
                <a:ea typeface="IBM Plex Mono" pitchFamily="34" charset="-122"/>
                <a:cs typeface="IBM Plex Mono" pitchFamily="34" charset="-120"/>
              </a:rPr>
              <a:t>SECTION 08 / 11</a:t>
            </a:r>
            <a:endParaRPr lang="en-US" sz="825" dirty="0"/>
          </a:p>
        </p:txBody>
      </p:sp>
      <p:sp>
        <p:nvSpPr>
          <p:cNvPr id="19" name="Text 11"/>
          <p:cNvSpPr txBox="1"/>
          <p:nvPr/>
        </p:nvSpPr>
        <p:spPr>
          <a:xfrm>
            <a:off x="0" y="5333695"/>
            <a:ext cx="391363" cy="1905610"/>
          </a:xfrm>
          <a:prstGeom prst="rect">
            <a:avLst/>
          </a:prstGeom>
          <a:noFill/>
          <a:ln/>
        </p:spPr>
        <p:txBody>
          <a:bodyPr wrap="square" lIns="0" tIns="0" rIns="0" bIns="0" rtlCol="0" anchor="ctr"/>
          <a:lstStyle/>
          <a:p>
            <a:pPr algn="l" indent="0" marL="0">
              <a:lnSpc>
                <a:spcPct val="100000"/>
              </a:lnSpc>
              <a:buNone/>
            </a:pPr>
            <a:r>
              <a:rPr lang="en-US" sz="975" spc="215" kern="0" dirty="0">
                <a:solidFill>
                  <a:srgbClr val="EFE6D3"/>
                </a:solidFill>
                <a:latin typeface="Noto Sans KR" pitchFamily="34" charset="0"/>
                <a:ea typeface="Noto Sans KR" pitchFamily="34" charset="-122"/>
                <a:cs typeface="Noto Sans KR" pitchFamily="34" charset="-120"/>
              </a:rPr>
              <a:t>ASEI CD</a:t>
            </a:r>
            <a:endParaRPr lang="en-US" sz="975" dirty="0"/>
          </a:p>
        </p:txBody>
      </p:sp>
      <p:sp>
        <p:nvSpPr>
          <p:cNvPr id="20" name="Text 12"/>
          <p:cNvSpPr txBox="1"/>
          <p:nvPr/>
        </p:nvSpPr>
        <p:spPr>
          <a:xfrm>
            <a:off x="1333195" y="571500"/>
            <a:ext cx="12764110" cy="143561"/>
          </a:xfrm>
          <a:prstGeom prst="rect">
            <a:avLst/>
          </a:prstGeom>
          <a:noFill/>
          <a:ln/>
        </p:spPr>
        <p:txBody>
          <a:bodyPr wrap="none" lIns="0" tIns="0" rIns="0" bIns="0" rtlCol="0" anchor="ctr"/>
          <a:lstStyle/>
          <a:p>
            <a:pPr algn="l" indent="0" marL="0">
              <a:buNone/>
            </a:pPr>
            <a:r>
              <a:rPr lang="en-US" sz="900" spc="288" kern="0" dirty="0">
                <a:solidFill>
                  <a:srgbClr val="2C5B62"/>
                </a:solidFill>
                <a:latin typeface="IBM Plex Mono" pitchFamily="34" charset="0"/>
                <a:ea typeface="IBM Plex Mono" pitchFamily="34" charset="-122"/>
                <a:cs typeface="IBM Plex Mono" pitchFamily="34" charset="-120"/>
              </a:rPr>
              <a:t>TARGET 18.3 nm · RANGE BAR SUMMARY</a:t>
            </a:r>
            <a:endParaRPr lang="en-US" sz="900" dirty="0"/>
          </a:p>
        </p:txBody>
      </p:sp>
      <p:sp>
        <p:nvSpPr>
          <p:cNvPr id="21" name="Text 13"/>
          <p:cNvSpPr txBox="1"/>
          <p:nvPr/>
        </p:nvSpPr>
        <p:spPr>
          <a:xfrm>
            <a:off x="1333195" y="847649"/>
            <a:ext cx="12764110" cy="467258"/>
          </a:xfrm>
          <a:prstGeom prst="rect">
            <a:avLst/>
          </a:prstGeom>
          <a:noFill/>
          <a:ln/>
        </p:spPr>
        <p:txBody>
          <a:bodyPr wrap="none" lIns="0" tIns="0" rIns="0" bIns="0" rtlCol="0" anchor="ctr"/>
          <a:lstStyle/>
          <a:p>
            <a:pPr algn="l" indent="0" marL="0">
              <a:buNone/>
            </a:pPr>
            <a:r>
              <a:rPr lang="en-US" sz="3450" b="1" spc="-34" kern="0" dirty="0">
                <a:solidFill>
                  <a:srgbClr val="1C1D24"/>
                </a:solidFill>
                <a:latin typeface="Noto Sans KR" pitchFamily="34" charset="0"/>
                <a:ea typeface="Noto Sans KR" pitchFamily="34" charset="-122"/>
                <a:cs typeface="Noto Sans KR" pitchFamily="34" charset="-120"/>
              </a:rPr>
              <a:t>ASEI CD 변동 — wafer별 range bar</a:t>
            </a:r>
            <a:endParaRPr lang="en-US" sz="3450" dirty="0"/>
          </a:p>
        </p:txBody>
      </p:sp>
      <p:pic>
        <p:nvPicPr>
          <p:cNvPr id="22" name="Image 6" descr="gen-dedup-761d4fd6e7dc3de7b6acca5c62ab11d2.png">    </p:cNvPr>
          <p:cNvPicPr>
            <a:picLocks noChangeAspect="1"/>
          </p:cNvPicPr>
          <p:nvPr/>
        </p:nvPicPr>
        <p:blipFill>
          <a:blip r:embed="rId7"/>
          <a:srcRect l="-2083" r="-2083" t="0" b="0"/>
          <a:stretch/>
        </p:blipFill>
        <p:spPr>
          <a:xfrm>
            <a:off x="1333195" y="1516990"/>
            <a:ext cx="12763195" cy="9144"/>
          </a:xfrm>
          <a:prstGeom prst="rect">
            <a:avLst/>
          </a:prstGeom>
        </p:spPr>
      </p:pic>
      <p:sp>
        <p:nvSpPr>
          <p:cNvPr id="23" name="Text 14"/>
          <p:cNvSpPr txBox="1"/>
          <p:nvPr/>
        </p:nvSpPr>
        <p:spPr>
          <a:xfrm>
            <a:off x="14688007" y="413309"/>
            <a:ext cx="3143707" cy="625450"/>
          </a:xfrm>
          <a:prstGeom prst="rect">
            <a:avLst/>
          </a:prstGeom>
          <a:noFill/>
          <a:ln/>
        </p:spPr>
        <p:txBody>
          <a:bodyPr wrap="square" lIns="0" tIns="0" rIns="0" bIns="0" rtlCol="0" anchor="t"/>
          <a:lstStyle/>
          <a:p>
            <a:pPr algn="r" indent="0" marL="0">
              <a:lnSpc>
                <a:spcPts val="1560"/>
              </a:lnSpc>
              <a:buNone/>
            </a:pPr>
            <a:r>
              <a:rPr lang="en-US" sz="975" spc="98" kern="0" dirty="0">
                <a:solidFill>
                  <a:srgbClr val="665B46"/>
                </a:solidFill>
                <a:latin typeface="IBM Plex Mono" pitchFamily="34" charset="0"/>
                <a:ea typeface="IBM Plex Mono" pitchFamily="34" charset="-122"/>
                <a:cs typeface="IBM Plex Mono" pitchFamily="34" charset="-120"/>
              </a:rPr>
              <a:t>DOC · BEOL-12</a:t>
            </a:r>
            <a:pPr algn="r" indent="0" marL="0">
              <a:lnSpc>
                <a:spcPts val="1560"/>
              </a:lnSpc>
              <a:buNone/>
            </a:pPr>
            <a:endParaRPr lang="en-US" sz="975" dirty="0"/>
          </a:p>
          <a:p>
            <a:pPr algn="r" indent="0" marL="0">
              <a:lnSpc>
                <a:spcPts val="1560"/>
              </a:lnSpc>
              <a:buNone/>
            </a:pPr>
            <a:r>
              <a:rPr lang="en-US" sz="975" spc="98" kern="0" dirty="0">
                <a:solidFill>
                  <a:srgbClr val="2C5B62"/>
                </a:solidFill>
                <a:latin typeface="IBM Plex Mono" pitchFamily="34" charset="0"/>
                <a:ea typeface="IBM Plex Mono" pitchFamily="34" charset="-122"/>
                <a:cs typeface="IBM Plex Mono" pitchFamily="34" charset="-120"/>
              </a:rPr>
              <a:t>FILE 12 / 20</a:t>
            </a:r>
            <a:pPr algn="r" indent="0" marL="0">
              <a:lnSpc>
                <a:spcPts val="1560"/>
              </a:lnSpc>
              <a:buNone/>
            </a:pPr>
            <a:endParaRPr lang="en-US" sz="975" dirty="0"/>
          </a:p>
          <a:p>
            <a:pPr algn="r" indent="0" marL="0">
              <a:lnSpc>
                <a:spcPts val="1560"/>
              </a:lnSpc>
              <a:buNone/>
            </a:pPr>
            <a:r>
              <a:rPr lang="en-US" sz="975" spc="98" kern="0" dirty="0">
                <a:solidFill>
                  <a:srgbClr val="665B46"/>
                </a:solidFill>
                <a:latin typeface="IBM Plex Mono" pitchFamily="34" charset="0"/>
                <a:ea typeface="IBM Plex Mono" pitchFamily="34" charset="-122"/>
                <a:cs typeface="IBM Plex Mono" pitchFamily="34" charset="-120"/>
              </a:rPr>
              <a:t>REV.0 · DUMMY</a:t>
            </a:r>
            <a:endParaRPr lang="en-US" sz="975" dirty="0"/>
          </a:p>
        </p:txBody>
      </p:sp>
      <p:sp>
        <p:nvSpPr>
          <p:cNvPr id="24" name="Text 15"/>
          <p:cNvSpPr txBox="1"/>
          <p:nvPr/>
        </p:nvSpPr>
        <p:spPr>
          <a:xfrm>
            <a:off x="1524305" y="2076602"/>
            <a:ext cx="9144000" cy="133502"/>
          </a:xfrm>
          <a:prstGeom prst="rect">
            <a:avLst/>
          </a:prstGeom>
          <a:noFill/>
          <a:ln/>
        </p:spPr>
        <p:txBody>
          <a:bodyPr wrap="none" lIns="0" tIns="0" rIns="0" bIns="0" rtlCol="0" anchor="ctr"/>
          <a:lstStyle/>
          <a:p>
            <a:pPr algn="l" indent="0" marL="0">
              <a:buNone/>
            </a:pPr>
            <a:r>
              <a:rPr lang="en-US" sz="825" spc="231" kern="0" dirty="0">
                <a:solidFill>
                  <a:srgbClr val="2C5B62"/>
                </a:solidFill>
                <a:latin typeface="IBM Plex Mono" pitchFamily="34" charset="0"/>
                <a:ea typeface="IBM Plex Mono" pitchFamily="34" charset="-122"/>
                <a:cs typeface="IBM Plex Mono" pitchFamily="34" charset="-120"/>
              </a:rPr>
              <a:t>RANGE / 3σ VISUALIZATION · ASEI</a:t>
            </a:r>
            <a:endParaRPr lang="en-US" sz="825" dirty="0"/>
          </a:p>
        </p:txBody>
      </p:sp>
      <p:sp>
        <p:nvSpPr>
          <p:cNvPr id="25" name="Text 16"/>
          <p:cNvSpPr txBox="1"/>
          <p:nvPr/>
        </p:nvSpPr>
        <p:spPr>
          <a:xfrm>
            <a:off x="1524305" y="2343607"/>
            <a:ext cx="9144000" cy="181051"/>
          </a:xfrm>
          <a:prstGeom prst="rect">
            <a:avLst/>
          </a:prstGeom>
          <a:noFill/>
          <a:ln/>
        </p:spPr>
        <p:txBody>
          <a:bodyPr wrap="none" lIns="0" tIns="0" rIns="0" bIns="0" rtlCol="0" anchor="ctr"/>
          <a:lstStyle/>
          <a:p>
            <a:pPr algn="l" indent="0" marL="0">
              <a:buNone/>
            </a:pPr>
            <a:r>
              <a:rPr lang="en-US" sz="975" dirty="0">
                <a:solidFill>
                  <a:srgbClr val="665B46"/>
                </a:solidFill>
                <a:latin typeface="Noto Sans KR" pitchFamily="34" charset="0"/>
                <a:ea typeface="Noto Sans KR" pitchFamily="34" charset="-122"/>
                <a:cs typeface="Noto Sans KR" pitchFamily="34" charset="-120"/>
              </a:rPr>
              <a:t>X축: CD (nm). 어두운 박스 = mean ± 3σ band, 가는 bar = min/max envelope, 점선 = target 18.3.</a:t>
            </a:r>
            <a:endParaRPr lang="en-US" sz="975" dirty="0"/>
          </a:p>
        </p:txBody>
      </p:sp>
      <p:sp>
        <p:nvSpPr>
          <p:cNvPr id="26" name="Text 17"/>
          <p:cNvSpPr txBox="1"/>
          <p:nvPr/>
        </p:nvSpPr>
        <p:spPr>
          <a:xfrm>
            <a:off x="3238805" y="2743200"/>
            <a:ext cx="257861" cy="133502"/>
          </a:xfrm>
          <a:prstGeom prst="rect">
            <a:avLst/>
          </a:prstGeom>
          <a:noFill/>
          <a:ln/>
        </p:spPr>
        <p:txBody>
          <a:bodyPr wrap="none" lIns="0" tIns="0" rIns="0" bIns="0" rtlCol="0" anchor="ctr"/>
          <a:lstStyle/>
          <a:p>
            <a:pPr algn="l" indent="0" marL="0">
              <a:buNone/>
            </a:pPr>
            <a:r>
              <a:rPr lang="en-US" sz="825" dirty="0">
                <a:solidFill>
                  <a:srgbClr val="665B46"/>
                </a:solidFill>
                <a:latin typeface="IBM Plex Mono" pitchFamily="34" charset="0"/>
                <a:ea typeface="IBM Plex Mono" pitchFamily="34" charset="-122"/>
                <a:cs typeface="IBM Plex Mono" pitchFamily="34" charset="-120"/>
              </a:rPr>
              <a:t>17.0</a:t>
            </a:r>
            <a:endParaRPr lang="en-US" sz="825" dirty="0"/>
          </a:p>
        </p:txBody>
      </p:sp>
      <p:sp>
        <p:nvSpPr>
          <p:cNvPr id="27" name="Text 18"/>
          <p:cNvSpPr txBox="1"/>
          <p:nvPr/>
        </p:nvSpPr>
        <p:spPr>
          <a:xfrm>
            <a:off x="4413809" y="2743200"/>
            <a:ext cx="257861" cy="133502"/>
          </a:xfrm>
          <a:prstGeom prst="rect">
            <a:avLst/>
          </a:prstGeom>
          <a:noFill/>
          <a:ln/>
        </p:spPr>
        <p:txBody>
          <a:bodyPr wrap="none" lIns="0" tIns="0" rIns="0" bIns="0" rtlCol="0" anchor="ctr"/>
          <a:lstStyle/>
          <a:p>
            <a:pPr algn="l" indent="0" marL="0">
              <a:buNone/>
            </a:pPr>
            <a:r>
              <a:rPr lang="en-US" sz="825" dirty="0">
                <a:solidFill>
                  <a:srgbClr val="665B46"/>
                </a:solidFill>
                <a:latin typeface="IBM Plex Mono" pitchFamily="34" charset="0"/>
                <a:ea typeface="IBM Plex Mono" pitchFamily="34" charset="-122"/>
                <a:cs typeface="IBM Plex Mono" pitchFamily="34" charset="-120"/>
              </a:rPr>
              <a:t>17.5</a:t>
            </a:r>
            <a:endParaRPr lang="en-US" sz="825" dirty="0"/>
          </a:p>
        </p:txBody>
      </p:sp>
      <p:sp>
        <p:nvSpPr>
          <p:cNvPr id="28" name="Text 19"/>
          <p:cNvSpPr txBox="1"/>
          <p:nvPr/>
        </p:nvSpPr>
        <p:spPr>
          <a:xfrm>
            <a:off x="5588813" y="2743200"/>
            <a:ext cx="257861" cy="133502"/>
          </a:xfrm>
          <a:prstGeom prst="rect">
            <a:avLst/>
          </a:prstGeom>
          <a:noFill/>
          <a:ln/>
        </p:spPr>
        <p:txBody>
          <a:bodyPr wrap="none" lIns="0" tIns="0" rIns="0" bIns="0" rtlCol="0" anchor="ctr"/>
          <a:lstStyle/>
          <a:p>
            <a:pPr algn="l" indent="0" marL="0">
              <a:buNone/>
            </a:pPr>
            <a:r>
              <a:rPr lang="en-US" sz="825" dirty="0">
                <a:solidFill>
                  <a:srgbClr val="665B46"/>
                </a:solidFill>
                <a:latin typeface="IBM Plex Mono" pitchFamily="34" charset="0"/>
                <a:ea typeface="IBM Plex Mono" pitchFamily="34" charset="-122"/>
                <a:cs typeface="IBM Plex Mono" pitchFamily="34" charset="-120"/>
              </a:rPr>
              <a:t>18.0</a:t>
            </a:r>
            <a:endParaRPr lang="en-US" sz="825" dirty="0"/>
          </a:p>
        </p:txBody>
      </p:sp>
      <p:sp>
        <p:nvSpPr>
          <p:cNvPr id="29" name="Text 20"/>
          <p:cNvSpPr txBox="1"/>
          <p:nvPr/>
        </p:nvSpPr>
        <p:spPr>
          <a:xfrm>
            <a:off x="6764731" y="2743200"/>
            <a:ext cx="381305" cy="133502"/>
          </a:xfrm>
          <a:prstGeom prst="rect">
            <a:avLst/>
          </a:prstGeom>
          <a:noFill/>
          <a:ln/>
        </p:spPr>
        <p:txBody>
          <a:bodyPr wrap="none" lIns="0" tIns="0" rIns="0" bIns="0" rtlCol="0" anchor="ctr"/>
          <a:lstStyle/>
          <a:p>
            <a:pPr algn="l" indent="0" marL="0">
              <a:buNone/>
            </a:pPr>
            <a:r>
              <a:rPr lang="en-US" sz="825" dirty="0">
                <a:solidFill>
                  <a:srgbClr val="665B46"/>
                </a:solidFill>
                <a:latin typeface="IBM Plex Mono" pitchFamily="34" charset="0"/>
                <a:ea typeface="IBM Plex Mono" pitchFamily="34" charset="-122"/>
                <a:cs typeface="IBM Plex Mono" pitchFamily="34" charset="-120"/>
              </a:rPr>
              <a:t>18.3 ★</a:t>
            </a:r>
            <a:endParaRPr lang="en-US" sz="825" dirty="0"/>
          </a:p>
        </p:txBody>
      </p:sp>
      <p:sp>
        <p:nvSpPr>
          <p:cNvPr id="30" name="Text 21"/>
          <p:cNvSpPr txBox="1"/>
          <p:nvPr/>
        </p:nvSpPr>
        <p:spPr>
          <a:xfrm>
            <a:off x="8065922" y="2743200"/>
            <a:ext cx="257861" cy="133502"/>
          </a:xfrm>
          <a:prstGeom prst="rect">
            <a:avLst/>
          </a:prstGeom>
          <a:noFill/>
          <a:ln/>
        </p:spPr>
        <p:txBody>
          <a:bodyPr wrap="none" lIns="0" tIns="0" rIns="0" bIns="0" rtlCol="0" anchor="ctr"/>
          <a:lstStyle/>
          <a:p>
            <a:pPr algn="l" indent="0" marL="0">
              <a:buNone/>
            </a:pPr>
            <a:r>
              <a:rPr lang="en-US" sz="825" dirty="0">
                <a:solidFill>
                  <a:srgbClr val="665B46"/>
                </a:solidFill>
                <a:latin typeface="IBM Plex Mono" pitchFamily="34" charset="0"/>
                <a:ea typeface="IBM Plex Mono" pitchFamily="34" charset="-122"/>
                <a:cs typeface="IBM Plex Mono" pitchFamily="34" charset="-120"/>
              </a:rPr>
              <a:t>18.5</a:t>
            </a:r>
            <a:endParaRPr lang="en-US" sz="825" dirty="0"/>
          </a:p>
        </p:txBody>
      </p:sp>
      <p:sp>
        <p:nvSpPr>
          <p:cNvPr id="31" name="Text 22"/>
          <p:cNvSpPr txBox="1"/>
          <p:nvPr/>
        </p:nvSpPr>
        <p:spPr>
          <a:xfrm>
            <a:off x="9240926" y="2743200"/>
            <a:ext cx="257861" cy="133502"/>
          </a:xfrm>
          <a:prstGeom prst="rect">
            <a:avLst/>
          </a:prstGeom>
          <a:noFill/>
          <a:ln/>
        </p:spPr>
        <p:txBody>
          <a:bodyPr wrap="none" lIns="0" tIns="0" rIns="0" bIns="0" rtlCol="0" anchor="ctr"/>
          <a:lstStyle/>
          <a:p>
            <a:pPr algn="l" indent="0" marL="0">
              <a:buNone/>
            </a:pPr>
            <a:r>
              <a:rPr lang="en-US" sz="825" dirty="0">
                <a:solidFill>
                  <a:srgbClr val="665B46"/>
                </a:solidFill>
                <a:latin typeface="IBM Plex Mono" pitchFamily="34" charset="0"/>
                <a:ea typeface="IBM Plex Mono" pitchFamily="34" charset="-122"/>
                <a:cs typeface="IBM Plex Mono" pitchFamily="34" charset="-120"/>
              </a:rPr>
              <a:t>19.0</a:t>
            </a:r>
            <a:endParaRPr lang="en-US" sz="825" dirty="0"/>
          </a:p>
        </p:txBody>
      </p:sp>
      <p:sp>
        <p:nvSpPr>
          <p:cNvPr id="32" name="Text 23"/>
          <p:cNvSpPr txBox="1"/>
          <p:nvPr/>
        </p:nvSpPr>
        <p:spPr>
          <a:xfrm>
            <a:off x="10416845" y="2743200"/>
            <a:ext cx="257861" cy="133502"/>
          </a:xfrm>
          <a:prstGeom prst="rect">
            <a:avLst/>
          </a:prstGeom>
          <a:noFill/>
          <a:ln/>
        </p:spPr>
        <p:txBody>
          <a:bodyPr wrap="none" lIns="0" tIns="0" rIns="0" bIns="0" rtlCol="0" anchor="ctr"/>
          <a:lstStyle/>
          <a:p>
            <a:pPr algn="l" indent="0" marL="0">
              <a:buNone/>
            </a:pPr>
            <a:r>
              <a:rPr lang="en-US" sz="825" dirty="0">
                <a:solidFill>
                  <a:srgbClr val="665B46"/>
                </a:solidFill>
                <a:latin typeface="IBM Plex Mono" pitchFamily="34" charset="0"/>
                <a:ea typeface="IBM Plex Mono" pitchFamily="34" charset="-122"/>
                <a:cs typeface="IBM Plex Mono" pitchFamily="34" charset="-120"/>
              </a:rPr>
              <a:t>19.5</a:t>
            </a:r>
            <a:endParaRPr lang="en-US" sz="825" dirty="0"/>
          </a:p>
        </p:txBody>
      </p:sp>
      <p:sp>
        <p:nvSpPr>
          <p:cNvPr id="33" name="Text 24"/>
          <p:cNvSpPr txBox="1"/>
          <p:nvPr/>
        </p:nvSpPr>
        <p:spPr>
          <a:xfrm>
            <a:off x="1524305" y="3172054"/>
            <a:ext cx="1524305" cy="133502"/>
          </a:xfrm>
          <a:prstGeom prst="rect">
            <a:avLst/>
          </a:prstGeom>
          <a:noFill/>
          <a:ln/>
        </p:spPr>
        <p:txBody>
          <a:bodyPr wrap="none" lIns="0" tIns="0" rIns="0" bIns="0" rtlCol="0" anchor="ctr"/>
          <a:lstStyle/>
          <a:p>
            <a:pPr algn="l" indent="0" marL="0">
              <a:buNone/>
            </a:pPr>
            <a:r>
              <a:rPr lang="en-US" sz="825" spc="165" kern="0" dirty="0">
                <a:solidFill>
                  <a:srgbClr val="B4631D"/>
                </a:solidFill>
                <a:latin typeface="IBM Plex Mono" pitchFamily="34" charset="0"/>
                <a:ea typeface="IBM Plex Mono" pitchFamily="34" charset="-122"/>
                <a:cs typeface="IBM Plex Mono" pitchFamily="34" charset="-120"/>
              </a:rPr>
              <a:t>W03 · 350°C</a:t>
            </a:r>
            <a:endParaRPr lang="en-US" sz="825" dirty="0"/>
          </a:p>
        </p:txBody>
      </p:sp>
      <p:sp>
        <p:nvSpPr>
          <p:cNvPr id="34" name="Text 25"/>
          <p:cNvSpPr txBox="1"/>
          <p:nvPr/>
        </p:nvSpPr>
        <p:spPr>
          <a:xfrm>
            <a:off x="1524305" y="3343046"/>
            <a:ext cx="1524305" cy="191110"/>
          </a:xfrm>
          <a:prstGeom prst="rect">
            <a:avLst/>
          </a:prstGeom>
          <a:noFill/>
          <a:ln/>
        </p:spPr>
        <p:txBody>
          <a:bodyPr wrap="none" lIns="0" tIns="0" rIns="0" bIns="0" rtlCol="0" anchor="ctr"/>
          <a:lstStyle/>
          <a:p>
            <a:pPr algn="l" indent="0" marL="0">
              <a:buNone/>
            </a:pPr>
            <a:r>
              <a:rPr lang="en-US" sz="1050" dirty="0">
                <a:solidFill>
                  <a:srgbClr val="1C1D24"/>
                </a:solidFill>
                <a:latin typeface="Noto Sans KR" pitchFamily="34" charset="0"/>
                <a:ea typeface="Noto Sans KR" pitchFamily="34" charset="-122"/>
                <a:cs typeface="Noto Sans KR" pitchFamily="34" charset="-120"/>
              </a:rPr>
              <a:t>mean 18.27</a:t>
            </a:r>
            <a:endParaRPr lang="en-US" sz="1050" dirty="0"/>
          </a:p>
        </p:txBody>
      </p:sp>
      <p:sp>
        <p:nvSpPr>
          <p:cNvPr id="35" name="Text 26"/>
          <p:cNvSpPr txBox="1"/>
          <p:nvPr/>
        </p:nvSpPr>
        <p:spPr>
          <a:xfrm>
            <a:off x="1524305" y="3552444"/>
            <a:ext cx="1524305" cy="133502"/>
          </a:xfrm>
          <a:prstGeom prst="rect">
            <a:avLst/>
          </a:prstGeom>
          <a:noFill/>
          <a:ln/>
        </p:spPr>
        <p:txBody>
          <a:bodyPr wrap="none" lIns="0" tIns="0" rIns="0" bIns="0" rtlCol="0" anchor="ctr"/>
          <a:lstStyle/>
          <a:p>
            <a:pPr algn="l" indent="0" marL="0">
              <a:buNone/>
            </a:pPr>
            <a:r>
              <a:rPr lang="en-US" sz="825" dirty="0">
                <a:solidFill>
                  <a:srgbClr val="665B46"/>
                </a:solidFill>
                <a:latin typeface="IBM Plex Mono" pitchFamily="34" charset="0"/>
                <a:ea typeface="IBM Plex Mono" pitchFamily="34" charset="-122"/>
                <a:cs typeface="IBM Plex Mono" pitchFamily="34" charset="-120"/>
              </a:rPr>
              <a:t>3σ 0.49</a:t>
            </a:r>
            <a:endParaRPr lang="en-US" sz="825" dirty="0"/>
          </a:p>
        </p:txBody>
      </p:sp>
      <p:sp>
        <p:nvSpPr>
          <p:cNvPr id="36" name="Text 27"/>
          <p:cNvSpPr txBox="1"/>
          <p:nvPr/>
        </p:nvSpPr>
        <p:spPr>
          <a:xfrm>
            <a:off x="1524305" y="3838651"/>
            <a:ext cx="1524305" cy="133502"/>
          </a:xfrm>
          <a:prstGeom prst="rect">
            <a:avLst/>
          </a:prstGeom>
          <a:noFill/>
          <a:ln/>
        </p:spPr>
        <p:txBody>
          <a:bodyPr wrap="none" lIns="0" tIns="0" rIns="0" bIns="0" rtlCol="0" anchor="ctr"/>
          <a:lstStyle/>
          <a:p>
            <a:pPr algn="l" indent="0" marL="0">
              <a:buNone/>
            </a:pPr>
            <a:r>
              <a:rPr lang="en-US" sz="825" spc="165" kern="0" dirty="0">
                <a:solidFill>
                  <a:srgbClr val="C25028"/>
                </a:solidFill>
                <a:latin typeface="IBM Plex Mono" pitchFamily="34" charset="0"/>
                <a:ea typeface="IBM Plex Mono" pitchFamily="34" charset="-122"/>
                <a:cs typeface="IBM Plex Mono" pitchFamily="34" charset="-120"/>
              </a:rPr>
              <a:t>W07 · 400°C</a:t>
            </a:r>
            <a:endParaRPr lang="en-US" sz="825" dirty="0"/>
          </a:p>
        </p:txBody>
      </p:sp>
      <p:sp>
        <p:nvSpPr>
          <p:cNvPr id="37" name="Text 28"/>
          <p:cNvSpPr txBox="1"/>
          <p:nvPr/>
        </p:nvSpPr>
        <p:spPr>
          <a:xfrm>
            <a:off x="1524305" y="4009644"/>
            <a:ext cx="1524305" cy="191110"/>
          </a:xfrm>
          <a:prstGeom prst="rect">
            <a:avLst/>
          </a:prstGeom>
          <a:noFill/>
          <a:ln/>
        </p:spPr>
        <p:txBody>
          <a:bodyPr wrap="none" lIns="0" tIns="0" rIns="0" bIns="0" rtlCol="0" anchor="ctr"/>
          <a:lstStyle/>
          <a:p>
            <a:pPr algn="l" indent="0" marL="0">
              <a:buNone/>
            </a:pPr>
            <a:r>
              <a:rPr lang="en-US" sz="1050" dirty="0">
                <a:solidFill>
                  <a:srgbClr val="1C1D24"/>
                </a:solidFill>
                <a:latin typeface="Noto Sans KR" pitchFamily="34" charset="0"/>
                <a:ea typeface="Noto Sans KR" pitchFamily="34" charset="-122"/>
                <a:cs typeface="Noto Sans KR" pitchFamily="34" charset="-120"/>
              </a:rPr>
              <a:t>mean 18.31</a:t>
            </a:r>
            <a:endParaRPr lang="en-US" sz="1050" dirty="0"/>
          </a:p>
        </p:txBody>
      </p:sp>
      <p:sp>
        <p:nvSpPr>
          <p:cNvPr id="38" name="Text 29"/>
          <p:cNvSpPr txBox="1"/>
          <p:nvPr/>
        </p:nvSpPr>
        <p:spPr>
          <a:xfrm>
            <a:off x="1524305" y="4219956"/>
            <a:ext cx="1524305" cy="133502"/>
          </a:xfrm>
          <a:prstGeom prst="rect">
            <a:avLst/>
          </a:prstGeom>
          <a:noFill/>
          <a:ln/>
        </p:spPr>
        <p:txBody>
          <a:bodyPr wrap="none" lIns="0" tIns="0" rIns="0" bIns="0" rtlCol="0" anchor="ctr"/>
          <a:lstStyle/>
          <a:p>
            <a:pPr algn="l" indent="0" marL="0">
              <a:buNone/>
            </a:pPr>
            <a:r>
              <a:rPr lang="en-US" sz="825" dirty="0">
                <a:solidFill>
                  <a:srgbClr val="665B46"/>
                </a:solidFill>
                <a:latin typeface="IBM Plex Mono" pitchFamily="34" charset="0"/>
                <a:ea typeface="IBM Plex Mono" pitchFamily="34" charset="-122"/>
                <a:cs typeface="IBM Plex Mono" pitchFamily="34" charset="-120"/>
              </a:rPr>
              <a:t>3σ 0.55</a:t>
            </a:r>
            <a:endParaRPr lang="en-US" sz="825" dirty="0"/>
          </a:p>
        </p:txBody>
      </p:sp>
      <p:sp>
        <p:nvSpPr>
          <p:cNvPr id="39" name="Text 30"/>
          <p:cNvSpPr txBox="1"/>
          <p:nvPr/>
        </p:nvSpPr>
        <p:spPr>
          <a:xfrm>
            <a:off x="1524305" y="4505249"/>
            <a:ext cx="1524305" cy="133502"/>
          </a:xfrm>
          <a:prstGeom prst="rect">
            <a:avLst/>
          </a:prstGeom>
          <a:noFill/>
          <a:ln/>
        </p:spPr>
        <p:txBody>
          <a:bodyPr wrap="none" lIns="0" tIns="0" rIns="0" bIns="0" rtlCol="0" anchor="ctr"/>
          <a:lstStyle/>
          <a:p>
            <a:pPr algn="l" indent="0" marL="0">
              <a:buNone/>
            </a:pPr>
            <a:r>
              <a:rPr lang="en-US" sz="825" spc="165" kern="0" dirty="0">
                <a:solidFill>
                  <a:srgbClr val="2C5B62"/>
                </a:solidFill>
                <a:latin typeface="IBM Plex Mono" pitchFamily="34" charset="0"/>
                <a:ea typeface="IBM Plex Mono" pitchFamily="34" charset="-122"/>
                <a:cs typeface="IBM Plex Mono" pitchFamily="34" charset="-120"/>
              </a:rPr>
              <a:t>W11 · 350°C·r</a:t>
            </a:r>
            <a:endParaRPr lang="en-US" sz="825" dirty="0"/>
          </a:p>
        </p:txBody>
      </p:sp>
      <p:sp>
        <p:nvSpPr>
          <p:cNvPr id="40" name="Text 31"/>
          <p:cNvSpPr txBox="1"/>
          <p:nvPr/>
        </p:nvSpPr>
        <p:spPr>
          <a:xfrm>
            <a:off x="1524305" y="4677156"/>
            <a:ext cx="1524305" cy="191110"/>
          </a:xfrm>
          <a:prstGeom prst="rect">
            <a:avLst/>
          </a:prstGeom>
          <a:noFill/>
          <a:ln/>
        </p:spPr>
        <p:txBody>
          <a:bodyPr wrap="none" lIns="0" tIns="0" rIns="0" bIns="0" rtlCol="0" anchor="ctr"/>
          <a:lstStyle/>
          <a:p>
            <a:pPr algn="l" indent="0" marL="0">
              <a:buNone/>
            </a:pPr>
            <a:r>
              <a:rPr lang="en-US" sz="1050" dirty="0">
                <a:solidFill>
                  <a:srgbClr val="1C1D24"/>
                </a:solidFill>
                <a:latin typeface="Noto Sans KR" pitchFamily="34" charset="0"/>
                <a:ea typeface="Noto Sans KR" pitchFamily="34" charset="-122"/>
                <a:cs typeface="Noto Sans KR" pitchFamily="34" charset="-120"/>
              </a:rPr>
              <a:t>mean 18.29</a:t>
            </a:r>
            <a:endParaRPr lang="en-US" sz="1050" dirty="0"/>
          </a:p>
        </p:txBody>
      </p:sp>
      <p:sp>
        <p:nvSpPr>
          <p:cNvPr id="41" name="Text 32"/>
          <p:cNvSpPr txBox="1"/>
          <p:nvPr/>
        </p:nvSpPr>
        <p:spPr>
          <a:xfrm>
            <a:off x="1524305" y="4886554"/>
            <a:ext cx="1524305" cy="133502"/>
          </a:xfrm>
          <a:prstGeom prst="rect">
            <a:avLst/>
          </a:prstGeom>
          <a:noFill/>
          <a:ln/>
        </p:spPr>
        <p:txBody>
          <a:bodyPr wrap="none" lIns="0" tIns="0" rIns="0" bIns="0" rtlCol="0" anchor="ctr"/>
          <a:lstStyle/>
          <a:p>
            <a:pPr algn="l" indent="0" marL="0">
              <a:buNone/>
            </a:pPr>
            <a:r>
              <a:rPr lang="en-US" sz="825" dirty="0">
                <a:solidFill>
                  <a:srgbClr val="665B46"/>
                </a:solidFill>
                <a:latin typeface="IBM Plex Mono" pitchFamily="34" charset="0"/>
                <a:ea typeface="IBM Plex Mono" pitchFamily="34" charset="-122"/>
                <a:cs typeface="IBM Plex Mono" pitchFamily="34" charset="-120"/>
              </a:rPr>
              <a:t>3σ 0.51</a:t>
            </a:r>
            <a:endParaRPr lang="en-US" sz="825" dirty="0"/>
          </a:p>
        </p:txBody>
      </p:sp>
      <p:sp>
        <p:nvSpPr>
          <p:cNvPr id="42" name="Text 33"/>
          <p:cNvSpPr txBox="1"/>
          <p:nvPr/>
        </p:nvSpPr>
        <p:spPr>
          <a:xfrm>
            <a:off x="1524305" y="5219395"/>
            <a:ext cx="1638605" cy="133502"/>
          </a:xfrm>
          <a:prstGeom prst="rect">
            <a:avLst/>
          </a:prstGeom>
          <a:noFill/>
          <a:ln/>
        </p:spPr>
        <p:txBody>
          <a:bodyPr wrap="none" lIns="0" tIns="0" rIns="0" bIns="0" rtlCol="0" anchor="ctr"/>
          <a:lstStyle/>
          <a:p>
            <a:pPr algn="l" indent="0" marL="0">
              <a:buNone/>
            </a:pPr>
            <a:r>
              <a:rPr lang="en-US" sz="825" dirty="0">
                <a:solidFill>
                  <a:srgbClr val="665B46"/>
                </a:solidFill>
                <a:latin typeface="IBM Plex Mono" pitchFamily="34" charset="0"/>
                <a:ea typeface="IBM Plex Mono" pitchFamily="34" charset="-122"/>
                <a:cs typeface="IBM Plex Mono" pitchFamily="34" charset="-120"/>
              </a:rPr>
              <a:t>spec 17.6 — 19.0 (lo − hi)</a:t>
            </a:r>
            <a:endParaRPr lang="en-US" sz="825" dirty="0"/>
          </a:p>
        </p:txBody>
      </p:sp>
      <p:sp>
        <p:nvSpPr>
          <p:cNvPr id="43" name="Text 34"/>
          <p:cNvSpPr txBox="1"/>
          <p:nvPr/>
        </p:nvSpPr>
        <p:spPr>
          <a:xfrm>
            <a:off x="5781751" y="5219395"/>
            <a:ext cx="1010412" cy="133502"/>
          </a:xfrm>
          <a:prstGeom prst="rect">
            <a:avLst/>
          </a:prstGeom>
          <a:noFill/>
          <a:ln/>
        </p:spPr>
        <p:txBody>
          <a:bodyPr wrap="none" lIns="0" tIns="0" rIns="0" bIns="0" rtlCol="0" anchor="ctr"/>
          <a:lstStyle/>
          <a:p>
            <a:pPr algn="l" indent="0" marL="0">
              <a:buNone/>
            </a:pPr>
            <a:r>
              <a:rPr lang="en-US" sz="825" dirty="0">
                <a:solidFill>
                  <a:srgbClr val="B4631D"/>
                </a:solidFill>
                <a:latin typeface="IBM Plex Mono" pitchFamily="34" charset="0"/>
                <a:ea typeface="IBM Plex Mono" pitchFamily="34" charset="-122"/>
                <a:cs typeface="IBM Plex Mono" pitchFamily="34" charset="-120"/>
              </a:rPr>
              <a:t>★ target 18.3 nm</a:t>
            </a:r>
            <a:endParaRPr lang="en-US" sz="825" dirty="0"/>
          </a:p>
        </p:txBody>
      </p:sp>
      <p:sp>
        <p:nvSpPr>
          <p:cNvPr id="44" name="Text 35"/>
          <p:cNvSpPr txBox="1"/>
          <p:nvPr/>
        </p:nvSpPr>
        <p:spPr>
          <a:xfrm>
            <a:off x="9411005" y="5219395"/>
            <a:ext cx="1257300" cy="133502"/>
          </a:xfrm>
          <a:prstGeom prst="rect">
            <a:avLst/>
          </a:prstGeom>
          <a:noFill/>
          <a:ln/>
        </p:spPr>
        <p:txBody>
          <a:bodyPr wrap="none" lIns="0" tIns="0" rIns="0" bIns="0" rtlCol="0" anchor="ctr"/>
          <a:lstStyle/>
          <a:p>
            <a:pPr algn="l" indent="0" marL="0">
              <a:buNone/>
            </a:pPr>
            <a:r>
              <a:rPr lang="en-US" sz="825" dirty="0">
                <a:solidFill>
                  <a:srgbClr val="665B46"/>
                </a:solidFill>
                <a:latin typeface="IBM Plex Mono" pitchFamily="34" charset="0"/>
                <a:ea typeface="IBM Plex Mono" pitchFamily="34" charset="-122"/>
                <a:cs typeface="IBM Plex Mono" pitchFamily="34" charset="-120"/>
              </a:rPr>
              <a:t>env band | min ~ max</a:t>
            </a:r>
            <a:endParaRPr lang="en-US" sz="825" dirty="0"/>
          </a:p>
        </p:txBody>
      </p:sp>
      <p:sp>
        <p:nvSpPr>
          <p:cNvPr id="45" name="Text 36"/>
          <p:cNvSpPr txBox="1"/>
          <p:nvPr/>
        </p:nvSpPr>
        <p:spPr>
          <a:xfrm>
            <a:off x="1524305" y="5715000"/>
            <a:ext cx="1390802" cy="162763"/>
          </a:xfrm>
          <a:prstGeom prst="rect">
            <a:avLst/>
          </a:prstGeom>
          <a:noFill/>
          <a:ln/>
        </p:spPr>
        <p:txBody>
          <a:bodyPr wrap="none" lIns="0" tIns="0" rIns="0" bIns="0" rtlCol="0" anchor="ctr"/>
          <a:lstStyle/>
          <a:p>
            <a:pPr algn="l" indent="0" marL="0">
              <a:buNone/>
            </a:pPr>
            <a:r>
              <a:rPr lang="en-US" sz="825" dirty="0">
                <a:solidFill>
                  <a:srgbClr val="36322A"/>
                </a:solidFill>
                <a:latin typeface="IBM Plex Mono" pitchFamily="34" charset="0"/>
                <a:ea typeface="IBM Plex Mono" pitchFamily="34" charset="-122"/>
                <a:cs typeface="IBM Plex Mono" pitchFamily="34" charset="-120"/>
              </a:rPr>
              <a:t>W03 350°C mean ± 3σ</a:t>
            </a:r>
            <a:endParaRPr lang="en-US" sz="825" dirty="0"/>
          </a:p>
        </p:txBody>
      </p:sp>
      <p:sp>
        <p:nvSpPr>
          <p:cNvPr id="46" name="Text 37"/>
          <p:cNvSpPr txBox="1"/>
          <p:nvPr/>
        </p:nvSpPr>
        <p:spPr>
          <a:xfrm>
            <a:off x="3251606" y="5715000"/>
            <a:ext cx="1390802" cy="162763"/>
          </a:xfrm>
          <a:prstGeom prst="rect">
            <a:avLst/>
          </a:prstGeom>
          <a:noFill/>
          <a:ln/>
        </p:spPr>
        <p:txBody>
          <a:bodyPr wrap="none" lIns="0" tIns="0" rIns="0" bIns="0" rtlCol="0" anchor="ctr"/>
          <a:lstStyle/>
          <a:p>
            <a:pPr algn="l" indent="0" marL="0">
              <a:buNone/>
            </a:pPr>
            <a:r>
              <a:rPr lang="en-US" sz="825" dirty="0">
                <a:solidFill>
                  <a:srgbClr val="36322A"/>
                </a:solidFill>
                <a:latin typeface="IBM Plex Mono" pitchFamily="34" charset="0"/>
                <a:ea typeface="IBM Plex Mono" pitchFamily="34" charset="-122"/>
                <a:cs typeface="IBM Plex Mono" pitchFamily="34" charset="-120"/>
              </a:rPr>
              <a:t>W07 400°C mean ± 3σ</a:t>
            </a:r>
            <a:endParaRPr lang="en-US" sz="825" dirty="0"/>
          </a:p>
        </p:txBody>
      </p:sp>
      <p:sp>
        <p:nvSpPr>
          <p:cNvPr id="47" name="Text 38"/>
          <p:cNvSpPr txBox="1"/>
          <p:nvPr/>
        </p:nvSpPr>
        <p:spPr>
          <a:xfrm>
            <a:off x="4979822" y="5715000"/>
            <a:ext cx="1515161" cy="162763"/>
          </a:xfrm>
          <a:prstGeom prst="rect">
            <a:avLst/>
          </a:prstGeom>
          <a:noFill/>
          <a:ln/>
        </p:spPr>
        <p:txBody>
          <a:bodyPr wrap="none" lIns="0" tIns="0" rIns="0" bIns="0" rtlCol="0" anchor="ctr"/>
          <a:lstStyle/>
          <a:p>
            <a:pPr algn="l" indent="0" marL="0">
              <a:buNone/>
            </a:pPr>
            <a:r>
              <a:rPr lang="en-US" sz="825" dirty="0">
                <a:solidFill>
                  <a:srgbClr val="36322A"/>
                </a:solidFill>
                <a:latin typeface="IBM Plex Mono" pitchFamily="34" charset="0"/>
                <a:ea typeface="IBM Plex Mono" pitchFamily="34" charset="-122"/>
                <a:cs typeface="IBM Plex Mono" pitchFamily="34" charset="-120"/>
              </a:rPr>
              <a:t>W11 350°C·r mean ± 3σ</a:t>
            </a:r>
            <a:endParaRPr lang="en-US" sz="825" dirty="0"/>
          </a:p>
        </p:txBody>
      </p:sp>
      <p:sp>
        <p:nvSpPr>
          <p:cNvPr id="48" name="Text 39"/>
          <p:cNvSpPr txBox="1"/>
          <p:nvPr/>
        </p:nvSpPr>
        <p:spPr>
          <a:xfrm>
            <a:off x="6834226" y="5715000"/>
            <a:ext cx="1914754" cy="162763"/>
          </a:xfrm>
          <a:prstGeom prst="rect">
            <a:avLst/>
          </a:prstGeom>
          <a:noFill/>
          <a:ln/>
        </p:spPr>
        <p:txBody>
          <a:bodyPr wrap="none" lIns="0" tIns="0" rIns="0" bIns="0" rtlCol="0" anchor="ctr"/>
          <a:lstStyle/>
          <a:p>
            <a:pPr algn="l" indent="0" marL="0">
              <a:buNone/>
            </a:pPr>
            <a:r>
              <a:rPr lang="en-US" sz="825" dirty="0">
                <a:solidFill>
                  <a:srgbClr val="36322A"/>
                </a:solidFill>
                <a:latin typeface="IBM Plex Mono" pitchFamily="34" charset="0"/>
                <a:ea typeface="IBM Plex Mono" pitchFamily="34" charset="-122"/>
                <a:cs typeface="IBM Plex Mono" pitchFamily="34" charset="-120"/>
              </a:rPr>
              <a:t>range bg · min~max envelope</a:t>
            </a:r>
            <a:endParaRPr lang="en-US" sz="825" dirty="0"/>
          </a:p>
        </p:txBody>
      </p:sp>
      <p:sp>
        <p:nvSpPr>
          <p:cNvPr id="49" name="Text 40"/>
          <p:cNvSpPr txBox="1"/>
          <p:nvPr/>
        </p:nvSpPr>
        <p:spPr>
          <a:xfrm>
            <a:off x="9083650" y="5715000"/>
            <a:ext cx="962863" cy="162763"/>
          </a:xfrm>
          <a:prstGeom prst="rect">
            <a:avLst/>
          </a:prstGeom>
          <a:noFill/>
          <a:ln/>
        </p:spPr>
        <p:txBody>
          <a:bodyPr wrap="none" lIns="0" tIns="0" rIns="0" bIns="0" rtlCol="0" anchor="ctr"/>
          <a:lstStyle/>
          <a:p>
            <a:pPr algn="l" indent="0" marL="0">
              <a:buNone/>
            </a:pPr>
            <a:r>
              <a:rPr lang="en-US" sz="825" dirty="0">
                <a:solidFill>
                  <a:srgbClr val="36322A"/>
                </a:solidFill>
                <a:latin typeface="IBM Plex Mono" pitchFamily="34" charset="0"/>
                <a:ea typeface="IBM Plex Mono" pitchFamily="34" charset="-122"/>
                <a:cs typeface="IBM Plex Mono" pitchFamily="34" charset="-120"/>
              </a:rPr>
              <a:t>target 18.3 nm</a:t>
            </a:r>
            <a:endParaRPr lang="en-US" sz="825" dirty="0"/>
          </a:p>
        </p:txBody>
      </p:sp>
      <p:sp>
        <p:nvSpPr>
          <p:cNvPr id="50" name="Text 41"/>
          <p:cNvSpPr txBox="1"/>
          <p:nvPr/>
        </p:nvSpPr>
        <p:spPr>
          <a:xfrm>
            <a:off x="11334902" y="2076602"/>
            <a:ext cx="5429707" cy="133502"/>
          </a:xfrm>
          <a:prstGeom prst="rect">
            <a:avLst/>
          </a:prstGeom>
          <a:noFill/>
          <a:ln/>
        </p:spPr>
        <p:txBody>
          <a:bodyPr wrap="none" lIns="0" tIns="0" rIns="0" bIns="0" rtlCol="0" anchor="ctr"/>
          <a:lstStyle/>
          <a:p>
            <a:pPr algn="l" indent="0" marL="0">
              <a:buNone/>
            </a:pPr>
            <a:r>
              <a:rPr lang="en-US" sz="825" spc="231" kern="0" dirty="0">
                <a:solidFill>
                  <a:srgbClr val="2C5B62"/>
                </a:solidFill>
                <a:latin typeface="IBM Plex Mono" pitchFamily="34" charset="0"/>
                <a:ea typeface="IBM Plex Mono" pitchFamily="34" charset="-122"/>
                <a:cs typeface="IBM Plex Mono" pitchFamily="34" charset="-120"/>
              </a:rPr>
              <a:t>ASEI NUMERIC SUMMARY</a:t>
            </a:r>
            <a:endParaRPr lang="en-US" sz="825"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11334902" y="2286000"/>
          <a:ext cx="5429707" cy="2876702"/>
        </p:xfrm>
        <a:graphic>
          <a:graphicData uri="http://schemas.openxmlformats.org/drawingml/2006/table">
            <a:tbl>
              <a:tblPr/>
              <a:tblGrid>
                <a:gridCol w="2116836"/>
                <a:gridCol w="1103681"/>
                <a:gridCol w="1103681"/>
                <a:gridCol w="1104595"/>
              </a:tblGrid>
              <a:tr h="319634">
                <a:tc>
                  <a:txBody>
                    <a:bodyPr/>
                    <a:lstStyle/>
                    <a:p>
                      <a:pPr algn="l" indent="0" marL="0">
                        <a:buNone/>
                      </a:pPr>
                      <a:r>
                        <a:rPr lang="en-US" sz="825" dirty="0">
                          <a:solidFill>
                            <a:srgbClr val="EFE6D3"/>
                          </a:solidFill>
                          <a:latin typeface="IBM Plex Mono" pitchFamily="34" charset="0"/>
                          <a:ea typeface="IBM Plex Mono" pitchFamily="34" charset="-122"/>
                          <a:cs typeface="IBM Plex Mono" pitchFamily="34" charset="-120"/>
                        </a:rPr>
                        <a:t>METRIC</a:t>
                      </a:r>
                      <a:endParaRPr lang="en-US" sz="825" dirty="0">
                        <a:latin typeface="IBM Plex Mono" charset="0"/>
                        <a:ea typeface="IBM Plex Mono" charset="0"/>
                        <a:cs typeface="IBM Plex Mono" charset="0"/>
                      </a:endParaRPr>
                    </a:p>
                  </a:txBody>
                  <a:tcPr marL="57607" marR="57607" marT="75895" marB="75895" anchor="ctr">
                    <a:lnL w="0" cap="flat" cmpd="sng" algn="ctr">
                      <a:solidFill>
                        <a:srgbClr val="BFB38D"/>
                      </a:solidFill>
                      <a:prstDash val="solid"/>
                      <a:round/>
                      <a:headEnd type="none" w="med" len="med"/>
                      <a:tailEnd type="none" w="med" len="med"/>
                    </a:lnL>
                    <a:lnR w="0" cap="flat" cmpd="sng" algn="ctr">
                      <a:solidFill>
                        <a:srgbClr val="BFB38D"/>
                      </a:solidFill>
                      <a:prstDash val="solid"/>
                      <a:round/>
                      <a:headEnd type="none" w="med" len="med"/>
                      <a:tailEnd type="none" w="med" len="med"/>
                    </a:lnR>
                    <a:lnT w="0" cap="flat" cmpd="sng" algn="ctr">
                      <a:solidFill>
                        <a:srgbClr val="BFB38D"/>
                      </a:solidFill>
                      <a:prstDash val="solid"/>
                      <a:round/>
                      <a:headEnd type="none" w="med" len="med"/>
                      <a:tailEnd type="none" w="med" len="med"/>
                    </a:lnT>
                    <a:lnB w="0" cap="flat" cmpd="sng" algn="ctr">
                      <a:solidFill>
                        <a:srgbClr val="BFB38D"/>
                      </a:solidFill>
                      <a:prstDash val="solid"/>
                      <a:round/>
                      <a:headEnd type="none" w="med" len="med"/>
                      <a:tailEnd type="none" w="med" len="med"/>
                    </a:lnB>
                    <a:solidFill>
                      <a:srgbClr val="26201A"/>
                    </a:solidFill>
                  </a:tcPr>
                </a:tc>
                <a:tc>
                  <a:txBody>
                    <a:bodyPr/>
                    <a:lstStyle/>
                    <a:p>
                      <a:pPr algn="r" indent="0" marL="0">
                        <a:buNone/>
                      </a:pPr>
                      <a:r>
                        <a:rPr lang="en-US" sz="825" dirty="0">
                          <a:solidFill>
                            <a:srgbClr val="EFE6D3"/>
                          </a:solidFill>
                          <a:latin typeface="IBM Plex Mono" pitchFamily="34" charset="0"/>
                          <a:ea typeface="IBM Plex Mono" pitchFamily="34" charset="-122"/>
                          <a:cs typeface="IBM Plex Mono" pitchFamily="34" charset="-120"/>
                        </a:rPr>
                        <a:t>W03</a:t>
                      </a:r>
                      <a:endParaRPr lang="en-US" sz="825" dirty="0">
                        <a:latin typeface="IBM Plex Mono" charset="0"/>
                        <a:ea typeface="IBM Plex Mono" charset="0"/>
                        <a:cs typeface="IBM Plex Mono" charset="0"/>
                      </a:endParaRPr>
                    </a:p>
                  </a:txBody>
                  <a:tcPr marL="57607" marR="57607" marT="75895" marB="75895" anchor="ctr">
                    <a:lnL w="0" cap="flat" cmpd="sng" algn="ctr">
                      <a:solidFill>
                        <a:srgbClr val="BFB38D"/>
                      </a:solidFill>
                      <a:prstDash val="solid"/>
                      <a:round/>
                      <a:headEnd type="none" w="med" len="med"/>
                      <a:tailEnd type="none" w="med" len="med"/>
                    </a:lnL>
                    <a:lnR w="0" cap="flat" cmpd="sng" algn="ctr">
                      <a:solidFill>
                        <a:srgbClr val="BFB38D"/>
                      </a:solidFill>
                      <a:prstDash val="solid"/>
                      <a:round/>
                      <a:headEnd type="none" w="med" len="med"/>
                      <a:tailEnd type="none" w="med" len="med"/>
                    </a:lnR>
                    <a:lnT w="0" cap="flat" cmpd="sng" algn="ctr">
                      <a:solidFill>
                        <a:srgbClr val="BFB38D"/>
                      </a:solidFill>
                      <a:prstDash val="solid"/>
                      <a:round/>
                      <a:headEnd type="none" w="med" len="med"/>
                      <a:tailEnd type="none" w="med" len="med"/>
                    </a:lnT>
                    <a:lnB w="0" cap="flat" cmpd="sng" algn="ctr">
                      <a:solidFill>
                        <a:srgbClr val="BFB38D"/>
                      </a:solidFill>
                      <a:prstDash val="solid"/>
                      <a:round/>
                      <a:headEnd type="none" w="med" len="med"/>
                      <a:tailEnd type="none" w="med" len="med"/>
                    </a:lnB>
                    <a:solidFill>
                      <a:srgbClr val="26201A"/>
                    </a:solidFill>
                  </a:tcPr>
                </a:tc>
                <a:tc>
                  <a:txBody>
                    <a:bodyPr/>
                    <a:lstStyle/>
                    <a:p>
                      <a:pPr algn="r" indent="0" marL="0">
                        <a:buNone/>
                      </a:pPr>
                      <a:r>
                        <a:rPr lang="en-US" sz="825" dirty="0">
                          <a:solidFill>
                            <a:srgbClr val="EFE6D3"/>
                          </a:solidFill>
                          <a:latin typeface="IBM Plex Mono" pitchFamily="34" charset="0"/>
                          <a:ea typeface="IBM Plex Mono" pitchFamily="34" charset="-122"/>
                          <a:cs typeface="IBM Plex Mono" pitchFamily="34" charset="-120"/>
                        </a:rPr>
                        <a:t>W07</a:t>
                      </a:r>
                      <a:endParaRPr lang="en-US" sz="825" dirty="0">
                        <a:latin typeface="IBM Plex Mono" charset="0"/>
                        <a:ea typeface="IBM Plex Mono" charset="0"/>
                        <a:cs typeface="IBM Plex Mono" charset="0"/>
                      </a:endParaRPr>
                    </a:p>
                  </a:txBody>
                  <a:tcPr marL="57607" marR="57607" marT="75895" marB="75895" anchor="ctr">
                    <a:lnL w="0" cap="flat" cmpd="sng" algn="ctr">
                      <a:solidFill>
                        <a:srgbClr val="BFB38D"/>
                      </a:solidFill>
                      <a:prstDash val="solid"/>
                      <a:round/>
                      <a:headEnd type="none" w="med" len="med"/>
                      <a:tailEnd type="none" w="med" len="med"/>
                    </a:lnL>
                    <a:lnR w="0" cap="flat" cmpd="sng" algn="ctr">
                      <a:solidFill>
                        <a:srgbClr val="BFB38D"/>
                      </a:solidFill>
                      <a:prstDash val="solid"/>
                      <a:round/>
                      <a:headEnd type="none" w="med" len="med"/>
                      <a:tailEnd type="none" w="med" len="med"/>
                    </a:lnR>
                    <a:lnT w="0" cap="flat" cmpd="sng" algn="ctr">
                      <a:solidFill>
                        <a:srgbClr val="BFB38D"/>
                      </a:solidFill>
                      <a:prstDash val="solid"/>
                      <a:round/>
                      <a:headEnd type="none" w="med" len="med"/>
                      <a:tailEnd type="none" w="med" len="med"/>
                    </a:lnT>
                    <a:lnB w="0" cap="flat" cmpd="sng" algn="ctr">
                      <a:solidFill>
                        <a:srgbClr val="BFB38D"/>
                      </a:solidFill>
                      <a:prstDash val="solid"/>
                      <a:round/>
                      <a:headEnd type="none" w="med" len="med"/>
                      <a:tailEnd type="none" w="med" len="med"/>
                    </a:lnB>
                    <a:solidFill>
                      <a:srgbClr val="26201A"/>
                    </a:solidFill>
                  </a:tcPr>
                </a:tc>
                <a:tc>
                  <a:txBody>
                    <a:bodyPr/>
                    <a:lstStyle/>
                    <a:p>
                      <a:pPr algn="r" indent="0" marL="0">
                        <a:buNone/>
                      </a:pPr>
                      <a:r>
                        <a:rPr lang="en-US" sz="825" dirty="0">
                          <a:solidFill>
                            <a:srgbClr val="EFE6D3"/>
                          </a:solidFill>
                          <a:latin typeface="IBM Plex Mono" pitchFamily="34" charset="0"/>
                          <a:ea typeface="IBM Plex Mono" pitchFamily="34" charset="-122"/>
                          <a:cs typeface="IBM Plex Mono" pitchFamily="34" charset="-120"/>
                        </a:rPr>
                        <a:t>W11</a:t>
                      </a:r>
                      <a:endParaRPr lang="en-US" sz="825" dirty="0">
                        <a:latin typeface="IBM Plex Mono" charset="0"/>
                        <a:ea typeface="IBM Plex Mono" charset="0"/>
                        <a:cs typeface="IBM Plex Mono" charset="0"/>
                      </a:endParaRPr>
                    </a:p>
                  </a:txBody>
                  <a:tcPr marL="57607" marR="57607" marT="75895" marB="75895" anchor="ctr">
                    <a:lnL w="0" cap="flat" cmpd="sng" algn="ctr">
                      <a:solidFill>
                        <a:srgbClr val="BFB38D"/>
                      </a:solidFill>
                      <a:prstDash val="solid"/>
                      <a:round/>
                      <a:headEnd type="none" w="med" len="med"/>
                      <a:tailEnd type="none" w="med" len="med"/>
                    </a:lnL>
                    <a:lnR w="0" cap="flat" cmpd="sng" algn="ctr">
                      <a:solidFill>
                        <a:srgbClr val="BFB38D"/>
                      </a:solidFill>
                      <a:prstDash val="solid"/>
                      <a:round/>
                      <a:headEnd type="none" w="med" len="med"/>
                      <a:tailEnd type="none" w="med" len="med"/>
                    </a:lnR>
                    <a:lnT w="0" cap="flat" cmpd="sng" algn="ctr">
                      <a:solidFill>
                        <a:srgbClr val="BFB38D"/>
                      </a:solidFill>
                      <a:prstDash val="solid"/>
                      <a:round/>
                      <a:headEnd type="none" w="med" len="med"/>
                      <a:tailEnd type="none" w="med" len="med"/>
                    </a:lnT>
                    <a:lnB w="0" cap="flat" cmpd="sng" algn="ctr">
                      <a:solidFill>
                        <a:srgbClr val="BFB38D"/>
                      </a:solidFill>
                      <a:prstDash val="solid"/>
                      <a:round/>
                      <a:headEnd type="none" w="med" len="med"/>
                      <a:tailEnd type="none" w="med" len="med"/>
                    </a:lnB>
                    <a:solidFill>
                      <a:srgbClr val="26201A"/>
                    </a:solidFill>
                  </a:tcPr>
                </a:tc>
              </a:tr>
              <a:tr h="319634">
                <a:tc>
                  <a:txBody>
                    <a:bodyPr/>
                    <a:lstStyle/>
                    <a:p>
                      <a:pPr indent="0" marL="0">
                        <a:buNone/>
                      </a:pPr>
                      <a:r>
                        <a:rPr lang="en-US" sz="975" dirty="0">
                          <a:solidFill>
                            <a:srgbClr val="1C1D24"/>
                          </a:solidFill>
                          <a:latin typeface="IBM Plex Mono" pitchFamily="34" charset="0"/>
                          <a:ea typeface="IBM Plex Mono" pitchFamily="34" charset="-122"/>
                          <a:cs typeface="IBM Plex Mono" pitchFamily="34" charset="-120"/>
                        </a:rPr>
                        <a:t>mean (nm)</a:t>
                      </a:r>
                      <a:endParaRPr lang="en-US" sz="975" dirty="0">
                        <a:latin typeface="IBM Plex Mono" charset="0"/>
                        <a:ea typeface="IBM Plex Mono" charset="0"/>
                        <a:cs typeface="IBM Plex Mono" charset="0"/>
                      </a:endParaRPr>
                    </a:p>
                  </a:txBody>
                  <a:tcPr marL="57607" marR="57607" marT="75895" marB="75895" anchor="ctr">
                    <a:lnL w="0" cap="flat" cmpd="sng" algn="ctr">
                      <a:solidFill>
                        <a:srgbClr val="BFB38D"/>
                      </a:solidFill>
                      <a:prstDash val="solid"/>
                      <a:round/>
                      <a:headEnd type="none" w="med" len="med"/>
                      <a:tailEnd type="none" w="med" len="med"/>
                    </a:lnL>
                    <a:lnR w="0" cap="flat" cmpd="sng" algn="ctr">
                      <a:solidFill>
                        <a:srgbClr val="BFB38D"/>
                      </a:solidFill>
                      <a:prstDash val="solid"/>
                      <a:round/>
                      <a:headEnd type="none" w="med" len="med"/>
                      <a:tailEnd type="none" w="med" len="med"/>
                    </a:lnR>
                    <a:lnT w="0" cap="flat" cmpd="sng" algn="ctr">
                      <a:solidFill>
                        <a:srgbClr val="BFB38D"/>
                      </a:solidFill>
                      <a:prstDash val="solid"/>
                      <a:round/>
                      <a:headEnd type="none" w="med" len="med"/>
                      <a:tailEnd type="none" w="med" len="med"/>
                    </a:lnT>
                    <a:lnB w="9525" cap="flat" cmpd="sng" algn="ctr">
                      <a:solidFill>
                        <a:srgbClr val="BFB38D"/>
                      </a:solidFill>
                      <a:prstDash val="solid"/>
                      <a:round/>
                      <a:headEnd type="none" w="med" len="med"/>
                      <a:tailEnd type="none" w="med" len="med"/>
                    </a:lnB>
                  </a:tcPr>
                </a:tc>
                <a:tc>
                  <a:txBody>
                    <a:bodyPr/>
                    <a:lstStyle/>
                    <a:p>
                      <a:pPr algn="r" indent="0" marL="0">
                        <a:buNone/>
                      </a:pPr>
                      <a:r>
                        <a:rPr lang="en-US" sz="975" dirty="0">
                          <a:solidFill>
                            <a:srgbClr val="1C1D24"/>
                          </a:solidFill>
                          <a:latin typeface="IBM Plex Mono" pitchFamily="34" charset="0"/>
                          <a:ea typeface="IBM Plex Mono" pitchFamily="34" charset="-122"/>
                          <a:cs typeface="IBM Plex Mono" pitchFamily="34" charset="-120"/>
                        </a:rPr>
                        <a:t>18.27</a:t>
                      </a:r>
                      <a:endParaRPr lang="en-US" sz="975" dirty="0">
                        <a:latin typeface="IBM Plex Mono" charset="0"/>
                        <a:ea typeface="IBM Plex Mono" charset="0"/>
                        <a:cs typeface="IBM Plex Mono" charset="0"/>
                      </a:endParaRPr>
                    </a:p>
                  </a:txBody>
                  <a:tcPr marL="57607" marR="57607" marT="75895" marB="75895" anchor="ctr">
                    <a:lnL w="0" cap="flat" cmpd="sng" algn="ctr">
                      <a:solidFill>
                        <a:srgbClr val="BFB38D"/>
                      </a:solidFill>
                      <a:prstDash val="solid"/>
                      <a:round/>
                      <a:headEnd type="none" w="med" len="med"/>
                      <a:tailEnd type="none" w="med" len="med"/>
                    </a:lnL>
                    <a:lnR w="0" cap="flat" cmpd="sng" algn="ctr">
                      <a:solidFill>
                        <a:srgbClr val="BFB38D"/>
                      </a:solidFill>
                      <a:prstDash val="solid"/>
                      <a:round/>
                      <a:headEnd type="none" w="med" len="med"/>
                      <a:tailEnd type="none" w="med" len="med"/>
                    </a:lnR>
                    <a:lnT w="0" cap="flat" cmpd="sng" algn="ctr">
                      <a:solidFill>
                        <a:srgbClr val="BFB38D"/>
                      </a:solidFill>
                      <a:prstDash val="solid"/>
                      <a:round/>
                      <a:headEnd type="none" w="med" len="med"/>
                      <a:tailEnd type="none" w="med" len="med"/>
                    </a:lnT>
                    <a:lnB w="9525" cap="flat" cmpd="sng" algn="ctr">
                      <a:solidFill>
                        <a:srgbClr val="BFB38D"/>
                      </a:solidFill>
                      <a:prstDash val="solid"/>
                      <a:round/>
                      <a:headEnd type="none" w="med" len="med"/>
                      <a:tailEnd type="none" w="med" len="med"/>
                    </a:lnB>
                  </a:tcPr>
                </a:tc>
                <a:tc>
                  <a:txBody>
                    <a:bodyPr/>
                    <a:lstStyle/>
                    <a:p>
                      <a:pPr algn="r" indent="0" marL="0">
                        <a:buNone/>
                      </a:pPr>
                      <a:r>
                        <a:rPr lang="en-US" sz="975" dirty="0">
                          <a:solidFill>
                            <a:srgbClr val="1C1D24"/>
                          </a:solidFill>
                          <a:latin typeface="IBM Plex Mono" pitchFamily="34" charset="0"/>
                          <a:ea typeface="IBM Plex Mono" pitchFamily="34" charset="-122"/>
                          <a:cs typeface="IBM Plex Mono" pitchFamily="34" charset="-120"/>
                        </a:rPr>
                        <a:t>18.31</a:t>
                      </a:r>
                      <a:endParaRPr lang="en-US" sz="975" dirty="0">
                        <a:latin typeface="IBM Plex Mono" charset="0"/>
                        <a:ea typeface="IBM Plex Mono" charset="0"/>
                        <a:cs typeface="IBM Plex Mono" charset="0"/>
                      </a:endParaRPr>
                    </a:p>
                  </a:txBody>
                  <a:tcPr marL="57607" marR="57607" marT="75895" marB="75895" anchor="ctr">
                    <a:lnL w="0" cap="flat" cmpd="sng" algn="ctr">
                      <a:solidFill>
                        <a:srgbClr val="BFB38D"/>
                      </a:solidFill>
                      <a:prstDash val="solid"/>
                      <a:round/>
                      <a:headEnd type="none" w="med" len="med"/>
                      <a:tailEnd type="none" w="med" len="med"/>
                    </a:lnL>
                    <a:lnR w="0" cap="flat" cmpd="sng" algn="ctr">
                      <a:solidFill>
                        <a:srgbClr val="BFB38D"/>
                      </a:solidFill>
                      <a:prstDash val="solid"/>
                      <a:round/>
                      <a:headEnd type="none" w="med" len="med"/>
                      <a:tailEnd type="none" w="med" len="med"/>
                    </a:lnR>
                    <a:lnT w="0" cap="flat" cmpd="sng" algn="ctr">
                      <a:solidFill>
                        <a:srgbClr val="BFB38D"/>
                      </a:solidFill>
                      <a:prstDash val="solid"/>
                      <a:round/>
                      <a:headEnd type="none" w="med" len="med"/>
                      <a:tailEnd type="none" w="med" len="med"/>
                    </a:lnT>
                    <a:lnB w="9525" cap="flat" cmpd="sng" algn="ctr">
                      <a:solidFill>
                        <a:srgbClr val="BFB38D"/>
                      </a:solidFill>
                      <a:prstDash val="solid"/>
                      <a:round/>
                      <a:headEnd type="none" w="med" len="med"/>
                      <a:tailEnd type="none" w="med" len="med"/>
                    </a:lnB>
                  </a:tcPr>
                </a:tc>
                <a:tc>
                  <a:txBody>
                    <a:bodyPr/>
                    <a:lstStyle/>
                    <a:p>
                      <a:pPr algn="r" indent="0" marL="0">
                        <a:buNone/>
                      </a:pPr>
                      <a:r>
                        <a:rPr lang="en-US" sz="975" dirty="0">
                          <a:solidFill>
                            <a:srgbClr val="1C1D24"/>
                          </a:solidFill>
                          <a:latin typeface="IBM Plex Mono" pitchFamily="34" charset="0"/>
                          <a:ea typeface="IBM Plex Mono" pitchFamily="34" charset="-122"/>
                          <a:cs typeface="IBM Plex Mono" pitchFamily="34" charset="-120"/>
                        </a:rPr>
                        <a:t>18.29</a:t>
                      </a:r>
                      <a:endParaRPr lang="en-US" sz="975" dirty="0">
                        <a:latin typeface="IBM Plex Mono" charset="0"/>
                        <a:ea typeface="IBM Plex Mono" charset="0"/>
                        <a:cs typeface="IBM Plex Mono" charset="0"/>
                      </a:endParaRPr>
                    </a:p>
                  </a:txBody>
                  <a:tcPr marL="57607" marR="57607" marT="75895" marB="75895" anchor="ctr">
                    <a:lnL w="0" cap="flat" cmpd="sng" algn="ctr">
                      <a:solidFill>
                        <a:srgbClr val="BFB38D"/>
                      </a:solidFill>
                      <a:prstDash val="solid"/>
                      <a:round/>
                      <a:headEnd type="none" w="med" len="med"/>
                      <a:tailEnd type="none" w="med" len="med"/>
                    </a:lnL>
                    <a:lnR w="0" cap="flat" cmpd="sng" algn="ctr">
                      <a:solidFill>
                        <a:srgbClr val="BFB38D"/>
                      </a:solidFill>
                      <a:prstDash val="solid"/>
                      <a:round/>
                      <a:headEnd type="none" w="med" len="med"/>
                      <a:tailEnd type="none" w="med" len="med"/>
                    </a:lnR>
                    <a:lnT w="0" cap="flat" cmpd="sng" algn="ctr">
                      <a:solidFill>
                        <a:srgbClr val="BFB38D"/>
                      </a:solidFill>
                      <a:prstDash val="solid"/>
                      <a:round/>
                      <a:headEnd type="none" w="med" len="med"/>
                      <a:tailEnd type="none" w="med" len="med"/>
                    </a:lnT>
                    <a:lnB w="9525" cap="flat" cmpd="sng" algn="ctr">
                      <a:solidFill>
                        <a:srgbClr val="BFB38D"/>
                      </a:solidFill>
                      <a:prstDash val="solid"/>
                      <a:round/>
                      <a:headEnd type="none" w="med" len="med"/>
                      <a:tailEnd type="none" w="med" len="med"/>
                    </a:lnB>
                  </a:tcPr>
                </a:tc>
              </a:tr>
              <a:tr h="319634">
                <a:tc>
                  <a:txBody>
                    <a:bodyPr/>
                    <a:lstStyle/>
                    <a:p>
                      <a:pPr indent="0" marL="0">
                        <a:buNone/>
                      </a:pPr>
                      <a:r>
                        <a:rPr lang="en-US" sz="975" dirty="0">
                          <a:solidFill>
                            <a:srgbClr val="1C1D24"/>
                          </a:solidFill>
                          <a:latin typeface="IBM Plex Mono" pitchFamily="34" charset="0"/>
                          <a:ea typeface="IBM Plex Mono" pitchFamily="34" charset="-122"/>
                          <a:cs typeface="IBM Plex Mono" pitchFamily="34" charset="-120"/>
                        </a:rPr>
                        <a:t>3σ (nm)</a:t>
                      </a:r>
                      <a:endParaRPr lang="en-US" sz="975" dirty="0">
                        <a:latin typeface="IBM Plex Mono" charset="0"/>
                        <a:ea typeface="IBM Plex Mono" charset="0"/>
                        <a:cs typeface="IBM Plex Mono" charset="0"/>
                      </a:endParaRPr>
                    </a:p>
                  </a:txBody>
                  <a:tcPr marL="57607" marR="57607" marT="75895" marB="75895" anchor="ctr">
                    <a:lnL w="0" cap="flat" cmpd="sng" algn="ctr">
                      <a:solidFill>
                        <a:srgbClr val="BFB38D"/>
                      </a:solidFill>
                      <a:prstDash val="solid"/>
                      <a:round/>
                      <a:headEnd type="none" w="med" len="med"/>
                      <a:tailEnd type="none" w="med" len="med"/>
                    </a:lnL>
                    <a:lnR w="0" cap="flat" cmpd="sng" algn="ctr">
                      <a:solidFill>
                        <a:srgbClr val="BFB38D"/>
                      </a:solidFill>
                      <a:prstDash val="solid"/>
                      <a:round/>
                      <a:headEnd type="none" w="med" len="med"/>
                      <a:tailEnd type="none" w="med" len="med"/>
                    </a:lnR>
                    <a:lnT w="0" cap="flat" cmpd="sng" algn="ctr">
                      <a:solidFill>
                        <a:srgbClr val="BFB38D"/>
                      </a:solidFill>
                      <a:prstDash val="solid"/>
                      <a:round/>
                      <a:headEnd type="none" w="med" len="med"/>
                      <a:tailEnd type="none" w="med" len="med"/>
                    </a:lnT>
                    <a:lnB w="9525" cap="flat" cmpd="sng" algn="ctr">
                      <a:solidFill>
                        <a:srgbClr val="BFB38D"/>
                      </a:solidFill>
                      <a:prstDash val="solid"/>
                      <a:round/>
                      <a:headEnd type="none" w="med" len="med"/>
                      <a:tailEnd type="none" w="med" len="med"/>
                    </a:lnB>
                    <a:solidFill>
                      <a:srgbClr val="E8DEC4">
                        <a:alpha val="40000"/>
                      </a:srgbClr>
                    </a:solidFill>
                  </a:tcPr>
                </a:tc>
                <a:tc>
                  <a:txBody>
                    <a:bodyPr/>
                    <a:lstStyle/>
                    <a:p>
                      <a:pPr algn="r" indent="0" marL="0">
                        <a:buNone/>
                      </a:pPr>
                      <a:r>
                        <a:rPr lang="en-US" sz="975" dirty="0">
                          <a:solidFill>
                            <a:srgbClr val="1C1D24"/>
                          </a:solidFill>
                          <a:latin typeface="IBM Plex Mono" pitchFamily="34" charset="0"/>
                          <a:ea typeface="IBM Plex Mono" pitchFamily="34" charset="-122"/>
                          <a:cs typeface="IBM Plex Mono" pitchFamily="34" charset="-120"/>
                        </a:rPr>
                        <a:t>0.49</a:t>
                      </a:r>
                      <a:endParaRPr lang="en-US" sz="975" dirty="0">
                        <a:latin typeface="IBM Plex Mono" charset="0"/>
                        <a:ea typeface="IBM Plex Mono" charset="0"/>
                        <a:cs typeface="IBM Plex Mono" charset="0"/>
                      </a:endParaRPr>
                    </a:p>
                  </a:txBody>
                  <a:tcPr marL="57607" marR="57607" marT="75895" marB="75895" anchor="ctr">
                    <a:lnL w="0" cap="flat" cmpd="sng" algn="ctr">
                      <a:solidFill>
                        <a:srgbClr val="BFB38D"/>
                      </a:solidFill>
                      <a:prstDash val="solid"/>
                      <a:round/>
                      <a:headEnd type="none" w="med" len="med"/>
                      <a:tailEnd type="none" w="med" len="med"/>
                    </a:lnL>
                    <a:lnR w="0" cap="flat" cmpd="sng" algn="ctr">
                      <a:solidFill>
                        <a:srgbClr val="BFB38D"/>
                      </a:solidFill>
                      <a:prstDash val="solid"/>
                      <a:round/>
                      <a:headEnd type="none" w="med" len="med"/>
                      <a:tailEnd type="none" w="med" len="med"/>
                    </a:lnR>
                    <a:lnT w="0" cap="flat" cmpd="sng" algn="ctr">
                      <a:solidFill>
                        <a:srgbClr val="BFB38D"/>
                      </a:solidFill>
                      <a:prstDash val="solid"/>
                      <a:round/>
                      <a:headEnd type="none" w="med" len="med"/>
                      <a:tailEnd type="none" w="med" len="med"/>
                    </a:lnT>
                    <a:lnB w="9525" cap="flat" cmpd="sng" algn="ctr">
                      <a:solidFill>
                        <a:srgbClr val="BFB38D"/>
                      </a:solidFill>
                      <a:prstDash val="solid"/>
                      <a:round/>
                      <a:headEnd type="none" w="med" len="med"/>
                      <a:tailEnd type="none" w="med" len="med"/>
                    </a:lnB>
                    <a:solidFill>
                      <a:srgbClr val="E8DEC4">
                        <a:alpha val="40000"/>
                      </a:srgbClr>
                    </a:solidFill>
                  </a:tcPr>
                </a:tc>
                <a:tc>
                  <a:txBody>
                    <a:bodyPr/>
                    <a:lstStyle/>
                    <a:p>
                      <a:pPr algn="r" indent="0" marL="0">
                        <a:buNone/>
                      </a:pPr>
                      <a:r>
                        <a:rPr lang="en-US" sz="975" dirty="0">
                          <a:solidFill>
                            <a:srgbClr val="C25028"/>
                          </a:solidFill>
                          <a:latin typeface="IBM Plex Mono" pitchFamily="34" charset="0"/>
                          <a:ea typeface="IBM Plex Mono" pitchFamily="34" charset="-122"/>
                          <a:cs typeface="IBM Plex Mono" pitchFamily="34" charset="-120"/>
                        </a:rPr>
                        <a:t>0.55</a:t>
                      </a:r>
                      <a:endParaRPr lang="en-US" sz="975" dirty="0">
                        <a:latin typeface="IBM Plex Mono" charset="0"/>
                        <a:ea typeface="IBM Plex Mono" charset="0"/>
                        <a:cs typeface="IBM Plex Mono" charset="0"/>
                      </a:endParaRPr>
                    </a:p>
                  </a:txBody>
                  <a:tcPr marL="57607" marR="57607" marT="75895" marB="75895" anchor="ctr">
                    <a:lnL w="0" cap="flat" cmpd="sng" algn="ctr">
                      <a:solidFill>
                        <a:srgbClr val="BFB38D"/>
                      </a:solidFill>
                      <a:prstDash val="solid"/>
                      <a:round/>
                      <a:headEnd type="none" w="med" len="med"/>
                      <a:tailEnd type="none" w="med" len="med"/>
                    </a:lnL>
                    <a:lnR w="0" cap="flat" cmpd="sng" algn="ctr">
                      <a:solidFill>
                        <a:srgbClr val="BFB38D"/>
                      </a:solidFill>
                      <a:prstDash val="solid"/>
                      <a:round/>
                      <a:headEnd type="none" w="med" len="med"/>
                      <a:tailEnd type="none" w="med" len="med"/>
                    </a:lnR>
                    <a:lnT w="0" cap="flat" cmpd="sng" algn="ctr">
                      <a:solidFill>
                        <a:srgbClr val="BFB38D"/>
                      </a:solidFill>
                      <a:prstDash val="solid"/>
                      <a:round/>
                      <a:headEnd type="none" w="med" len="med"/>
                      <a:tailEnd type="none" w="med" len="med"/>
                    </a:lnT>
                    <a:lnB w="9525" cap="flat" cmpd="sng" algn="ctr">
                      <a:solidFill>
                        <a:srgbClr val="BFB38D"/>
                      </a:solidFill>
                      <a:prstDash val="solid"/>
                      <a:round/>
                      <a:headEnd type="none" w="med" len="med"/>
                      <a:tailEnd type="none" w="med" len="med"/>
                    </a:lnB>
                    <a:solidFill>
                      <a:srgbClr val="E8DEC4">
                        <a:alpha val="40000"/>
                      </a:srgbClr>
                    </a:solidFill>
                  </a:tcPr>
                </a:tc>
                <a:tc>
                  <a:txBody>
                    <a:bodyPr/>
                    <a:lstStyle/>
                    <a:p>
                      <a:pPr algn="r" indent="0" marL="0">
                        <a:buNone/>
                      </a:pPr>
                      <a:r>
                        <a:rPr lang="en-US" sz="975" dirty="0">
                          <a:solidFill>
                            <a:srgbClr val="1C1D24"/>
                          </a:solidFill>
                          <a:latin typeface="IBM Plex Mono" pitchFamily="34" charset="0"/>
                          <a:ea typeface="IBM Plex Mono" pitchFamily="34" charset="-122"/>
                          <a:cs typeface="IBM Plex Mono" pitchFamily="34" charset="-120"/>
                        </a:rPr>
                        <a:t>0.51</a:t>
                      </a:r>
                      <a:endParaRPr lang="en-US" sz="975" dirty="0">
                        <a:latin typeface="IBM Plex Mono" charset="0"/>
                        <a:ea typeface="IBM Plex Mono" charset="0"/>
                        <a:cs typeface="IBM Plex Mono" charset="0"/>
                      </a:endParaRPr>
                    </a:p>
                  </a:txBody>
                  <a:tcPr marL="57607" marR="57607" marT="75895" marB="75895" anchor="ctr">
                    <a:lnL w="0" cap="flat" cmpd="sng" algn="ctr">
                      <a:solidFill>
                        <a:srgbClr val="BFB38D"/>
                      </a:solidFill>
                      <a:prstDash val="solid"/>
                      <a:round/>
                      <a:headEnd type="none" w="med" len="med"/>
                      <a:tailEnd type="none" w="med" len="med"/>
                    </a:lnL>
                    <a:lnR w="0" cap="flat" cmpd="sng" algn="ctr">
                      <a:solidFill>
                        <a:srgbClr val="BFB38D"/>
                      </a:solidFill>
                      <a:prstDash val="solid"/>
                      <a:round/>
                      <a:headEnd type="none" w="med" len="med"/>
                      <a:tailEnd type="none" w="med" len="med"/>
                    </a:lnR>
                    <a:lnT w="0" cap="flat" cmpd="sng" algn="ctr">
                      <a:solidFill>
                        <a:srgbClr val="BFB38D"/>
                      </a:solidFill>
                      <a:prstDash val="solid"/>
                      <a:round/>
                      <a:headEnd type="none" w="med" len="med"/>
                      <a:tailEnd type="none" w="med" len="med"/>
                    </a:lnT>
                    <a:lnB w="9525" cap="flat" cmpd="sng" algn="ctr">
                      <a:solidFill>
                        <a:srgbClr val="BFB38D"/>
                      </a:solidFill>
                      <a:prstDash val="solid"/>
                      <a:round/>
                      <a:headEnd type="none" w="med" len="med"/>
                      <a:tailEnd type="none" w="med" len="med"/>
                    </a:lnB>
                    <a:solidFill>
                      <a:srgbClr val="E8DEC4">
                        <a:alpha val="40000"/>
                      </a:srgbClr>
                    </a:solidFill>
                  </a:tcPr>
                </a:tc>
              </a:tr>
              <a:tr h="319634">
                <a:tc>
                  <a:txBody>
                    <a:bodyPr/>
                    <a:lstStyle/>
                    <a:p>
                      <a:pPr indent="0" marL="0">
                        <a:buNone/>
                      </a:pPr>
                      <a:r>
                        <a:rPr lang="en-US" sz="975" dirty="0">
                          <a:solidFill>
                            <a:srgbClr val="1C1D24"/>
                          </a:solidFill>
                          <a:latin typeface="IBM Plex Mono" pitchFamily="34" charset="0"/>
                          <a:ea typeface="IBM Plex Mono" pitchFamily="34" charset="-122"/>
                          <a:cs typeface="IBM Plex Mono" pitchFamily="34" charset="-120"/>
                        </a:rPr>
                        <a:t>min (nm)</a:t>
                      </a:r>
                      <a:endParaRPr lang="en-US" sz="975" dirty="0">
                        <a:latin typeface="IBM Plex Mono" charset="0"/>
                        <a:ea typeface="IBM Plex Mono" charset="0"/>
                        <a:cs typeface="IBM Plex Mono" charset="0"/>
                      </a:endParaRPr>
                    </a:p>
                  </a:txBody>
                  <a:tcPr marL="57607" marR="57607" marT="75895" marB="75895" anchor="ctr">
                    <a:lnL w="0" cap="flat" cmpd="sng" algn="ctr">
                      <a:solidFill>
                        <a:srgbClr val="BFB38D"/>
                      </a:solidFill>
                      <a:prstDash val="solid"/>
                      <a:round/>
                      <a:headEnd type="none" w="med" len="med"/>
                      <a:tailEnd type="none" w="med" len="med"/>
                    </a:lnL>
                    <a:lnR w="0" cap="flat" cmpd="sng" algn="ctr">
                      <a:solidFill>
                        <a:srgbClr val="BFB38D"/>
                      </a:solidFill>
                      <a:prstDash val="solid"/>
                      <a:round/>
                      <a:headEnd type="none" w="med" len="med"/>
                      <a:tailEnd type="none" w="med" len="med"/>
                    </a:lnR>
                    <a:lnT w="0" cap="flat" cmpd="sng" algn="ctr">
                      <a:solidFill>
                        <a:srgbClr val="BFB38D"/>
                      </a:solidFill>
                      <a:prstDash val="solid"/>
                      <a:round/>
                      <a:headEnd type="none" w="med" len="med"/>
                      <a:tailEnd type="none" w="med" len="med"/>
                    </a:lnT>
                    <a:lnB w="9525" cap="flat" cmpd="sng" algn="ctr">
                      <a:solidFill>
                        <a:srgbClr val="BFB38D"/>
                      </a:solidFill>
                      <a:prstDash val="solid"/>
                      <a:round/>
                      <a:headEnd type="none" w="med" len="med"/>
                      <a:tailEnd type="none" w="med" len="med"/>
                    </a:lnB>
                  </a:tcPr>
                </a:tc>
                <a:tc>
                  <a:txBody>
                    <a:bodyPr/>
                    <a:lstStyle/>
                    <a:p>
                      <a:pPr algn="r" indent="0" marL="0">
                        <a:buNone/>
                      </a:pPr>
                      <a:r>
                        <a:rPr lang="en-US" sz="975" dirty="0">
                          <a:solidFill>
                            <a:srgbClr val="1C1D24"/>
                          </a:solidFill>
                          <a:latin typeface="IBM Plex Mono" pitchFamily="34" charset="0"/>
                          <a:ea typeface="IBM Plex Mono" pitchFamily="34" charset="-122"/>
                          <a:cs typeface="IBM Plex Mono" pitchFamily="34" charset="-120"/>
                        </a:rPr>
                        <a:t>17.92</a:t>
                      </a:r>
                      <a:endParaRPr lang="en-US" sz="975" dirty="0">
                        <a:latin typeface="IBM Plex Mono" charset="0"/>
                        <a:ea typeface="IBM Plex Mono" charset="0"/>
                        <a:cs typeface="IBM Plex Mono" charset="0"/>
                      </a:endParaRPr>
                    </a:p>
                  </a:txBody>
                  <a:tcPr marL="57607" marR="57607" marT="75895" marB="75895" anchor="ctr">
                    <a:lnL w="0" cap="flat" cmpd="sng" algn="ctr">
                      <a:solidFill>
                        <a:srgbClr val="BFB38D"/>
                      </a:solidFill>
                      <a:prstDash val="solid"/>
                      <a:round/>
                      <a:headEnd type="none" w="med" len="med"/>
                      <a:tailEnd type="none" w="med" len="med"/>
                    </a:lnL>
                    <a:lnR w="0" cap="flat" cmpd="sng" algn="ctr">
                      <a:solidFill>
                        <a:srgbClr val="BFB38D"/>
                      </a:solidFill>
                      <a:prstDash val="solid"/>
                      <a:round/>
                      <a:headEnd type="none" w="med" len="med"/>
                      <a:tailEnd type="none" w="med" len="med"/>
                    </a:lnR>
                    <a:lnT w="0" cap="flat" cmpd="sng" algn="ctr">
                      <a:solidFill>
                        <a:srgbClr val="BFB38D"/>
                      </a:solidFill>
                      <a:prstDash val="solid"/>
                      <a:round/>
                      <a:headEnd type="none" w="med" len="med"/>
                      <a:tailEnd type="none" w="med" len="med"/>
                    </a:lnT>
                    <a:lnB w="9525" cap="flat" cmpd="sng" algn="ctr">
                      <a:solidFill>
                        <a:srgbClr val="BFB38D"/>
                      </a:solidFill>
                      <a:prstDash val="solid"/>
                      <a:round/>
                      <a:headEnd type="none" w="med" len="med"/>
                      <a:tailEnd type="none" w="med" len="med"/>
                    </a:lnB>
                  </a:tcPr>
                </a:tc>
                <a:tc>
                  <a:txBody>
                    <a:bodyPr/>
                    <a:lstStyle/>
                    <a:p>
                      <a:pPr algn="r" indent="0" marL="0">
                        <a:buNone/>
                      </a:pPr>
                      <a:r>
                        <a:rPr lang="en-US" sz="975" dirty="0">
                          <a:solidFill>
                            <a:srgbClr val="1C1D24"/>
                          </a:solidFill>
                          <a:latin typeface="IBM Plex Mono" pitchFamily="34" charset="0"/>
                          <a:ea typeface="IBM Plex Mono" pitchFamily="34" charset="-122"/>
                          <a:cs typeface="IBM Plex Mono" pitchFamily="34" charset="-120"/>
                        </a:rPr>
                        <a:t>17.86</a:t>
                      </a:r>
                      <a:endParaRPr lang="en-US" sz="975" dirty="0">
                        <a:latin typeface="IBM Plex Mono" charset="0"/>
                        <a:ea typeface="IBM Plex Mono" charset="0"/>
                        <a:cs typeface="IBM Plex Mono" charset="0"/>
                      </a:endParaRPr>
                    </a:p>
                  </a:txBody>
                  <a:tcPr marL="57607" marR="57607" marT="75895" marB="75895" anchor="ctr">
                    <a:lnL w="0" cap="flat" cmpd="sng" algn="ctr">
                      <a:solidFill>
                        <a:srgbClr val="BFB38D"/>
                      </a:solidFill>
                      <a:prstDash val="solid"/>
                      <a:round/>
                      <a:headEnd type="none" w="med" len="med"/>
                      <a:tailEnd type="none" w="med" len="med"/>
                    </a:lnL>
                    <a:lnR w="0" cap="flat" cmpd="sng" algn="ctr">
                      <a:solidFill>
                        <a:srgbClr val="BFB38D"/>
                      </a:solidFill>
                      <a:prstDash val="solid"/>
                      <a:round/>
                      <a:headEnd type="none" w="med" len="med"/>
                      <a:tailEnd type="none" w="med" len="med"/>
                    </a:lnR>
                    <a:lnT w="0" cap="flat" cmpd="sng" algn="ctr">
                      <a:solidFill>
                        <a:srgbClr val="BFB38D"/>
                      </a:solidFill>
                      <a:prstDash val="solid"/>
                      <a:round/>
                      <a:headEnd type="none" w="med" len="med"/>
                      <a:tailEnd type="none" w="med" len="med"/>
                    </a:lnT>
                    <a:lnB w="9525" cap="flat" cmpd="sng" algn="ctr">
                      <a:solidFill>
                        <a:srgbClr val="BFB38D"/>
                      </a:solidFill>
                      <a:prstDash val="solid"/>
                      <a:round/>
                      <a:headEnd type="none" w="med" len="med"/>
                      <a:tailEnd type="none" w="med" len="med"/>
                    </a:lnB>
                  </a:tcPr>
                </a:tc>
                <a:tc>
                  <a:txBody>
                    <a:bodyPr/>
                    <a:lstStyle/>
                    <a:p>
                      <a:pPr algn="r" indent="0" marL="0">
                        <a:buNone/>
                      </a:pPr>
                      <a:r>
                        <a:rPr lang="en-US" sz="975" dirty="0">
                          <a:solidFill>
                            <a:srgbClr val="1C1D24"/>
                          </a:solidFill>
                          <a:latin typeface="IBM Plex Mono" pitchFamily="34" charset="0"/>
                          <a:ea typeface="IBM Plex Mono" pitchFamily="34" charset="-122"/>
                          <a:cs typeface="IBM Plex Mono" pitchFamily="34" charset="-120"/>
                        </a:rPr>
                        <a:t>17.95</a:t>
                      </a:r>
                      <a:endParaRPr lang="en-US" sz="975" dirty="0">
                        <a:latin typeface="IBM Plex Mono" charset="0"/>
                        <a:ea typeface="IBM Plex Mono" charset="0"/>
                        <a:cs typeface="IBM Plex Mono" charset="0"/>
                      </a:endParaRPr>
                    </a:p>
                  </a:txBody>
                  <a:tcPr marL="57607" marR="57607" marT="75895" marB="75895" anchor="ctr">
                    <a:lnL w="0" cap="flat" cmpd="sng" algn="ctr">
                      <a:solidFill>
                        <a:srgbClr val="BFB38D"/>
                      </a:solidFill>
                      <a:prstDash val="solid"/>
                      <a:round/>
                      <a:headEnd type="none" w="med" len="med"/>
                      <a:tailEnd type="none" w="med" len="med"/>
                    </a:lnL>
                    <a:lnR w="0" cap="flat" cmpd="sng" algn="ctr">
                      <a:solidFill>
                        <a:srgbClr val="BFB38D"/>
                      </a:solidFill>
                      <a:prstDash val="solid"/>
                      <a:round/>
                      <a:headEnd type="none" w="med" len="med"/>
                      <a:tailEnd type="none" w="med" len="med"/>
                    </a:lnR>
                    <a:lnT w="0" cap="flat" cmpd="sng" algn="ctr">
                      <a:solidFill>
                        <a:srgbClr val="BFB38D"/>
                      </a:solidFill>
                      <a:prstDash val="solid"/>
                      <a:round/>
                      <a:headEnd type="none" w="med" len="med"/>
                      <a:tailEnd type="none" w="med" len="med"/>
                    </a:lnT>
                    <a:lnB w="9525" cap="flat" cmpd="sng" algn="ctr">
                      <a:solidFill>
                        <a:srgbClr val="BFB38D"/>
                      </a:solidFill>
                      <a:prstDash val="solid"/>
                      <a:round/>
                      <a:headEnd type="none" w="med" len="med"/>
                      <a:tailEnd type="none" w="med" len="med"/>
                    </a:lnB>
                  </a:tcPr>
                </a:tc>
              </a:tr>
              <a:tr h="319634">
                <a:tc>
                  <a:txBody>
                    <a:bodyPr/>
                    <a:lstStyle/>
                    <a:p>
                      <a:pPr indent="0" marL="0">
                        <a:buNone/>
                      </a:pPr>
                      <a:r>
                        <a:rPr lang="en-US" sz="975" dirty="0">
                          <a:solidFill>
                            <a:srgbClr val="1C1D24"/>
                          </a:solidFill>
                          <a:latin typeface="IBM Plex Mono" pitchFamily="34" charset="0"/>
                          <a:ea typeface="IBM Plex Mono" pitchFamily="34" charset="-122"/>
                          <a:cs typeface="IBM Plex Mono" pitchFamily="34" charset="-120"/>
                        </a:rPr>
                        <a:t>max (nm)</a:t>
                      </a:r>
                      <a:endParaRPr lang="en-US" sz="975" dirty="0">
                        <a:latin typeface="IBM Plex Mono" charset="0"/>
                        <a:ea typeface="IBM Plex Mono" charset="0"/>
                        <a:cs typeface="IBM Plex Mono" charset="0"/>
                      </a:endParaRPr>
                    </a:p>
                  </a:txBody>
                  <a:tcPr marL="57607" marR="57607" marT="75895" marB="75895" anchor="ctr">
                    <a:lnL w="0" cap="flat" cmpd="sng" algn="ctr">
                      <a:solidFill>
                        <a:srgbClr val="BFB38D"/>
                      </a:solidFill>
                      <a:prstDash val="solid"/>
                      <a:round/>
                      <a:headEnd type="none" w="med" len="med"/>
                      <a:tailEnd type="none" w="med" len="med"/>
                    </a:lnL>
                    <a:lnR w="0" cap="flat" cmpd="sng" algn="ctr">
                      <a:solidFill>
                        <a:srgbClr val="BFB38D"/>
                      </a:solidFill>
                      <a:prstDash val="solid"/>
                      <a:round/>
                      <a:headEnd type="none" w="med" len="med"/>
                      <a:tailEnd type="none" w="med" len="med"/>
                    </a:lnR>
                    <a:lnT w="0" cap="flat" cmpd="sng" algn="ctr">
                      <a:solidFill>
                        <a:srgbClr val="BFB38D"/>
                      </a:solidFill>
                      <a:prstDash val="solid"/>
                      <a:round/>
                      <a:headEnd type="none" w="med" len="med"/>
                      <a:tailEnd type="none" w="med" len="med"/>
                    </a:lnT>
                    <a:lnB w="9525" cap="flat" cmpd="sng" algn="ctr">
                      <a:solidFill>
                        <a:srgbClr val="BFB38D"/>
                      </a:solidFill>
                      <a:prstDash val="solid"/>
                      <a:round/>
                      <a:headEnd type="none" w="med" len="med"/>
                      <a:tailEnd type="none" w="med" len="med"/>
                    </a:lnB>
                    <a:solidFill>
                      <a:srgbClr val="E8DEC4">
                        <a:alpha val="40000"/>
                      </a:srgbClr>
                    </a:solidFill>
                  </a:tcPr>
                </a:tc>
                <a:tc>
                  <a:txBody>
                    <a:bodyPr/>
                    <a:lstStyle/>
                    <a:p>
                      <a:pPr algn="r" indent="0" marL="0">
                        <a:buNone/>
                      </a:pPr>
                      <a:r>
                        <a:rPr lang="en-US" sz="975" dirty="0">
                          <a:solidFill>
                            <a:srgbClr val="1C1D24"/>
                          </a:solidFill>
                          <a:latin typeface="IBM Plex Mono" pitchFamily="34" charset="0"/>
                          <a:ea typeface="IBM Plex Mono" pitchFamily="34" charset="-122"/>
                          <a:cs typeface="IBM Plex Mono" pitchFamily="34" charset="-120"/>
                        </a:rPr>
                        <a:t>18.65</a:t>
                      </a:r>
                      <a:endParaRPr lang="en-US" sz="975" dirty="0">
                        <a:latin typeface="IBM Plex Mono" charset="0"/>
                        <a:ea typeface="IBM Plex Mono" charset="0"/>
                        <a:cs typeface="IBM Plex Mono" charset="0"/>
                      </a:endParaRPr>
                    </a:p>
                  </a:txBody>
                  <a:tcPr marL="57607" marR="57607" marT="75895" marB="75895" anchor="ctr">
                    <a:lnL w="0" cap="flat" cmpd="sng" algn="ctr">
                      <a:solidFill>
                        <a:srgbClr val="BFB38D"/>
                      </a:solidFill>
                      <a:prstDash val="solid"/>
                      <a:round/>
                      <a:headEnd type="none" w="med" len="med"/>
                      <a:tailEnd type="none" w="med" len="med"/>
                    </a:lnL>
                    <a:lnR w="0" cap="flat" cmpd="sng" algn="ctr">
                      <a:solidFill>
                        <a:srgbClr val="BFB38D"/>
                      </a:solidFill>
                      <a:prstDash val="solid"/>
                      <a:round/>
                      <a:headEnd type="none" w="med" len="med"/>
                      <a:tailEnd type="none" w="med" len="med"/>
                    </a:lnR>
                    <a:lnT w="0" cap="flat" cmpd="sng" algn="ctr">
                      <a:solidFill>
                        <a:srgbClr val="BFB38D"/>
                      </a:solidFill>
                      <a:prstDash val="solid"/>
                      <a:round/>
                      <a:headEnd type="none" w="med" len="med"/>
                      <a:tailEnd type="none" w="med" len="med"/>
                    </a:lnT>
                    <a:lnB w="9525" cap="flat" cmpd="sng" algn="ctr">
                      <a:solidFill>
                        <a:srgbClr val="BFB38D"/>
                      </a:solidFill>
                      <a:prstDash val="solid"/>
                      <a:round/>
                      <a:headEnd type="none" w="med" len="med"/>
                      <a:tailEnd type="none" w="med" len="med"/>
                    </a:lnB>
                    <a:solidFill>
                      <a:srgbClr val="E8DEC4">
                        <a:alpha val="40000"/>
                      </a:srgbClr>
                    </a:solidFill>
                  </a:tcPr>
                </a:tc>
                <a:tc>
                  <a:txBody>
                    <a:bodyPr/>
                    <a:lstStyle/>
                    <a:p>
                      <a:pPr algn="r" indent="0" marL="0">
                        <a:buNone/>
                      </a:pPr>
                      <a:r>
                        <a:rPr lang="en-US" sz="975" dirty="0">
                          <a:solidFill>
                            <a:srgbClr val="1C1D24"/>
                          </a:solidFill>
                          <a:latin typeface="IBM Plex Mono" pitchFamily="34" charset="0"/>
                          <a:ea typeface="IBM Plex Mono" pitchFamily="34" charset="-122"/>
                          <a:cs typeface="IBM Plex Mono" pitchFamily="34" charset="-120"/>
                        </a:rPr>
                        <a:t>18.72</a:t>
                      </a:r>
                      <a:endParaRPr lang="en-US" sz="975" dirty="0">
                        <a:latin typeface="IBM Plex Mono" charset="0"/>
                        <a:ea typeface="IBM Plex Mono" charset="0"/>
                        <a:cs typeface="IBM Plex Mono" charset="0"/>
                      </a:endParaRPr>
                    </a:p>
                  </a:txBody>
                  <a:tcPr marL="57607" marR="57607" marT="75895" marB="75895" anchor="ctr">
                    <a:lnL w="0" cap="flat" cmpd="sng" algn="ctr">
                      <a:solidFill>
                        <a:srgbClr val="BFB38D"/>
                      </a:solidFill>
                      <a:prstDash val="solid"/>
                      <a:round/>
                      <a:headEnd type="none" w="med" len="med"/>
                      <a:tailEnd type="none" w="med" len="med"/>
                    </a:lnL>
                    <a:lnR w="0" cap="flat" cmpd="sng" algn="ctr">
                      <a:solidFill>
                        <a:srgbClr val="BFB38D"/>
                      </a:solidFill>
                      <a:prstDash val="solid"/>
                      <a:round/>
                      <a:headEnd type="none" w="med" len="med"/>
                      <a:tailEnd type="none" w="med" len="med"/>
                    </a:lnR>
                    <a:lnT w="0" cap="flat" cmpd="sng" algn="ctr">
                      <a:solidFill>
                        <a:srgbClr val="BFB38D"/>
                      </a:solidFill>
                      <a:prstDash val="solid"/>
                      <a:round/>
                      <a:headEnd type="none" w="med" len="med"/>
                      <a:tailEnd type="none" w="med" len="med"/>
                    </a:lnT>
                    <a:lnB w="9525" cap="flat" cmpd="sng" algn="ctr">
                      <a:solidFill>
                        <a:srgbClr val="BFB38D"/>
                      </a:solidFill>
                      <a:prstDash val="solid"/>
                      <a:round/>
                      <a:headEnd type="none" w="med" len="med"/>
                      <a:tailEnd type="none" w="med" len="med"/>
                    </a:lnB>
                    <a:solidFill>
                      <a:srgbClr val="E8DEC4">
                        <a:alpha val="40000"/>
                      </a:srgbClr>
                    </a:solidFill>
                  </a:tcPr>
                </a:tc>
                <a:tc>
                  <a:txBody>
                    <a:bodyPr/>
                    <a:lstStyle/>
                    <a:p>
                      <a:pPr algn="r" indent="0" marL="0">
                        <a:buNone/>
                      </a:pPr>
                      <a:r>
                        <a:rPr lang="en-US" sz="975" dirty="0">
                          <a:solidFill>
                            <a:srgbClr val="1C1D24"/>
                          </a:solidFill>
                          <a:latin typeface="IBM Plex Mono" pitchFamily="34" charset="0"/>
                          <a:ea typeface="IBM Plex Mono" pitchFamily="34" charset="-122"/>
                          <a:cs typeface="IBM Plex Mono" pitchFamily="34" charset="-120"/>
                        </a:rPr>
                        <a:t>18.59</a:t>
                      </a:r>
                      <a:endParaRPr lang="en-US" sz="975" dirty="0">
                        <a:latin typeface="IBM Plex Mono" charset="0"/>
                        <a:ea typeface="IBM Plex Mono" charset="0"/>
                        <a:cs typeface="IBM Plex Mono" charset="0"/>
                      </a:endParaRPr>
                    </a:p>
                  </a:txBody>
                  <a:tcPr marL="57607" marR="57607" marT="75895" marB="75895" anchor="ctr">
                    <a:lnL w="0" cap="flat" cmpd="sng" algn="ctr">
                      <a:solidFill>
                        <a:srgbClr val="BFB38D"/>
                      </a:solidFill>
                      <a:prstDash val="solid"/>
                      <a:round/>
                      <a:headEnd type="none" w="med" len="med"/>
                      <a:tailEnd type="none" w="med" len="med"/>
                    </a:lnL>
                    <a:lnR w="0" cap="flat" cmpd="sng" algn="ctr">
                      <a:solidFill>
                        <a:srgbClr val="BFB38D"/>
                      </a:solidFill>
                      <a:prstDash val="solid"/>
                      <a:round/>
                      <a:headEnd type="none" w="med" len="med"/>
                      <a:tailEnd type="none" w="med" len="med"/>
                    </a:lnR>
                    <a:lnT w="0" cap="flat" cmpd="sng" algn="ctr">
                      <a:solidFill>
                        <a:srgbClr val="BFB38D"/>
                      </a:solidFill>
                      <a:prstDash val="solid"/>
                      <a:round/>
                      <a:headEnd type="none" w="med" len="med"/>
                      <a:tailEnd type="none" w="med" len="med"/>
                    </a:lnT>
                    <a:lnB w="9525" cap="flat" cmpd="sng" algn="ctr">
                      <a:solidFill>
                        <a:srgbClr val="BFB38D"/>
                      </a:solidFill>
                      <a:prstDash val="solid"/>
                      <a:round/>
                      <a:headEnd type="none" w="med" len="med"/>
                      <a:tailEnd type="none" w="med" len="med"/>
                    </a:lnB>
                    <a:solidFill>
                      <a:srgbClr val="E8DEC4">
                        <a:alpha val="40000"/>
                      </a:srgbClr>
                    </a:solidFill>
                  </a:tcPr>
                </a:tc>
              </a:tr>
              <a:tr h="319634">
                <a:tc>
                  <a:txBody>
                    <a:bodyPr/>
                    <a:lstStyle/>
                    <a:p>
                      <a:pPr indent="0" marL="0">
                        <a:buNone/>
                      </a:pPr>
                      <a:r>
                        <a:rPr lang="en-US" sz="975" dirty="0">
                          <a:solidFill>
                            <a:srgbClr val="1C1D24"/>
                          </a:solidFill>
                          <a:latin typeface="IBM Plex Mono" pitchFamily="34" charset="0"/>
                          <a:ea typeface="IBM Plex Mono" pitchFamily="34" charset="-122"/>
                          <a:cs typeface="IBM Plex Mono" pitchFamily="34" charset="-120"/>
                        </a:rPr>
                        <a:t>δ to target</a:t>
                      </a:r>
                      <a:endParaRPr lang="en-US" sz="975" dirty="0">
                        <a:latin typeface="IBM Plex Mono" charset="0"/>
                        <a:ea typeface="IBM Plex Mono" charset="0"/>
                        <a:cs typeface="IBM Plex Mono" charset="0"/>
                      </a:endParaRPr>
                    </a:p>
                  </a:txBody>
                  <a:tcPr marL="57607" marR="57607" marT="75895" marB="75895" anchor="ctr">
                    <a:lnL w="0" cap="flat" cmpd="sng" algn="ctr">
                      <a:solidFill>
                        <a:srgbClr val="BFB38D"/>
                      </a:solidFill>
                      <a:prstDash val="solid"/>
                      <a:round/>
                      <a:headEnd type="none" w="med" len="med"/>
                      <a:tailEnd type="none" w="med" len="med"/>
                    </a:lnL>
                    <a:lnR w="0" cap="flat" cmpd="sng" algn="ctr">
                      <a:solidFill>
                        <a:srgbClr val="BFB38D"/>
                      </a:solidFill>
                      <a:prstDash val="solid"/>
                      <a:round/>
                      <a:headEnd type="none" w="med" len="med"/>
                      <a:tailEnd type="none" w="med" len="med"/>
                    </a:lnR>
                    <a:lnT w="0" cap="flat" cmpd="sng" algn="ctr">
                      <a:solidFill>
                        <a:srgbClr val="BFB38D"/>
                      </a:solidFill>
                      <a:prstDash val="solid"/>
                      <a:round/>
                      <a:headEnd type="none" w="med" len="med"/>
                      <a:tailEnd type="none" w="med" len="med"/>
                    </a:lnT>
                    <a:lnB w="9525" cap="flat" cmpd="sng" algn="ctr">
                      <a:solidFill>
                        <a:srgbClr val="BFB38D"/>
                      </a:solidFill>
                      <a:prstDash val="solid"/>
                      <a:round/>
                      <a:headEnd type="none" w="med" len="med"/>
                      <a:tailEnd type="none" w="med" len="med"/>
                    </a:lnB>
                  </a:tcPr>
                </a:tc>
                <a:tc>
                  <a:txBody>
                    <a:bodyPr/>
                    <a:lstStyle/>
                    <a:p>
                      <a:pPr algn="r" indent="0" marL="0">
                        <a:buNone/>
                      </a:pPr>
                      <a:r>
                        <a:rPr lang="en-US" sz="975" dirty="0">
                          <a:solidFill>
                            <a:srgbClr val="1C1D24"/>
                          </a:solidFill>
                          <a:latin typeface="IBM Plex Mono" pitchFamily="34" charset="0"/>
                          <a:ea typeface="IBM Plex Mono" pitchFamily="34" charset="-122"/>
                          <a:cs typeface="IBM Plex Mono" pitchFamily="34" charset="-120"/>
                        </a:rPr>
                        <a:t>−0.03</a:t>
                      </a:r>
                      <a:endParaRPr lang="en-US" sz="975" dirty="0">
                        <a:latin typeface="IBM Plex Mono" charset="0"/>
                        <a:ea typeface="IBM Plex Mono" charset="0"/>
                        <a:cs typeface="IBM Plex Mono" charset="0"/>
                      </a:endParaRPr>
                    </a:p>
                  </a:txBody>
                  <a:tcPr marL="57607" marR="57607" marT="75895" marB="75895" anchor="ctr">
                    <a:lnL w="0" cap="flat" cmpd="sng" algn="ctr">
                      <a:solidFill>
                        <a:srgbClr val="BFB38D"/>
                      </a:solidFill>
                      <a:prstDash val="solid"/>
                      <a:round/>
                      <a:headEnd type="none" w="med" len="med"/>
                      <a:tailEnd type="none" w="med" len="med"/>
                    </a:lnL>
                    <a:lnR w="0" cap="flat" cmpd="sng" algn="ctr">
                      <a:solidFill>
                        <a:srgbClr val="BFB38D"/>
                      </a:solidFill>
                      <a:prstDash val="solid"/>
                      <a:round/>
                      <a:headEnd type="none" w="med" len="med"/>
                      <a:tailEnd type="none" w="med" len="med"/>
                    </a:lnR>
                    <a:lnT w="0" cap="flat" cmpd="sng" algn="ctr">
                      <a:solidFill>
                        <a:srgbClr val="BFB38D"/>
                      </a:solidFill>
                      <a:prstDash val="solid"/>
                      <a:round/>
                      <a:headEnd type="none" w="med" len="med"/>
                      <a:tailEnd type="none" w="med" len="med"/>
                    </a:lnT>
                    <a:lnB w="9525" cap="flat" cmpd="sng" algn="ctr">
                      <a:solidFill>
                        <a:srgbClr val="BFB38D"/>
                      </a:solidFill>
                      <a:prstDash val="solid"/>
                      <a:round/>
                      <a:headEnd type="none" w="med" len="med"/>
                      <a:tailEnd type="none" w="med" len="med"/>
                    </a:lnB>
                  </a:tcPr>
                </a:tc>
                <a:tc>
                  <a:txBody>
                    <a:bodyPr/>
                    <a:lstStyle/>
                    <a:p>
                      <a:pPr algn="r" indent="0" marL="0">
                        <a:buNone/>
                      </a:pPr>
                      <a:r>
                        <a:rPr lang="en-US" sz="975" dirty="0">
                          <a:solidFill>
                            <a:srgbClr val="1C1D24"/>
                          </a:solidFill>
                          <a:latin typeface="IBM Plex Mono" pitchFamily="34" charset="0"/>
                          <a:ea typeface="IBM Plex Mono" pitchFamily="34" charset="-122"/>
                          <a:cs typeface="IBM Plex Mono" pitchFamily="34" charset="-120"/>
                        </a:rPr>
                        <a:t>+0.01</a:t>
                      </a:r>
                      <a:endParaRPr lang="en-US" sz="975" dirty="0">
                        <a:latin typeface="IBM Plex Mono" charset="0"/>
                        <a:ea typeface="IBM Plex Mono" charset="0"/>
                        <a:cs typeface="IBM Plex Mono" charset="0"/>
                      </a:endParaRPr>
                    </a:p>
                  </a:txBody>
                  <a:tcPr marL="57607" marR="57607" marT="75895" marB="75895" anchor="ctr">
                    <a:lnL w="0" cap="flat" cmpd="sng" algn="ctr">
                      <a:solidFill>
                        <a:srgbClr val="BFB38D"/>
                      </a:solidFill>
                      <a:prstDash val="solid"/>
                      <a:round/>
                      <a:headEnd type="none" w="med" len="med"/>
                      <a:tailEnd type="none" w="med" len="med"/>
                    </a:lnL>
                    <a:lnR w="0" cap="flat" cmpd="sng" algn="ctr">
                      <a:solidFill>
                        <a:srgbClr val="BFB38D"/>
                      </a:solidFill>
                      <a:prstDash val="solid"/>
                      <a:round/>
                      <a:headEnd type="none" w="med" len="med"/>
                      <a:tailEnd type="none" w="med" len="med"/>
                    </a:lnR>
                    <a:lnT w="0" cap="flat" cmpd="sng" algn="ctr">
                      <a:solidFill>
                        <a:srgbClr val="BFB38D"/>
                      </a:solidFill>
                      <a:prstDash val="solid"/>
                      <a:round/>
                      <a:headEnd type="none" w="med" len="med"/>
                      <a:tailEnd type="none" w="med" len="med"/>
                    </a:lnT>
                    <a:lnB w="9525" cap="flat" cmpd="sng" algn="ctr">
                      <a:solidFill>
                        <a:srgbClr val="BFB38D"/>
                      </a:solidFill>
                      <a:prstDash val="solid"/>
                      <a:round/>
                      <a:headEnd type="none" w="med" len="med"/>
                      <a:tailEnd type="none" w="med" len="med"/>
                    </a:lnB>
                  </a:tcPr>
                </a:tc>
                <a:tc>
                  <a:txBody>
                    <a:bodyPr/>
                    <a:lstStyle/>
                    <a:p>
                      <a:pPr algn="r" indent="0" marL="0">
                        <a:buNone/>
                      </a:pPr>
                      <a:r>
                        <a:rPr lang="en-US" sz="975" dirty="0">
                          <a:solidFill>
                            <a:srgbClr val="1C1D24"/>
                          </a:solidFill>
                          <a:latin typeface="IBM Plex Mono" pitchFamily="34" charset="0"/>
                          <a:ea typeface="IBM Plex Mono" pitchFamily="34" charset="-122"/>
                          <a:cs typeface="IBM Plex Mono" pitchFamily="34" charset="-120"/>
                        </a:rPr>
                        <a:t>−0.01</a:t>
                      </a:r>
                      <a:endParaRPr lang="en-US" sz="975" dirty="0">
                        <a:latin typeface="IBM Plex Mono" charset="0"/>
                        <a:ea typeface="IBM Plex Mono" charset="0"/>
                        <a:cs typeface="IBM Plex Mono" charset="0"/>
                      </a:endParaRPr>
                    </a:p>
                  </a:txBody>
                  <a:tcPr marL="57607" marR="57607" marT="75895" marB="75895" anchor="ctr">
                    <a:lnL w="0" cap="flat" cmpd="sng" algn="ctr">
                      <a:solidFill>
                        <a:srgbClr val="BFB38D"/>
                      </a:solidFill>
                      <a:prstDash val="solid"/>
                      <a:round/>
                      <a:headEnd type="none" w="med" len="med"/>
                      <a:tailEnd type="none" w="med" len="med"/>
                    </a:lnL>
                    <a:lnR w="0" cap="flat" cmpd="sng" algn="ctr">
                      <a:solidFill>
                        <a:srgbClr val="BFB38D"/>
                      </a:solidFill>
                      <a:prstDash val="solid"/>
                      <a:round/>
                      <a:headEnd type="none" w="med" len="med"/>
                      <a:tailEnd type="none" w="med" len="med"/>
                    </a:lnR>
                    <a:lnT w="0" cap="flat" cmpd="sng" algn="ctr">
                      <a:solidFill>
                        <a:srgbClr val="BFB38D"/>
                      </a:solidFill>
                      <a:prstDash val="solid"/>
                      <a:round/>
                      <a:headEnd type="none" w="med" len="med"/>
                      <a:tailEnd type="none" w="med" len="med"/>
                    </a:lnT>
                    <a:lnB w="9525" cap="flat" cmpd="sng" algn="ctr">
                      <a:solidFill>
                        <a:srgbClr val="BFB38D"/>
                      </a:solidFill>
                      <a:prstDash val="solid"/>
                      <a:round/>
                      <a:headEnd type="none" w="med" len="med"/>
                      <a:tailEnd type="none" w="med" len="med"/>
                    </a:lnB>
                  </a:tcPr>
                </a:tc>
              </a:tr>
              <a:tr h="319634">
                <a:tc>
                  <a:txBody>
                    <a:bodyPr/>
                    <a:lstStyle/>
                    <a:p>
                      <a:pPr indent="0" marL="0">
                        <a:buNone/>
                      </a:pPr>
                      <a:r>
                        <a:rPr lang="en-US" sz="975" dirty="0">
                          <a:solidFill>
                            <a:srgbClr val="1C1D24"/>
                          </a:solidFill>
                          <a:latin typeface="IBM Plex Mono" pitchFamily="34" charset="0"/>
                          <a:ea typeface="IBM Plex Mono" pitchFamily="34" charset="-122"/>
                          <a:cs typeface="IBM Plex Mono" pitchFamily="34" charset="-120"/>
                        </a:rPr>
                        <a:t>range (nm)</a:t>
                      </a:r>
                      <a:endParaRPr lang="en-US" sz="975" dirty="0">
                        <a:latin typeface="IBM Plex Mono" charset="0"/>
                        <a:ea typeface="IBM Plex Mono" charset="0"/>
                        <a:cs typeface="IBM Plex Mono" charset="0"/>
                      </a:endParaRPr>
                    </a:p>
                  </a:txBody>
                  <a:tcPr marL="57607" marR="57607" marT="75895" marB="75895" anchor="ctr">
                    <a:lnL w="0" cap="flat" cmpd="sng" algn="ctr">
                      <a:solidFill>
                        <a:srgbClr val="BFB38D"/>
                      </a:solidFill>
                      <a:prstDash val="solid"/>
                      <a:round/>
                      <a:headEnd type="none" w="med" len="med"/>
                      <a:tailEnd type="none" w="med" len="med"/>
                    </a:lnL>
                    <a:lnR w="0" cap="flat" cmpd="sng" algn="ctr">
                      <a:solidFill>
                        <a:srgbClr val="BFB38D"/>
                      </a:solidFill>
                      <a:prstDash val="solid"/>
                      <a:round/>
                      <a:headEnd type="none" w="med" len="med"/>
                      <a:tailEnd type="none" w="med" len="med"/>
                    </a:lnR>
                    <a:lnT w="0" cap="flat" cmpd="sng" algn="ctr">
                      <a:solidFill>
                        <a:srgbClr val="BFB38D"/>
                      </a:solidFill>
                      <a:prstDash val="solid"/>
                      <a:round/>
                      <a:headEnd type="none" w="med" len="med"/>
                      <a:tailEnd type="none" w="med" len="med"/>
                    </a:lnT>
                    <a:lnB w="9525" cap="flat" cmpd="sng" algn="ctr">
                      <a:solidFill>
                        <a:srgbClr val="BFB38D"/>
                      </a:solidFill>
                      <a:prstDash val="solid"/>
                      <a:round/>
                      <a:headEnd type="none" w="med" len="med"/>
                      <a:tailEnd type="none" w="med" len="med"/>
                    </a:lnB>
                    <a:solidFill>
                      <a:srgbClr val="E8DEC4">
                        <a:alpha val="40000"/>
                      </a:srgbClr>
                    </a:solidFill>
                  </a:tcPr>
                </a:tc>
                <a:tc>
                  <a:txBody>
                    <a:bodyPr/>
                    <a:lstStyle/>
                    <a:p>
                      <a:pPr algn="r" indent="0" marL="0">
                        <a:buNone/>
                      </a:pPr>
                      <a:r>
                        <a:rPr lang="en-US" sz="975" dirty="0">
                          <a:solidFill>
                            <a:srgbClr val="1C1D24"/>
                          </a:solidFill>
                          <a:latin typeface="IBM Plex Mono" pitchFamily="34" charset="0"/>
                          <a:ea typeface="IBM Plex Mono" pitchFamily="34" charset="-122"/>
                          <a:cs typeface="IBM Plex Mono" pitchFamily="34" charset="-120"/>
                        </a:rPr>
                        <a:t>0.73</a:t>
                      </a:r>
                      <a:endParaRPr lang="en-US" sz="975" dirty="0">
                        <a:latin typeface="IBM Plex Mono" charset="0"/>
                        <a:ea typeface="IBM Plex Mono" charset="0"/>
                        <a:cs typeface="IBM Plex Mono" charset="0"/>
                      </a:endParaRPr>
                    </a:p>
                  </a:txBody>
                  <a:tcPr marL="57607" marR="57607" marT="75895" marB="75895" anchor="ctr">
                    <a:lnL w="0" cap="flat" cmpd="sng" algn="ctr">
                      <a:solidFill>
                        <a:srgbClr val="BFB38D"/>
                      </a:solidFill>
                      <a:prstDash val="solid"/>
                      <a:round/>
                      <a:headEnd type="none" w="med" len="med"/>
                      <a:tailEnd type="none" w="med" len="med"/>
                    </a:lnL>
                    <a:lnR w="0" cap="flat" cmpd="sng" algn="ctr">
                      <a:solidFill>
                        <a:srgbClr val="BFB38D"/>
                      </a:solidFill>
                      <a:prstDash val="solid"/>
                      <a:round/>
                      <a:headEnd type="none" w="med" len="med"/>
                      <a:tailEnd type="none" w="med" len="med"/>
                    </a:lnR>
                    <a:lnT w="0" cap="flat" cmpd="sng" algn="ctr">
                      <a:solidFill>
                        <a:srgbClr val="BFB38D"/>
                      </a:solidFill>
                      <a:prstDash val="solid"/>
                      <a:round/>
                      <a:headEnd type="none" w="med" len="med"/>
                      <a:tailEnd type="none" w="med" len="med"/>
                    </a:lnT>
                    <a:lnB w="9525" cap="flat" cmpd="sng" algn="ctr">
                      <a:solidFill>
                        <a:srgbClr val="BFB38D"/>
                      </a:solidFill>
                      <a:prstDash val="solid"/>
                      <a:round/>
                      <a:headEnd type="none" w="med" len="med"/>
                      <a:tailEnd type="none" w="med" len="med"/>
                    </a:lnB>
                    <a:solidFill>
                      <a:srgbClr val="E8DEC4">
                        <a:alpha val="40000"/>
                      </a:srgbClr>
                    </a:solidFill>
                  </a:tcPr>
                </a:tc>
                <a:tc>
                  <a:txBody>
                    <a:bodyPr/>
                    <a:lstStyle/>
                    <a:p>
                      <a:pPr algn="r" indent="0" marL="0">
                        <a:buNone/>
                      </a:pPr>
                      <a:r>
                        <a:rPr lang="en-US" sz="975" dirty="0">
                          <a:solidFill>
                            <a:srgbClr val="1C1D24"/>
                          </a:solidFill>
                          <a:latin typeface="IBM Plex Mono" pitchFamily="34" charset="0"/>
                          <a:ea typeface="IBM Plex Mono" pitchFamily="34" charset="-122"/>
                          <a:cs typeface="IBM Plex Mono" pitchFamily="34" charset="-120"/>
                        </a:rPr>
                        <a:t>0.86</a:t>
                      </a:r>
                      <a:endParaRPr lang="en-US" sz="975" dirty="0">
                        <a:latin typeface="IBM Plex Mono" charset="0"/>
                        <a:ea typeface="IBM Plex Mono" charset="0"/>
                        <a:cs typeface="IBM Plex Mono" charset="0"/>
                      </a:endParaRPr>
                    </a:p>
                  </a:txBody>
                  <a:tcPr marL="57607" marR="57607" marT="75895" marB="75895" anchor="ctr">
                    <a:lnL w="0" cap="flat" cmpd="sng" algn="ctr">
                      <a:solidFill>
                        <a:srgbClr val="BFB38D"/>
                      </a:solidFill>
                      <a:prstDash val="solid"/>
                      <a:round/>
                      <a:headEnd type="none" w="med" len="med"/>
                      <a:tailEnd type="none" w="med" len="med"/>
                    </a:lnL>
                    <a:lnR w="0" cap="flat" cmpd="sng" algn="ctr">
                      <a:solidFill>
                        <a:srgbClr val="BFB38D"/>
                      </a:solidFill>
                      <a:prstDash val="solid"/>
                      <a:round/>
                      <a:headEnd type="none" w="med" len="med"/>
                      <a:tailEnd type="none" w="med" len="med"/>
                    </a:lnR>
                    <a:lnT w="0" cap="flat" cmpd="sng" algn="ctr">
                      <a:solidFill>
                        <a:srgbClr val="BFB38D"/>
                      </a:solidFill>
                      <a:prstDash val="solid"/>
                      <a:round/>
                      <a:headEnd type="none" w="med" len="med"/>
                      <a:tailEnd type="none" w="med" len="med"/>
                    </a:lnT>
                    <a:lnB w="9525" cap="flat" cmpd="sng" algn="ctr">
                      <a:solidFill>
                        <a:srgbClr val="BFB38D"/>
                      </a:solidFill>
                      <a:prstDash val="solid"/>
                      <a:round/>
                      <a:headEnd type="none" w="med" len="med"/>
                      <a:tailEnd type="none" w="med" len="med"/>
                    </a:lnB>
                    <a:solidFill>
                      <a:srgbClr val="E8DEC4">
                        <a:alpha val="40000"/>
                      </a:srgbClr>
                    </a:solidFill>
                  </a:tcPr>
                </a:tc>
                <a:tc>
                  <a:txBody>
                    <a:bodyPr/>
                    <a:lstStyle/>
                    <a:p>
                      <a:pPr algn="r" indent="0" marL="0">
                        <a:buNone/>
                      </a:pPr>
                      <a:r>
                        <a:rPr lang="en-US" sz="975" dirty="0">
                          <a:solidFill>
                            <a:srgbClr val="1C1D24"/>
                          </a:solidFill>
                          <a:latin typeface="IBM Plex Mono" pitchFamily="34" charset="0"/>
                          <a:ea typeface="IBM Plex Mono" pitchFamily="34" charset="-122"/>
                          <a:cs typeface="IBM Plex Mono" pitchFamily="34" charset="-120"/>
                        </a:rPr>
                        <a:t>0.64</a:t>
                      </a:r>
                      <a:endParaRPr lang="en-US" sz="975" dirty="0">
                        <a:latin typeface="IBM Plex Mono" charset="0"/>
                        <a:ea typeface="IBM Plex Mono" charset="0"/>
                        <a:cs typeface="IBM Plex Mono" charset="0"/>
                      </a:endParaRPr>
                    </a:p>
                  </a:txBody>
                  <a:tcPr marL="57607" marR="57607" marT="75895" marB="75895" anchor="ctr">
                    <a:lnL w="0" cap="flat" cmpd="sng" algn="ctr">
                      <a:solidFill>
                        <a:srgbClr val="BFB38D"/>
                      </a:solidFill>
                      <a:prstDash val="solid"/>
                      <a:round/>
                      <a:headEnd type="none" w="med" len="med"/>
                      <a:tailEnd type="none" w="med" len="med"/>
                    </a:lnL>
                    <a:lnR w="0" cap="flat" cmpd="sng" algn="ctr">
                      <a:solidFill>
                        <a:srgbClr val="BFB38D"/>
                      </a:solidFill>
                      <a:prstDash val="solid"/>
                      <a:round/>
                      <a:headEnd type="none" w="med" len="med"/>
                      <a:tailEnd type="none" w="med" len="med"/>
                    </a:lnR>
                    <a:lnT w="0" cap="flat" cmpd="sng" algn="ctr">
                      <a:solidFill>
                        <a:srgbClr val="BFB38D"/>
                      </a:solidFill>
                      <a:prstDash val="solid"/>
                      <a:round/>
                      <a:headEnd type="none" w="med" len="med"/>
                      <a:tailEnd type="none" w="med" len="med"/>
                    </a:lnT>
                    <a:lnB w="9525" cap="flat" cmpd="sng" algn="ctr">
                      <a:solidFill>
                        <a:srgbClr val="BFB38D"/>
                      </a:solidFill>
                      <a:prstDash val="solid"/>
                      <a:round/>
                      <a:headEnd type="none" w="med" len="med"/>
                      <a:tailEnd type="none" w="med" len="med"/>
                    </a:lnB>
                    <a:solidFill>
                      <a:srgbClr val="E8DEC4">
                        <a:alpha val="40000"/>
                      </a:srgbClr>
                    </a:solidFill>
                  </a:tcPr>
                </a:tc>
              </a:tr>
              <a:tr h="319634">
                <a:tc>
                  <a:txBody>
                    <a:bodyPr/>
                    <a:lstStyle/>
                    <a:p>
                      <a:pPr indent="0" marL="0">
                        <a:buNone/>
                      </a:pPr>
                      <a:r>
                        <a:rPr lang="en-US" sz="975" dirty="0">
                          <a:solidFill>
                            <a:srgbClr val="1C1D24"/>
                          </a:solidFill>
                          <a:latin typeface="IBM Plex Mono" pitchFamily="34" charset="0"/>
                          <a:ea typeface="IBM Plex Mono" pitchFamily="34" charset="-122"/>
                          <a:cs typeface="IBM Plex Mono" pitchFamily="34" charset="-120"/>
                        </a:rPr>
                        <a:t>% in</a:t>
                      </a:r>
                      <a:endParaRPr lang="en-US" sz="975" dirty="0">
                        <a:latin typeface="IBM Plex Mono" charset="0"/>
                        <a:ea typeface="IBM Plex Mono" charset="0"/>
                        <a:cs typeface="IBM Plex Mono" charset="0"/>
                      </a:endParaRPr>
                    </a:p>
                  </a:txBody>
                  <a:tcPr marL="57607" marR="57607" marT="75895" marB="75895" anchor="ctr">
                    <a:lnL w="0" cap="flat" cmpd="sng" algn="ctr">
                      <a:solidFill>
                        <a:srgbClr val="BFB38D"/>
                      </a:solidFill>
                      <a:prstDash val="solid"/>
                      <a:round/>
                      <a:headEnd type="none" w="med" len="med"/>
                      <a:tailEnd type="none" w="med" len="med"/>
                    </a:lnL>
                    <a:lnR w="0" cap="flat" cmpd="sng" algn="ctr">
                      <a:solidFill>
                        <a:srgbClr val="BFB38D"/>
                      </a:solidFill>
                      <a:prstDash val="solid"/>
                      <a:round/>
                      <a:headEnd type="none" w="med" len="med"/>
                      <a:tailEnd type="none" w="med" len="med"/>
                    </a:lnR>
                    <a:lnT w="0" cap="flat" cmpd="sng" algn="ctr">
                      <a:solidFill>
                        <a:srgbClr val="BFB38D"/>
                      </a:solidFill>
                      <a:prstDash val="solid"/>
                      <a:round/>
                      <a:headEnd type="none" w="med" len="med"/>
                      <a:tailEnd type="none" w="med" len="med"/>
                    </a:lnT>
                    <a:lnB w="9525" cap="flat" cmpd="sng" algn="ctr">
                      <a:solidFill>
                        <a:srgbClr val="BFB38D"/>
                      </a:solidFill>
                      <a:prstDash val="solid"/>
                      <a:round/>
                      <a:headEnd type="none" w="med" len="med"/>
                      <a:tailEnd type="none" w="med" len="med"/>
                    </a:lnB>
                  </a:tcPr>
                </a:tc>
                <a:tc>
                  <a:txBody>
                    <a:bodyPr/>
                    <a:lstStyle/>
                    <a:p>
                      <a:pPr algn="r" indent="0" marL="0">
                        <a:buNone/>
                      </a:pPr>
                      <a:r>
                        <a:rPr lang="en-US" sz="975" dirty="0">
                          <a:solidFill>
                            <a:srgbClr val="1C1D24"/>
                          </a:solidFill>
                          <a:latin typeface="IBM Plex Mono" pitchFamily="34" charset="0"/>
                          <a:ea typeface="IBM Plex Mono" pitchFamily="34" charset="-122"/>
                          <a:cs typeface="IBM Plex Mono" pitchFamily="34" charset="-120"/>
                        </a:rPr>
                        <a:t>100</a:t>
                      </a:r>
                      <a:endParaRPr lang="en-US" sz="975" dirty="0">
                        <a:latin typeface="IBM Plex Mono" charset="0"/>
                        <a:ea typeface="IBM Plex Mono" charset="0"/>
                        <a:cs typeface="IBM Plex Mono" charset="0"/>
                      </a:endParaRPr>
                    </a:p>
                  </a:txBody>
                  <a:tcPr marL="57607" marR="57607" marT="75895" marB="75895" anchor="ctr">
                    <a:lnL w="0" cap="flat" cmpd="sng" algn="ctr">
                      <a:solidFill>
                        <a:srgbClr val="BFB38D"/>
                      </a:solidFill>
                      <a:prstDash val="solid"/>
                      <a:round/>
                      <a:headEnd type="none" w="med" len="med"/>
                      <a:tailEnd type="none" w="med" len="med"/>
                    </a:lnL>
                    <a:lnR w="0" cap="flat" cmpd="sng" algn="ctr">
                      <a:solidFill>
                        <a:srgbClr val="BFB38D"/>
                      </a:solidFill>
                      <a:prstDash val="solid"/>
                      <a:round/>
                      <a:headEnd type="none" w="med" len="med"/>
                      <a:tailEnd type="none" w="med" len="med"/>
                    </a:lnR>
                    <a:lnT w="0" cap="flat" cmpd="sng" algn="ctr">
                      <a:solidFill>
                        <a:srgbClr val="BFB38D"/>
                      </a:solidFill>
                      <a:prstDash val="solid"/>
                      <a:round/>
                      <a:headEnd type="none" w="med" len="med"/>
                      <a:tailEnd type="none" w="med" len="med"/>
                    </a:lnT>
                    <a:lnB w="9525" cap="flat" cmpd="sng" algn="ctr">
                      <a:solidFill>
                        <a:srgbClr val="BFB38D"/>
                      </a:solidFill>
                      <a:prstDash val="solid"/>
                      <a:round/>
                      <a:headEnd type="none" w="med" len="med"/>
                      <a:tailEnd type="none" w="med" len="med"/>
                    </a:lnB>
                  </a:tcPr>
                </a:tc>
                <a:tc>
                  <a:txBody>
                    <a:bodyPr/>
                    <a:lstStyle/>
                    <a:p>
                      <a:pPr algn="r" indent="0" marL="0">
                        <a:buNone/>
                      </a:pPr>
                      <a:r>
                        <a:rPr lang="en-US" sz="975" b="1" dirty="0">
                          <a:solidFill>
                            <a:srgbClr val="3D7251"/>
                          </a:solidFill>
                          <a:latin typeface="IBM Plex Mono" pitchFamily="34" charset="0"/>
                          <a:ea typeface="IBM Plex Mono" pitchFamily="34" charset="-122"/>
                          <a:cs typeface="IBM Plex Mono" pitchFamily="34" charset="-120"/>
                        </a:rPr>
                        <a:t>100</a:t>
                      </a:r>
                      <a:endParaRPr lang="en-US" sz="975" dirty="0">
                        <a:latin typeface="IBM Plex Mono" charset="0"/>
                        <a:ea typeface="IBM Plex Mono" charset="0"/>
                        <a:cs typeface="IBM Plex Mono" charset="0"/>
                      </a:endParaRPr>
                    </a:p>
                  </a:txBody>
                  <a:tcPr marL="57607" marR="57607" marT="75895" marB="75895" anchor="ctr">
                    <a:lnL w="0" cap="flat" cmpd="sng" algn="ctr">
                      <a:solidFill>
                        <a:srgbClr val="BFB38D"/>
                      </a:solidFill>
                      <a:prstDash val="solid"/>
                      <a:round/>
                      <a:headEnd type="none" w="med" len="med"/>
                      <a:tailEnd type="none" w="med" len="med"/>
                    </a:lnL>
                    <a:lnR w="0" cap="flat" cmpd="sng" algn="ctr">
                      <a:solidFill>
                        <a:srgbClr val="BFB38D"/>
                      </a:solidFill>
                      <a:prstDash val="solid"/>
                      <a:round/>
                      <a:headEnd type="none" w="med" len="med"/>
                      <a:tailEnd type="none" w="med" len="med"/>
                    </a:lnR>
                    <a:lnT w="0" cap="flat" cmpd="sng" algn="ctr">
                      <a:solidFill>
                        <a:srgbClr val="BFB38D"/>
                      </a:solidFill>
                      <a:prstDash val="solid"/>
                      <a:round/>
                      <a:headEnd type="none" w="med" len="med"/>
                      <a:tailEnd type="none" w="med" len="med"/>
                    </a:lnT>
                    <a:lnB w="9525" cap="flat" cmpd="sng" algn="ctr">
                      <a:solidFill>
                        <a:srgbClr val="BFB38D"/>
                      </a:solidFill>
                      <a:prstDash val="solid"/>
                      <a:round/>
                      <a:headEnd type="none" w="med" len="med"/>
                      <a:tailEnd type="none" w="med" len="med"/>
                    </a:lnB>
                  </a:tcPr>
                </a:tc>
                <a:tc>
                  <a:txBody>
                    <a:bodyPr/>
                    <a:lstStyle/>
                    <a:p>
                      <a:pPr algn="r" indent="0" marL="0">
                        <a:buNone/>
                      </a:pPr>
                      <a:r>
                        <a:rPr lang="en-US" sz="975" dirty="0">
                          <a:solidFill>
                            <a:srgbClr val="1C1D24"/>
                          </a:solidFill>
                          <a:latin typeface="IBM Plex Mono" pitchFamily="34" charset="0"/>
                          <a:ea typeface="IBM Plex Mono" pitchFamily="34" charset="-122"/>
                          <a:cs typeface="IBM Plex Mono" pitchFamily="34" charset="-120"/>
                        </a:rPr>
                        <a:t>100</a:t>
                      </a:r>
                      <a:endParaRPr lang="en-US" sz="975" dirty="0">
                        <a:latin typeface="IBM Plex Mono" charset="0"/>
                        <a:ea typeface="IBM Plex Mono" charset="0"/>
                        <a:cs typeface="IBM Plex Mono" charset="0"/>
                      </a:endParaRPr>
                    </a:p>
                  </a:txBody>
                  <a:tcPr marL="57607" marR="57607" marT="75895" marB="75895" anchor="ctr">
                    <a:lnL w="0" cap="flat" cmpd="sng" algn="ctr">
                      <a:solidFill>
                        <a:srgbClr val="BFB38D"/>
                      </a:solidFill>
                      <a:prstDash val="solid"/>
                      <a:round/>
                      <a:headEnd type="none" w="med" len="med"/>
                      <a:tailEnd type="none" w="med" len="med"/>
                    </a:lnL>
                    <a:lnR w="0" cap="flat" cmpd="sng" algn="ctr">
                      <a:solidFill>
                        <a:srgbClr val="BFB38D"/>
                      </a:solidFill>
                      <a:prstDash val="solid"/>
                      <a:round/>
                      <a:headEnd type="none" w="med" len="med"/>
                      <a:tailEnd type="none" w="med" len="med"/>
                    </a:lnR>
                    <a:lnT w="0" cap="flat" cmpd="sng" algn="ctr">
                      <a:solidFill>
                        <a:srgbClr val="BFB38D"/>
                      </a:solidFill>
                      <a:prstDash val="solid"/>
                      <a:round/>
                      <a:headEnd type="none" w="med" len="med"/>
                      <a:tailEnd type="none" w="med" len="med"/>
                    </a:lnT>
                    <a:lnB w="9525" cap="flat" cmpd="sng" algn="ctr">
                      <a:solidFill>
                        <a:srgbClr val="BFB38D"/>
                      </a:solidFill>
                      <a:prstDash val="solid"/>
                      <a:round/>
                      <a:headEnd type="none" w="med" len="med"/>
                      <a:tailEnd type="none" w="med" len="med"/>
                    </a:lnB>
                  </a:tcPr>
                </a:tc>
              </a:tr>
              <a:tr h="319634">
                <a:tc>
                  <a:txBody>
                    <a:bodyPr/>
                    <a:lstStyle/>
                    <a:p>
                      <a:pPr indent="0" marL="0">
                        <a:buNone/>
                      </a:pPr>
                      <a:r>
                        <a:rPr lang="en-US" sz="975" dirty="0">
                          <a:solidFill>
                            <a:srgbClr val="1C1D24"/>
                          </a:solidFill>
                          <a:latin typeface="IBM Plex Mono" pitchFamily="34" charset="0"/>
                          <a:ea typeface="IBM Plex Mono" pitchFamily="34" charset="-122"/>
                          <a:cs typeface="IBM Plex Mono" pitchFamily="34" charset="-120"/>
                        </a:rPr>
                        <a:t>S2N</a:t>
                      </a:r>
                      <a:endParaRPr lang="en-US" sz="975" dirty="0">
                        <a:latin typeface="IBM Plex Mono" charset="0"/>
                        <a:ea typeface="IBM Plex Mono" charset="0"/>
                        <a:cs typeface="IBM Plex Mono" charset="0"/>
                      </a:endParaRPr>
                    </a:p>
                  </a:txBody>
                  <a:tcPr marL="57607" marR="57607" marT="75895" marB="75895" anchor="ctr">
                    <a:lnL w="0" cap="flat" cmpd="sng" algn="ctr">
                      <a:solidFill>
                        <a:srgbClr val="BFB38D"/>
                      </a:solidFill>
                      <a:prstDash val="solid"/>
                      <a:round/>
                      <a:headEnd type="none" w="med" len="med"/>
                      <a:tailEnd type="none" w="med" len="med"/>
                    </a:lnL>
                    <a:lnR w="0" cap="flat" cmpd="sng" algn="ctr">
                      <a:solidFill>
                        <a:srgbClr val="BFB38D"/>
                      </a:solidFill>
                      <a:prstDash val="solid"/>
                      <a:round/>
                      <a:headEnd type="none" w="med" len="med"/>
                      <a:tailEnd type="none" w="med" len="med"/>
                    </a:lnR>
                    <a:lnT w="0" cap="flat" cmpd="sng" algn="ctr">
                      <a:solidFill>
                        <a:srgbClr val="BFB38D"/>
                      </a:solidFill>
                      <a:prstDash val="solid"/>
                      <a:round/>
                      <a:headEnd type="none" w="med" len="med"/>
                      <a:tailEnd type="none" w="med" len="med"/>
                    </a:lnT>
                    <a:lnB w="0" cap="flat" cmpd="sng" algn="ctr">
                      <a:solidFill>
                        <a:srgbClr val="BFB38D"/>
                      </a:solidFill>
                      <a:prstDash val="solid"/>
                      <a:round/>
                      <a:headEnd type="none" w="med" len="med"/>
                      <a:tailEnd type="none" w="med" len="med"/>
                    </a:lnB>
                  </a:tcPr>
                </a:tc>
                <a:tc>
                  <a:txBody>
                    <a:bodyPr/>
                    <a:lstStyle/>
                    <a:p>
                      <a:pPr algn="r" indent="0" marL="0">
                        <a:buNone/>
                      </a:pPr>
                      <a:r>
                        <a:rPr lang="en-US" sz="975" dirty="0">
                          <a:solidFill>
                            <a:srgbClr val="1C1D24"/>
                          </a:solidFill>
                          <a:latin typeface="IBM Plex Mono" pitchFamily="34" charset="0"/>
                          <a:ea typeface="IBM Plex Mono" pitchFamily="34" charset="-122"/>
                          <a:cs typeface="IBM Plex Mono" pitchFamily="34" charset="-120"/>
                        </a:rPr>
                        <a:t>37.3</a:t>
                      </a:r>
                      <a:endParaRPr lang="en-US" sz="975" dirty="0">
                        <a:latin typeface="IBM Plex Mono" charset="0"/>
                        <a:ea typeface="IBM Plex Mono" charset="0"/>
                        <a:cs typeface="IBM Plex Mono" charset="0"/>
                      </a:endParaRPr>
                    </a:p>
                  </a:txBody>
                  <a:tcPr marL="57607" marR="57607" marT="75895" marB="75895" anchor="ctr">
                    <a:lnL w="0" cap="flat" cmpd="sng" algn="ctr">
                      <a:solidFill>
                        <a:srgbClr val="BFB38D"/>
                      </a:solidFill>
                      <a:prstDash val="solid"/>
                      <a:round/>
                      <a:headEnd type="none" w="med" len="med"/>
                      <a:tailEnd type="none" w="med" len="med"/>
                    </a:lnL>
                    <a:lnR w="0" cap="flat" cmpd="sng" algn="ctr">
                      <a:solidFill>
                        <a:srgbClr val="BFB38D"/>
                      </a:solidFill>
                      <a:prstDash val="solid"/>
                      <a:round/>
                      <a:headEnd type="none" w="med" len="med"/>
                      <a:tailEnd type="none" w="med" len="med"/>
                    </a:lnR>
                    <a:lnT w="0" cap="flat" cmpd="sng" algn="ctr">
                      <a:solidFill>
                        <a:srgbClr val="BFB38D"/>
                      </a:solidFill>
                      <a:prstDash val="solid"/>
                      <a:round/>
                      <a:headEnd type="none" w="med" len="med"/>
                      <a:tailEnd type="none" w="med" len="med"/>
                    </a:lnT>
                    <a:lnB w="0" cap="flat" cmpd="sng" algn="ctr">
                      <a:solidFill>
                        <a:srgbClr val="BFB38D"/>
                      </a:solidFill>
                      <a:prstDash val="solid"/>
                      <a:round/>
                      <a:headEnd type="none" w="med" len="med"/>
                      <a:tailEnd type="none" w="med" len="med"/>
                    </a:lnB>
                  </a:tcPr>
                </a:tc>
                <a:tc>
                  <a:txBody>
                    <a:bodyPr/>
                    <a:lstStyle/>
                    <a:p>
                      <a:pPr algn="r" indent="0" marL="0">
                        <a:buNone/>
                      </a:pPr>
                      <a:r>
                        <a:rPr lang="en-US" sz="975" dirty="0">
                          <a:solidFill>
                            <a:srgbClr val="1C1D24"/>
                          </a:solidFill>
                          <a:latin typeface="IBM Plex Mono" pitchFamily="34" charset="0"/>
                          <a:ea typeface="IBM Plex Mono" pitchFamily="34" charset="-122"/>
                          <a:cs typeface="IBM Plex Mono" pitchFamily="34" charset="-120"/>
                        </a:rPr>
                        <a:t>33.3</a:t>
                      </a:r>
                      <a:endParaRPr lang="en-US" sz="975" dirty="0">
                        <a:latin typeface="IBM Plex Mono" charset="0"/>
                        <a:ea typeface="IBM Plex Mono" charset="0"/>
                        <a:cs typeface="IBM Plex Mono" charset="0"/>
                      </a:endParaRPr>
                    </a:p>
                  </a:txBody>
                  <a:tcPr marL="57607" marR="57607" marT="75895" marB="75895" anchor="ctr">
                    <a:lnL w="0" cap="flat" cmpd="sng" algn="ctr">
                      <a:solidFill>
                        <a:srgbClr val="BFB38D"/>
                      </a:solidFill>
                      <a:prstDash val="solid"/>
                      <a:round/>
                      <a:headEnd type="none" w="med" len="med"/>
                      <a:tailEnd type="none" w="med" len="med"/>
                    </a:lnL>
                    <a:lnR w="0" cap="flat" cmpd="sng" algn="ctr">
                      <a:solidFill>
                        <a:srgbClr val="BFB38D"/>
                      </a:solidFill>
                      <a:prstDash val="solid"/>
                      <a:round/>
                      <a:headEnd type="none" w="med" len="med"/>
                      <a:tailEnd type="none" w="med" len="med"/>
                    </a:lnR>
                    <a:lnT w="0" cap="flat" cmpd="sng" algn="ctr">
                      <a:solidFill>
                        <a:srgbClr val="BFB38D"/>
                      </a:solidFill>
                      <a:prstDash val="solid"/>
                      <a:round/>
                      <a:headEnd type="none" w="med" len="med"/>
                      <a:tailEnd type="none" w="med" len="med"/>
                    </a:lnT>
                    <a:lnB w="0" cap="flat" cmpd="sng" algn="ctr">
                      <a:solidFill>
                        <a:srgbClr val="BFB38D"/>
                      </a:solidFill>
                      <a:prstDash val="solid"/>
                      <a:round/>
                      <a:headEnd type="none" w="med" len="med"/>
                      <a:tailEnd type="none" w="med" len="med"/>
                    </a:lnB>
                  </a:tcPr>
                </a:tc>
                <a:tc>
                  <a:txBody>
                    <a:bodyPr/>
                    <a:lstStyle/>
                    <a:p>
                      <a:pPr algn="r" indent="0" marL="0">
                        <a:buNone/>
                      </a:pPr>
                      <a:r>
                        <a:rPr lang="en-US" sz="975" dirty="0">
                          <a:solidFill>
                            <a:srgbClr val="1C1D24"/>
                          </a:solidFill>
                          <a:latin typeface="IBM Plex Mono" pitchFamily="34" charset="0"/>
                          <a:ea typeface="IBM Plex Mono" pitchFamily="34" charset="-122"/>
                          <a:cs typeface="IBM Plex Mono" pitchFamily="34" charset="-120"/>
                        </a:rPr>
                        <a:t>35.9</a:t>
                      </a:r>
                      <a:endParaRPr lang="en-US" sz="975" dirty="0">
                        <a:latin typeface="IBM Plex Mono" charset="0"/>
                        <a:ea typeface="IBM Plex Mono" charset="0"/>
                        <a:cs typeface="IBM Plex Mono" charset="0"/>
                      </a:endParaRPr>
                    </a:p>
                  </a:txBody>
                  <a:tcPr marL="57607" marR="57607" marT="75895" marB="75895" anchor="ctr">
                    <a:lnL w="0" cap="flat" cmpd="sng" algn="ctr">
                      <a:solidFill>
                        <a:srgbClr val="BFB38D"/>
                      </a:solidFill>
                      <a:prstDash val="solid"/>
                      <a:round/>
                      <a:headEnd type="none" w="med" len="med"/>
                      <a:tailEnd type="none" w="med" len="med"/>
                    </a:lnL>
                    <a:lnR w="0" cap="flat" cmpd="sng" algn="ctr">
                      <a:solidFill>
                        <a:srgbClr val="BFB38D"/>
                      </a:solidFill>
                      <a:prstDash val="solid"/>
                      <a:round/>
                      <a:headEnd type="none" w="med" len="med"/>
                      <a:tailEnd type="none" w="med" len="med"/>
                    </a:lnR>
                    <a:lnT w="0" cap="flat" cmpd="sng" algn="ctr">
                      <a:solidFill>
                        <a:srgbClr val="BFB38D"/>
                      </a:solidFill>
                      <a:prstDash val="solid"/>
                      <a:round/>
                      <a:headEnd type="none" w="med" len="med"/>
                      <a:tailEnd type="none" w="med" len="med"/>
                    </a:lnT>
                    <a:lnB w="0" cap="flat" cmpd="sng" algn="ctr">
                      <a:solidFill>
                        <a:srgbClr val="BFB38D"/>
                      </a:solidFill>
                      <a:prstDash val="solid"/>
                      <a:round/>
                      <a:headEnd type="none" w="med" len="med"/>
                      <a:tailEnd type="none" w="med" len="med"/>
                    </a:lnB>
                  </a:tcPr>
                </a:tc>
              </a:tr>
            </a:tbl>
          </a:graphicData>
        </a:graphic>
      </p:graphicFrame>
      <p:sp>
        <p:nvSpPr>
          <p:cNvPr id="52" name="Text 42"/>
          <p:cNvSpPr txBox="1"/>
          <p:nvPr/>
        </p:nvSpPr>
        <p:spPr>
          <a:xfrm>
            <a:off x="11334902" y="5296205"/>
            <a:ext cx="5429707" cy="362102"/>
          </a:xfrm>
          <a:prstGeom prst="rect">
            <a:avLst/>
          </a:prstGeom>
          <a:noFill/>
          <a:ln/>
        </p:spPr>
        <p:txBody>
          <a:bodyPr wrap="square" lIns="0" tIns="0" rIns="0" bIns="0" rtlCol="0" anchor="ctr"/>
          <a:lstStyle/>
          <a:p>
            <a:pPr algn="l" indent="0" marL="0">
              <a:lnSpc>
                <a:spcPts val="1395"/>
              </a:lnSpc>
              <a:buNone/>
            </a:pPr>
            <a:r>
              <a:rPr lang="en-US" sz="900" dirty="0">
                <a:solidFill>
                  <a:srgbClr val="36322A"/>
                </a:solidFill>
                <a:latin typeface="Noto Sans KR" pitchFamily="34" charset="0"/>
                <a:ea typeface="Noto Sans KR" pitchFamily="34" charset="-122"/>
                <a:cs typeface="Noto Sans KR" pitchFamily="34" charset="-120"/>
              </a:rPr>
              <a:t>S2N = signal-to-noise ratio = (max−min)/3σ. W07이 envelope 가장 넓고 S2N 가장 작음 — 400°C ring site가 약간 더 분산.</a:t>
            </a:r>
            <a:endParaRPr lang="en-US" sz="900" dirty="0"/>
          </a:p>
        </p:txBody>
      </p:sp>
      <p:sp>
        <p:nvSpPr>
          <p:cNvPr id="53" name="Text 43"/>
          <p:cNvSpPr txBox="1"/>
          <p:nvPr/>
        </p:nvSpPr>
        <p:spPr>
          <a:xfrm>
            <a:off x="1333195" y="7048195"/>
            <a:ext cx="15621610" cy="133502"/>
          </a:xfrm>
          <a:prstGeom prst="rect">
            <a:avLst/>
          </a:prstGeom>
          <a:noFill/>
          <a:ln/>
        </p:spPr>
        <p:txBody>
          <a:bodyPr wrap="none" lIns="0" tIns="0" rIns="0" bIns="0" rtlCol="0" anchor="ctr"/>
          <a:lstStyle/>
          <a:p>
            <a:pPr algn="l" indent="0" marL="0">
              <a:buNone/>
            </a:pPr>
            <a:r>
              <a:rPr lang="en-US" sz="825" spc="231" kern="0" dirty="0">
                <a:solidFill>
                  <a:srgbClr val="C25028"/>
                </a:solidFill>
                <a:latin typeface="IBM Plex Mono" pitchFamily="34" charset="0"/>
                <a:ea typeface="IBM Plex Mono" pitchFamily="34" charset="-122"/>
                <a:cs typeface="IBM Plex Mono" pitchFamily="34" charset="-120"/>
              </a:rPr>
              <a:t>HEADLINE</a:t>
            </a:r>
            <a:endParaRPr lang="en-US" sz="825" dirty="0"/>
          </a:p>
        </p:txBody>
      </p:sp>
      <p:sp>
        <p:nvSpPr>
          <p:cNvPr id="54" name="Text 44"/>
          <p:cNvSpPr txBox="1"/>
          <p:nvPr/>
        </p:nvSpPr>
        <p:spPr>
          <a:xfrm>
            <a:off x="1333195" y="7239305"/>
            <a:ext cx="15621610" cy="200254"/>
          </a:xfrm>
          <a:prstGeom prst="rect">
            <a:avLst/>
          </a:prstGeom>
          <a:noFill/>
          <a:ln/>
        </p:spPr>
        <p:txBody>
          <a:bodyPr wrap="none" lIns="0" tIns="0" rIns="0" bIns="0" rtlCol="0" anchor="ctr"/>
          <a:lstStyle/>
          <a:p>
            <a:pPr algn="l" indent="0" marL="0">
              <a:buNone/>
            </a:pPr>
            <a:r>
              <a:rPr lang="en-US" sz="1050" dirty="0">
                <a:solidFill>
                  <a:srgbClr val="36322A"/>
                </a:solidFill>
                <a:latin typeface="Noto Sans KR" pitchFamily="34" charset="0"/>
                <a:ea typeface="Noto Sans KR" pitchFamily="34" charset="-122"/>
                <a:cs typeface="Noto Sans KR" pitchFamily="34" charset="-120"/>
              </a:rPr>
              <a:t>세 wafer 모두 target 18.3 nm 부근에 tight cluster. W07 400°C는 mean이 0.04 nm 위, 3σ가 0.06 nm 더 큼 — 그러나 env band는 spec 17.6–19.0 안에 완전히 포함.</a:t>
            </a:r>
            <a:endParaRPr lang="en-US" sz="1050" dirty="0"/>
          </a:p>
        </p:txBody>
      </p:sp>
      <p:sp>
        <p:nvSpPr>
          <p:cNvPr id="55" name="Text 45"/>
          <p:cNvSpPr txBox="1"/>
          <p:nvPr/>
        </p:nvSpPr>
        <p:spPr>
          <a:xfrm>
            <a:off x="1580998" y="8876995"/>
            <a:ext cx="15050110" cy="133502"/>
          </a:xfrm>
          <a:prstGeom prst="rect">
            <a:avLst/>
          </a:prstGeom>
          <a:noFill/>
          <a:ln/>
        </p:spPr>
        <p:txBody>
          <a:bodyPr wrap="none" lIns="0" tIns="0" rIns="0" bIns="0" rtlCol="0" anchor="ctr"/>
          <a:lstStyle/>
          <a:p>
            <a:pPr algn="l" indent="0" marL="0">
              <a:buNone/>
            </a:pPr>
            <a:r>
              <a:rPr lang="en-US" sz="825" spc="182" kern="0" dirty="0">
                <a:solidFill>
                  <a:srgbClr val="9BC4CA"/>
                </a:solidFill>
                <a:latin typeface="IBM Plex Mono" pitchFamily="34" charset="0"/>
                <a:ea typeface="IBM Plex Mono" pitchFamily="34" charset="-122"/>
                <a:cs typeface="IBM Plex Mono" pitchFamily="34" charset="-120"/>
              </a:rPr>
              <a:t>KEY TAKEAWAY · 08</a:t>
            </a:r>
            <a:endParaRPr lang="en-US" sz="825" dirty="0"/>
          </a:p>
        </p:txBody>
      </p:sp>
      <p:sp>
        <p:nvSpPr>
          <p:cNvPr id="56" name="Text 46"/>
          <p:cNvSpPr txBox="1"/>
          <p:nvPr/>
        </p:nvSpPr>
        <p:spPr>
          <a:xfrm>
            <a:off x="1580998" y="9048902"/>
            <a:ext cx="15050110" cy="228600"/>
          </a:xfrm>
          <a:prstGeom prst="rect">
            <a:avLst/>
          </a:prstGeom>
          <a:noFill/>
          <a:ln/>
        </p:spPr>
        <p:txBody>
          <a:bodyPr wrap="none" lIns="0" tIns="0" rIns="0" bIns="0" rtlCol="0" anchor="ctr"/>
          <a:lstStyle/>
          <a:p>
            <a:pPr algn="l" indent="0" marL="0">
              <a:buNone/>
            </a:pPr>
            <a:r>
              <a:rPr lang="en-US" sz="1275" b="1" dirty="0">
                <a:solidFill>
                  <a:srgbClr val="EFE6D3"/>
                </a:solidFill>
                <a:latin typeface="Noto Sans KR" pitchFamily="34" charset="0"/>
                <a:ea typeface="Noto Sans KR" pitchFamily="34" charset="-122"/>
                <a:cs typeface="Noto Sans KR" pitchFamily="34" charset="-120"/>
              </a:rPr>
              <a:t>ASEI 100% in-spec — W07 400°C 3σ만 0.06 nm 더 큼 (ring site 영향). spec 17.6–19.0 안에 fully contained, signal-to-noise ≥ 33 유지.</a:t>
            </a:r>
            <a:endParaRPr lang="en-US" sz="1275" dirty="0"/>
          </a:p>
        </p:txBody>
      </p:sp>
      <p:sp>
        <p:nvSpPr>
          <p:cNvPr id="57" name="Text 47"/>
          <p:cNvSpPr txBox="1"/>
          <p:nvPr/>
        </p:nvSpPr>
        <p:spPr>
          <a:xfrm>
            <a:off x="914400" y="9791395"/>
            <a:ext cx="17373600" cy="181051"/>
          </a:xfrm>
          <a:prstGeom prst="rect">
            <a:avLst/>
          </a:prstGeom>
          <a:noFill/>
          <a:ln/>
        </p:spPr>
        <p:txBody>
          <a:bodyPr wrap="none" lIns="0" tIns="0" rIns="0" bIns="0" rtlCol="0" anchor="ctr"/>
          <a:lstStyle/>
          <a:p>
            <a:pPr algn="ctr" indent="0" marL="0">
              <a:buNone/>
            </a:pPr>
            <a:r>
              <a:rPr lang="en-US" sz="975" spc="39" kern="0" dirty="0">
                <a:solidFill>
                  <a:srgbClr val="665B46"/>
                </a:solidFill>
                <a:latin typeface="Noto Sans KR" pitchFamily="34" charset="0"/>
                <a:ea typeface="Noto Sans KR" pitchFamily="34" charset="-122"/>
                <a:cs typeface="Noto Sans KR" pitchFamily="34" charset="-120"/>
              </a:rPr>
              <a:t>※ 내부 테스트용 더미(가상) 데이터</a:t>
            </a:r>
            <a:endParaRPr lang="en-US" sz="97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FE6D3"/>
        </a:solidFill>
      </p:bgPr>
    </p:bg>
    <p:spTree>
      <p:nvGrpSpPr>
        <p:cNvPr id="1" name=""/>
        <p:cNvGrpSpPr/>
        <p:nvPr/>
      </p:nvGrpSpPr>
      <p:grpSpPr>
        <a:xfrm>
          <a:off x="0" y="0"/>
          <a:ext cx="0" cy="0"/>
          <a:chOff x="0" y="0"/>
          <a:chExt cx="0" cy="0"/>
        </a:xfrm>
      </p:grpSpPr>
      <p:sp>
        <p:nvSpPr>
          <p:cNvPr id="3" name="Shape 0"/>
          <p:cNvSpPr/>
          <p:nvPr/>
        </p:nvSpPr>
        <p:spPr>
          <a:xfrm>
            <a:off x="0" y="0"/>
            <a:ext cx="914400" cy="10287000"/>
          </a:xfrm>
          <a:prstGeom prst="rect">
            <a:avLst/>
          </a:prstGeom>
          <a:solidFill>
            <a:srgbClr val="26201A"/>
          </a:solidFill>
          <a:ln w="12700">
            <a:solidFill>
              <a:srgbClr val="FFFFFF">
                <a:alpha val="0"/>
              </a:srgbClr>
            </a:solidFill>
            <a:prstDash val="solid"/>
          </a:ln>
        </p:spPr>
      </p:sp>
      <p:sp>
        <p:nvSpPr>
          <p:cNvPr id="4" name="Shape 1"/>
          <p:cNvSpPr/>
          <p:nvPr/>
        </p:nvSpPr>
        <p:spPr>
          <a:xfrm>
            <a:off x="1333195" y="1904695"/>
            <a:ext cx="7830007" cy="3638398"/>
          </a:xfrm>
          <a:prstGeom prst="rect">
            <a:avLst/>
          </a:prstGeom>
          <a:solidFill>
            <a:srgbClr val="FFFFFF"/>
          </a:solidFill>
          <a:ln w="12700">
            <a:solidFill>
              <a:srgbClr val="BFB38D"/>
            </a:solidFill>
            <a:prstDash val="solid"/>
          </a:ln>
        </p:spPr>
      </p:sp>
      <p:sp>
        <p:nvSpPr>
          <p:cNvPr id="5" name="Shape 2"/>
          <p:cNvSpPr/>
          <p:nvPr/>
        </p:nvSpPr>
        <p:spPr>
          <a:xfrm>
            <a:off x="9334195" y="1904695"/>
            <a:ext cx="7638898" cy="3638398"/>
          </a:xfrm>
          <a:prstGeom prst="rect">
            <a:avLst/>
          </a:prstGeom>
          <a:solidFill>
            <a:srgbClr val="FFFFFF"/>
          </a:solidFill>
          <a:ln w="12700">
            <a:solidFill>
              <a:srgbClr val="BFB38D"/>
            </a:solidFill>
            <a:prstDash val="solid"/>
          </a:ln>
        </p:spPr>
      </p:sp>
      <p:sp>
        <p:nvSpPr>
          <p:cNvPr id="6" name="Shape 3"/>
          <p:cNvSpPr/>
          <p:nvPr/>
        </p:nvSpPr>
        <p:spPr>
          <a:xfrm>
            <a:off x="1333195" y="6191402"/>
            <a:ext cx="4972507" cy="2305202"/>
          </a:xfrm>
          <a:prstGeom prst="rect">
            <a:avLst/>
          </a:prstGeom>
          <a:solidFill>
            <a:srgbClr val="FFFFFF"/>
          </a:solidFill>
          <a:ln w="12700">
            <a:solidFill>
              <a:srgbClr val="BFB38D"/>
            </a:solidFill>
            <a:prstDash val="solid"/>
          </a:ln>
        </p:spPr>
      </p:sp>
      <p:sp>
        <p:nvSpPr>
          <p:cNvPr id="7" name="Shape 4"/>
          <p:cNvSpPr/>
          <p:nvPr/>
        </p:nvSpPr>
        <p:spPr>
          <a:xfrm>
            <a:off x="6476695" y="6191402"/>
            <a:ext cx="4972507" cy="2305202"/>
          </a:xfrm>
          <a:prstGeom prst="rect">
            <a:avLst/>
          </a:prstGeom>
          <a:solidFill>
            <a:srgbClr val="FFFFFF"/>
          </a:solidFill>
          <a:ln w="12700">
            <a:solidFill>
              <a:srgbClr val="BFB38D"/>
            </a:solidFill>
            <a:prstDash val="solid"/>
          </a:ln>
        </p:spPr>
      </p:sp>
      <p:sp>
        <p:nvSpPr>
          <p:cNvPr id="8" name="Shape 5"/>
          <p:cNvSpPr/>
          <p:nvPr/>
        </p:nvSpPr>
        <p:spPr>
          <a:xfrm>
            <a:off x="11620195" y="6191402"/>
            <a:ext cx="5352898" cy="2305202"/>
          </a:xfrm>
          <a:prstGeom prst="rect">
            <a:avLst/>
          </a:prstGeom>
          <a:solidFill>
            <a:srgbClr val="FFFFFF"/>
          </a:solidFill>
          <a:ln w="12700">
            <a:solidFill>
              <a:srgbClr val="BFB38D"/>
            </a:solidFill>
            <a:prstDash val="solid"/>
          </a:ln>
        </p:spPr>
      </p:sp>
      <p:sp>
        <p:nvSpPr>
          <p:cNvPr id="9" name="Shape 6"/>
          <p:cNvSpPr/>
          <p:nvPr/>
        </p:nvSpPr>
        <p:spPr>
          <a:xfrm>
            <a:off x="1333195" y="8762695"/>
            <a:ext cx="15620695" cy="609905"/>
          </a:xfrm>
          <a:prstGeom prst="rect">
            <a:avLst/>
          </a:prstGeom>
          <a:solidFill>
            <a:srgbClr val="26201A"/>
          </a:solidFill>
          <a:ln w="12700">
            <a:solidFill>
              <a:srgbClr val="FFFFFF">
                <a:alpha val="0"/>
              </a:srgbClr>
            </a:solidFill>
            <a:prstDash val="solid"/>
          </a:ln>
        </p:spPr>
      </p:sp>
      <p:pic>
        <p:nvPicPr>
          <p:cNvPr id="10" name="Image 0" descr="gen-dedup-c845962f155ab5af491dec706a323ebd.png">    </p:cNvPr>
          <p:cNvPicPr>
            <a:picLocks noChangeAspect="1"/>
          </p:cNvPicPr>
          <p:nvPr/>
        </p:nvPicPr>
        <p:blipFill>
          <a:blip r:embed="rId1"/>
          <a:srcRect l="-404" r="-404" t="0" b="0"/>
          <a:stretch/>
        </p:blipFill>
        <p:spPr>
          <a:xfrm>
            <a:off x="1333195" y="1904695"/>
            <a:ext cx="57607" cy="3619195"/>
          </a:xfrm>
          <a:prstGeom prst="rect">
            <a:avLst/>
          </a:prstGeom>
        </p:spPr>
      </p:pic>
      <p:pic>
        <p:nvPicPr>
          <p:cNvPr id="11" name="Image 1" descr="gen-dedup-61f44962c6923dcff98c52cc214bec38.png">    </p:cNvPr>
          <p:cNvPicPr>
            <a:picLocks noChangeAspect="1"/>
          </p:cNvPicPr>
          <p:nvPr/>
        </p:nvPicPr>
        <p:blipFill>
          <a:blip r:embed="rId2"/>
          <a:srcRect l="-404" r="-404" t="0" b="0"/>
          <a:stretch/>
        </p:blipFill>
        <p:spPr>
          <a:xfrm>
            <a:off x="9334195" y="1904695"/>
            <a:ext cx="57607" cy="3619195"/>
          </a:xfrm>
          <a:prstGeom prst="rect">
            <a:avLst/>
          </a:prstGeom>
        </p:spPr>
      </p:pic>
      <p:pic>
        <p:nvPicPr>
          <p:cNvPr id="12" name="Image 2" descr="gen-dedup-b074fd24df68c220cf3071dc3d5ab829.png">    </p:cNvPr>
          <p:cNvPicPr>
            <a:picLocks noChangeAspect="1"/>
          </p:cNvPicPr>
          <p:nvPr/>
        </p:nvPicPr>
        <p:blipFill>
          <a:blip r:embed="rId3"/>
          <a:srcRect l="-400" r="-400" t="0" b="0"/>
          <a:stretch/>
        </p:blipFill>
        <p:spPr>
          <a:xfrm>
            <a:off x="1333195" y="6191402"/>
            <a:ext cx="57607" cy="2286000"/>
          </a:xfrm>
          <a:prstGeom prst="rect">
            <a:avLst/>
          </a:prstGeom>
        </p:spPr>
      </p:pic>
      <p:pic>
        <p:nvPicPr>
          <p:cNvPr id="13" name="Image 3" descr="gen-dedup-b990f856a76e24d0a1d9082be6cc53c0.png">    </p:cNvPr>
          <p:cNvPicPr>
            <a:picLocks noChangeAspect="1"/>
          </p:cNvPicPr>
          <p:nvPr/>
        </p:nvPicPr>
        <p:blipFill>
          <a:blip r:embed="rId4"/>
          <a:srcRect l="-400" r="-400" t="0" b="0"/>
          <a:stretch/>
        </p:blipFill>
        <p:spPr>
          <a:xfrm>
            <a:off x="6476695" y="6191402"/>
            <a:ext cx="57607" cy="2286000"/>
          </a:xfrm>
          <a:prstGeom prst="rect">
            <a:avLst/>
          </a:prstGeom>
        </p:spPr>
      </p:pic>
      <p:pic>
        <p:nvPicPr>
          <p:cNvPr id="14" name="Image 4" descr="gen-dedup-053d70d47bc6fdcda7b093741df7a184.png">    </p:cNvPr>
          <p:cNvPicPr>
            <a:picLocks noChangeAspect="1"/>
          </p:cNvPicPr>
          <p:nvPr/>
        </p:nvPicPr>
        <p:blipFill>
          <a:blip r:embed="rId5"/>
          <a:srcRect l="-400" r="-400" t="0" b="0"/>
          <a:stretch/>
        </p:blipFill>
        <p:spPr>
          <a:xfrm>
            <a:off x="11620195" y="6191402"/>
            <a:ext cx="57607" cy="2286000"/>
          </a:xfrm>
          <a:prstGeom prst="rect">
            <a:avLst/>
          </a:prstGeom>
        </p:spPr>
      </p:pic>
      <p:pic>
        <p:nvPicPr>
          <p:cNvPr id="15" name="Image 5" descr="gen-dedup-560947752f54f3032c9176823ba24ebf.png">    </p:cNvPr>
          <p:cNvPicPr>
            <a:picLocks noChangeAspect="1"/>
          </p:cNvPicPr>
          <p:nvPr/>
        </p:nvPicPr>
        <p:blipFill>
          <a:blip r:embed="rId6"/>
          <a:srcRect l="-375" r="-375" t="0" b="0"/>
          <a:stretch/>
        </p:blipFill>
        <p:spPr>
          <a:xfrm>
            <a:off x="1333195" y="8762695"/>
            <a:ext cx="57607" cy="609905"/>
          </a:xfrm>
          <a:prstGeom prst="rect">
            <a:avLst/>
          </a:prstGeom>
        </p:spPr>
      </p:pic>
      <p:sp>
        <p:nvSpPr>
          <p:cNvPr id="16" name="Text 7"/>
          <p:cNvSpPr txBox="1"/>
          <p:nvPr/>
        </p:nvSpPr>
        <p:spPr>
          <a:xfrm>
            <a:off x="0" y="1904695"/>
            <a:ext cx="372161" cy="2286000"/>
          </a:xfrm>
          <a:prstGeom prst="rect">
            <a:avLst/>
          </a:prstGeom>
          <a:noFill/>
          <a:ln/>
        </p:spPr>
        <p:txBody>
          <a:bodyPr wrap="square" lIns="0" tIns="0" rIns="0" bIns="0" rtlCol="0" anchor="ctr"/>
          <a:lstStyle/>
          <a:p>
            <a:pPr algn="l" indent="0" marL="0">
              <a:lnSpc>
                <a:spcPct val="100000"/>
              </a:lnSpc>
              <a:buNone/>
            </a:pPr>
            <a:r>
              <a:rPr lang="en-US" sz="825" spc="264" kern="0" dirty="0">
                <a:solidFill>
                  <a:srgbClr val="D6C79C"/>
                </a:solidFill>
                <a:latin typeface="IBM Plex Mono" pitchFamily="34" charset="0"/>
                <a:ea typeface="IBM Plex Mono" pitchFamily="34" charset="-122"/>
                <a:cs typeface="IBM Plex Mono" pitchFamily="34" charset="-120"/>
              </a:rPr>
              <a:t>SECTION 09 / 11</a:t>
            </a:r>
            <a:endParaRPr lang="en-US" sz="825" dirty="0"/>
          </a:p>
        </p:txBody>
      </p:sp>
      <p:sp>
        <p:nvSpPr>
          <p:cNvPr id="17" name="Text 8"/>
          <p:cNvSpPr txBox="1"/>
          <p:nvPr/>
        </p:nvSpPr>
        <p:spPr>
          <a:xfrm>
            <a:off x="0" y="5333695"/>
            <a:ext cx="391363" cy="1905610"/>
          </a:xfrm>
          <a:prstGeom prst="rect">
            <a:avLst/>
          </a:prstGeom>
          <a:noFill/>
          <a:ln/>
        </p:spPr>
        <p:txBody>
          <a:bodyPr wrap="square" lIns="0" tIns="0" rIns="0" bIns="0" rtlCol="0" anchor="ctr"/>
          <a:lstStyle/>
          <a:p>
            <a:pPr algn="l" indent="0" marL="0">
              <a:lnSpc>
                <a:spcPct val="100000"/>
              </a:lnSpc>
              <a:buNone/>
            </a:pPr>
            <a:r>
              <a:rPr lang="en-US" sz="975" spc="215" kern="0" dirty="0">
                <a:solidFill>
                  <a:srgbClr val="EFE6D3"/>
                </a:solidFill>
                <a:latin typeface="Noto Sans KR" pitchFamily="34" charset="0"/>
                <a:ea typeface="Noto Sans KR" pitchFamily="34" charset="-122"/>
                <a:cs typeface="Noto Sans KR" pitchFamily="34" charset="-120"/>
              </a:rPr>
              <a:t>AMI / ACI</a:t>
            </a:r>
            <a:endParaRPr lang="en-US" sz="975" dirty="0"/>
          </a:p>
        </p:txBody>
      </p:sp>
      <p:sp>
        <p:nvSpPr>
          <p:cNvPr id="18" name="Text 9"/>
          <p:cNvSpPr txBox="1"/>
          <p:nvPr/>
        </p:nvSpPr>
        <p:spPr>
          <a:xfrm>
            <a:off x="1333195" y="571500"/>
            <a:ext cx="12764110" cy="143561"/>
          </a:xfrm>
          <a:prstGeom prst="rect">
            <a:avLst/>
          </a:prstGeom>
          <a:noFill/>
          <a:ln/>
        </p:spPr>
        <p:txBody>
          <a:bodyPr wrap="none" lIns="0" tIns="0" rIns="0" bIns="0" rtlCol="0" anchor="ctr"/>
          <a:lstStyle/>
          <a:p>
            <a:pPr algn="l" indent="0" marL="0">
              <a:buNone/>
            </a:pPr>
            <a:r>
              <a:rPr lang="en-US" sz="900" spc="288" kern="0" dirty="0">
                <a:solidFill>
                  <a:srgbClr val="C25028"/>
                </a:solidFill>
                <a:latin typeface="IBM Plex Mono" pitchFamily="34" charset="0"/>
                <a:ea typeface="IBM Plex Mono" pitchFamily="34" charset="-122"/>
                <a:cs typeface="IBM Plex Mono" pitchFamily="34" charset="-120"/>
              </a:rPr>
              <a:t>AMI 9.2 TARGET · ACI 8.6 TARGET</a:t>
            </a:r>
            <a:endParaRPr lang="en-US" sz="900" dirty="0"/>
          </a:p>
        </p:txBody>
      </p:sp>
      <p:sp>
        <p:nvSpPr>
          <p:cNvPr id="19" name="Text 10"/>
          <p:cNvSpPr txBox="1"/>
          <p:nvPr/>
        </p:nvSpPr>
        <p:spPr>
          <a:xfrm>
            <a:off x="1333195" y="847649"/>
            <a:ext cx="12764110" cy="467258"/>
          </a:xfrm>
          <a:prstGeom prst="rect">
            <a:avLst/>
          </a:prstGeom>
          <a:noFill/>
          <a:ln/>
        </p:spPr>
        <p:txBody>
          <a:bodyPr wrap="none" lIns="0" tIns="0" rIns="0" bIns="0" rtlCol="0" anchor="ctr"/>
          <a:lstStyle/>
          <a:p>
            <a:pPr algn="l" indent="0" marL="0">
              <a:buNone/>
            </a:pPr>
            <a:r>
              <a:rPr lang="en-US" sz="3450" b="1" spc="-34" kern="0" dirty="0">
                <a:solidFill>
                  <a:srgbClr val="1C1D24"/>
                </a:solidFill>
                <a:latin typeface="Noto Sans KR" pitchFamily="34" charset="0"/>
                <a:ea typeface="Noto Sans KR" pitchFamily="34" charset="-122"/>
                <a:cs typeface="Noto Sans KR" pitchFamily="34" charset="-120"/>
              </a:rPr>
              <a:t>AMI · ACI CD 변동 + W2W delta</a:t>
            </a:r>
            <a:endParaRPr lang="en-US" sz="3450" dirty="0"/>
          </a:p>
        </p:txBody>
      </p:sp>
      <p:pic>
        <p:nvPicPr>
          <p:cNvPr id="20" name="Image 6" descr="gen-dedup-761d4fd6e7dc3de7b6acca5c62ab11d2.png">    </p:cNvPr>
          <p:cNvPicPr>
            <a:picLocks noChangeAspect="1"/>
          </p:cNvPicPr>
          <p:nvPr/>
        </p:nvPicPr>
        <p:blipFill>
          <a:blip r:embed="rId7"/>
          <a:srcRect l="-2083" r="-2083" t="0" b="0"/>
          <a:stretch/>
        </p:blipFill>
        <p:spPr>
          <a:xfrm>
            <a:off x="1333195" y="1516990"/>
            <a:ext cx="12763195" cy="9144"/>
          </a:xfrm>
          <a:prstGeom prst="rect">
            <a:avLst/>
          </a:prstGeom>
        </p:spPr>
      </p:pic>
      <p:sp>
        <p:nvSpPr>
          <p:cNvPr id="21" name="Text 11"/>
          <p:cNvSpPr txBox="1"/>
          <p:nvPr/>
        </p:nvSpPr>
        <p:spPr>
          <a:xfrm>
            <a:off x="14688007" y="413309"/>
            <a:ext cx="3143707" cy="625450"/>
          </a:xfrm>
          <a:prstGeom prst="rect">
            <a:avLst/>
          </a:prstGeom>
          <a:noFill/>
          <a:ln/>
        </p:spPr>
        <p:txBody>
          <a:bodyPr wrap="square" lIns="0" tIns="0" rIns="0" bIns="0" rtlCol="0" anchor="t"/>
          <a:lstStyle/>
          <a:p>
            <a:pPr algn="r" indent="0" marL="0">
              <a:lnSpc>
                <a:spcPts val="1560"/>
              </a:lnSpc>
              <a:buNone/>
            </a:pPr>
            <a:r>
              <a:rPr lang="en-US" sz="975" spc="98" kern="0" dirty="0">
                <a:solidFill>
                  <a:srgbClr val="665B46"/>
                </a:solidFill>
                <a:latin typeface="IBM Plex Mono" pitchFamily="34" charset="0"/>
                <a:ea typeface="IBM Plex Mono" pitchFamily="34" charset="-122"/>
                <a:cs typeface="IBM Plex Mono" pitchFamily="34" charset="-120"/>
              </a:rPr>
              <a:t>DOC · BEOL-12</a:t>
            </a:r>
            <a:pPr algn="r" indent="0" marL="0">
              <a:lnSpc>
                <a:spcPts val="1560"/>
              </a:lnSpc>
              <a:buNone/>
            </a:pPr>
            <a:endParaRPr lang="en-US" sz="975" dirty="0"/>
          </a:p>
          <a:p>
            <a:pPr algn="r" indent="0" marL="0">
              <a:lnSpc>
                <a:spcPts val="1560"/>
              </a:lnSpc>
              <a:buNone/>
            </a:pPr>
            <a:r>
              <a:rPr lang="en-US" sz="975" spc="98" kern="0" dirty="0">
                <a:solidFill>
                  <a:srgbClr val="C25028"/>
                </a:solidFill>
                <a:latin typeface="IBM Plex Mono" pitchFamily="34" charset="0"/>
                <a:ea typeface="IBM Plex Mono" pitchFamily="34" charset="-122"/>
                <a:cs typeface="IBM Plex Mono" pitchFamily="34" charset="-120"/>
              </a:rPr>
              <a:t>FILE 12 / 20</a:t>
            </a:r>
            <a:pPr algn="r" indent="0" marL="0">
              <a:lnSpc>
                <a:spcPts val="1560"/>
              </a:lnSpc>
              <a:buNone/>
            </a:pPr>
            <a:endParaRPr lang="en-US" sz="975" dirty="0"/>
          </a:p>
          <a:p>
            <a:pPr algn="r" indent="0" marL="0">
              <a:lnSpc>
                <a:spcPts val="1560"/>
              </a:lnSpc>
              <a:buNone/>
            </a:pPr>
            <a:r>
              <a:rPr lang="en-US" sz="975" spc="98" kern="0" dirty="0">
                <a:solidFill>
                  <a:srgbClr val="665B46"/>
                </a:solidFill>
                <a:latin typeface="IBM Plex Mono" pitchFamily="34" charset="0"/>
                <a:ea typeface="IBM Plex Mono" pitchFamily="34" charset="-122"/>
                <a:cs typeface="IBM Plex Mono" pitchFamily="34" charset="-120"/>
              </a:rPr>
              <a:t>REV.0 · DUMMY</a:t>
            </a:r>
            <a:endParaRPr lang="en-US" sz="975" dirty="0"/>
          </a:p>
        </p:txBody>
      </p:sp>
      <p:sp>
        <p:nvSpPr>
          <p:cNvPr id="22" name="Text 12"/>
          <p:cNvSpPr txBox="1"/>
          <p:nvPr/>
        </p:nvSpPr>
        <p:spPr>
          <a:xfrm>
            <a:off x="1580998" y="2076602"/>
            <a:ext cx="3620110" cy="133502"/>
          </a:xfrm>
          <a:prstGeom prst="rect">
            <a:avLst/>
          </a:prstGeom>
          <a:noFill/>
          <a:ln/>
        </p:spPr>
        <p:txBody>
          <a:bodyPr wrap="none" lIns="0" tIns="0" rIns="0" bIns="0" rtlCol="0" anchor="ctr"/>
          <a:lstStyle/>
          <a:p>
            <a:pPr algn="l" indent="0" marL="0">
              <a:buNone/>
            </a:pPr>
            <a:r>
              <a:rPr lang="en-US" sz="825" spc="231" kern="0" dirty="0">
                <a:solidFill>
                  <a:srgbClr val="B4631D"/>
                </a:solidFill>
                <a:latin typeface="IBM Plex Mono" pitchFamily="34" charset="0"/>
                <a:ea typeface="IBM Plex Mono" pitchFamily="34" charset="-122"/>
                <a:cs typeface="IBM Plex Mono" pitchFamily="34" charset="-120"/>
              </a:rPr>
              <a:t>METRIC 01</a:t>
            </a:r>
            <a:endParaRPr lang="en-US" sz="825" dirty="0"/>
          </a:p>
        </p:txBody>
      </p:sp>
      <p:sp>
        <p:nvSpPr>
          <p:cNvPr id="23" name="Text 13"/>
          <p:cNvSpPr txBox="1"/>
          <p:nvPr/>
        </p:nvSpPr>
        <p:spPr>
          <a:xfrm>
            <a:off x="1580998" y="2266798"/>
            <a:ext cx="3620110" cy="333756"/>
          </a:xfrm>
          <a:prstGeom prst="rect">
            <a:avLst/>
          </a:prstGeom>
          <a:noFill/>
          <a:ln/>
        </p:spPr>
        <p:txBody>
          <a:bodyPr wrap="none" lIns="0" tIns="0" rIns="0" bIns="0" rtlCol="0" anchor="ctr"/>
          <a:lstStyle/>
          <a:p>
            <a:pPr algn="l" indent="0" marL="0">
              <a:buNone/>
            </a:pPr>
            <a:r>
              <a:rPr lang="en-US" sz="1800" b="1" dirty="0">
                <a:solidFill>
                  <a:srgbClr val="1C1D24"/>
                </a:solidFill>
                <a:latin typeface="Noto Sans KR" pitchFamily="34" charset="0"/>
                <a:ea typeface="Noto Sans KR" pitchFamily="34" charset="-122"/>
                <a:cs typeface="Noto Sans KR" pitchFamily="34" charset="-120"/>
              </a:rPr>
              <a:t>AMI — side inner CD</a:t>
            </a:r>
            <a:endParaRPr lang="en-US" sz="1800" dirty="0"/>
          </a:p>
        </p:txBody>
      </p:sp>
      <p:sp>
        <p:nvSpPr>
          <p:cNvPr id="24" name="Text 14"/>
          <p:cNvSpPr txBox="1"/>
          <p:nvPr/>
        </p:nvSpPr>
        <p:spPr>
          <a:xfrm>
            <a:off x="1580998" y="2657246"/>
            <a:ext cx="3620110" cy="162763"/>
          </a:xfrm>
          <a:prstGeom prst="rect">
            <a:avLst/>
          </a:prstGeom>
          <a:noFill/>
          <a:ln/>
        </p:spPr>
        <p:txBody>
          <a:bodyPr wrap="none" lIns="0" tIns="0" rIns="0" bIns="0" rtlCol="0" anchor="ctr"/>
          <a:lstStyle/>
          <a:p>
            <a:pPr algn="l" indent="0" marL="0">
              <a:buNone/>
            </a:pPr>
            <a:r>
              <a:rPr lang="en-US" sz="975" dirty="0">
                <a:solidFill>
                  <a:srgbClr val="665B46"/>
                </a:solidFill>
                <a:latin typeface="IBM Plex Mono" pitchFamily="34" charset="0"/>
                <a:ea typeface="IBM Plex Mono" pitchFamily="34" charset="-122"/>
                <a:cs typeface="IBM Plex Mono" pitchFamily="34" charset="-120"/>
              </a:rPr>
              <a:t>target 9.2 nm · sidewall inner nearest point</a:t>
            </a:r>
            <a:endParaRPr lang="en-US" sz="975"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1580998" y="2857500"/>
          <a:ext cx="7429500" cy="1914754"/>
        </p:xfrm>
        <a:graphic>
          <a:graphicData uri="http://schemas.openxmlformats.org/drawingml/2006/table">
            <a:tbl>
              <a:tblPr/>
              <a:tblGrid>
                <a:gridCol w="2035204"/>
                <a:gridCol w="1304688"/>
                <a:gridCol w="1304688"/>
                <a:gridCol w="1119088"/>
                <a:gridCol w="1665832"/>
              </a:tblGrid>
              <a:tr h="319126">
                <a:tc>
                  <a:txBody>
                    <a:bodyPr/>
                    <a:lstStyle/>
                    <a:p>
                      <a:pPr algn="l" indent="0" marL="0">
                        <a:buNone/>
                      </a:pPr>
                      <a:r>
                        <a:rPr lang="en-US" sz="825" dirty="0">
                          <a:solidFill>
                            <a:srgbClr val="EFE6D3"/>
                          </a:solidFill>
                          <a:latin typeface="IBM Plex Mono" pitchFamily="34" charset="0"/>
                          <a:ea typeface="IBM Plex Mono" pitchFamily="34" charset="-122"/>
                          <a:cs typeface="IBM Plex Mono" pitchFamily="34" charset="-120"/>
                        </a:rPr>
                        <a:t>METRIC</a:t>
                      </a:r>
                      <a:endParaRPr lang="en-US" sz="825" dirty="0">
                        <a:latin typeface="IBM Plex Mono" charset="0"/>
                        <a:ea typeface="IBM Plex Mono" charset="0"/>
                        <a:cs typeface="IBM Plex Mono" charset="0"/>
                      </a:endParaRPr>
                    </a:p>
                  </a:txBody>
                  <a:tcPr marL="0" marR="0"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26201A"/>
                    </a:solidFill>
                  </a:tcPr>
                </a:tc>
                <a:tc>
                  <a:txBody>
                    <a:bodyPr/>
                    <a:lstStyle/>
                    <a:p>
                      <a:pPr algn="r" indent="0" marL="0">
                        <a:buNone/>
                      </a:pPr>
                      <a:r>
                        <a:rPr lang="en-US" sz="825" dirty="0">
                          <a:solidFill>
                            <a:srgbClr val="EFE6D3"/>
                          </a:solidFill>
                          <a:latin typeface="IBM Plex Mono" pitchFamily="34" charset="0"/>
                          <a:ea typeface="IBM Plex Mono" pitchFamily="34" charset="-122"/>
                          <a:cs typeface="IBM Plex Mono" pitchFamily="34" charset="-120"/>
                        </a:rPr>
                        <a:t>W03</a:t>
                      </a:r>
                      <a:endParaRPr lang="en-US" sz="825" dirty="0">
                        <a:latin typeface="IBM Plex Mono" charset="0"/>
                        <a:ea typeface="IBM Plex Mono" charset="0"/>
                        <a:cs typeface="IBM Plex Mono" charset="0"/>
                      </a:endParaRPr>
                    </a:p>
                  </a:txBody>
                  <a:tcPr marL="75895" marR="75895"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26201A"/>
                    </a:solidFill>
                  </a:tcPr>
                </a:tc>
                <a:tc>
                  <a:txBody>
                    <a:bodyPr/>
                    <a:lstStyle/>
                    <a:p>
                      <a:pPr algn="r" indent="0" marL="0">
                        <a:buNone/>
                      </a:pPr>
                      <a:r>
                        <a:rPr lang="en-US" sz="825" dirty="0">
                          <a:solidFill>
                            <a:srgbClr val="EFE6D3"/>
                          </a:solidFill>
                          <a:latin typeface="IBM Plex Mono" pitchFamily="34" charset="0"/>
                          <a:ea typeface="IBM Plex Mono" pitchFamily="34" charset="-122"/>
                          <a:cs typeface="IBM Plex Mono" pitchFamily="34" charset="-120"/>
                        </a:rPr>
                        <a:t>W07</a:t>
                      </a:r>
                      <a:endParaRPr lang="en-US" sz="825" dirty="0">
                        <a:latin typeface="IBM Plex Mono" charset="0"/>
                        <a:ea typeface="IBM Plex Mono" charset="0"/>
                        <a:cs typeface="IBM Plex Mono" charset="0"/>
                      </a:endParaRPr>
                    </a:p>
                  </a:txBody>
                  <a:tcPr marL="75895" marR="75895"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26201A"/>
                    </a:solidFill>
                  </a:tcPr>
                </a:tc>
                <a:tc>
                  <a:txBody>
                    <a:bodyPr/>
                    <a:lstStyle/>
                    <a:p>
                      <a:pPr algn="r" indent="0" marL="0">
                        <a:buNone/>
                      </a:pPr>
                      <a:r>
                        <a:rPr lang="en-US" sz="825" dirty="0">
                          <a:solidFill>
                            <a:srgbClr val="EFE6D3"/>
                          </a:solidFill>
                          <a:latin typeface="IBM Plex Mono" pitchFamily="34" charset="0"/>
                          <a:ea typeface="IBM Plex Mono" pitchFamily="34" charset="-122"/>
                          <a:cs typeface="IBM Plex Mono" pitchFamily="34" charset="-120"/>
                        </a:rPr>
                        <a:t>W11</a:t>
                      </a:r>
                      <a:endParaRPr lang="en-US" sz="825" dirty="0">
                        <a:latin typeface="IBM Plex Mono" charset="0"/>
                        <a:ea typeface="IBM Plex Mono" charset="0"/>
                        <a:cs typeface="IBM Plex Mono" charset="0"/>
                      </a:endParaRPr>
                    </a:p>
                  </a:txBody>
                  <a:tcPr marL="75895" marR="75895"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26201A"/>
                    </a:solidFill>
                  </a:tcPr>
                </a:tc>
                <a:tc>
                  <a:txBody>
                    <a:bodyPr/>
                    <a:lstStyle/>
                    <a:p>
                      <a:pPr algn="r" indent="0" marL="0">
                        <a:buNone/>
                      </a:pPr>
                      <a:r>
                        <a:rPr lang="en-US" sz="825" dirty="0">
                          <a:solidFill>
                            <a:srgbClr val="EFE6D3"/>
                          </a:solidFill>
                          <a:latin typeface="IBM Plex Mono" pitchFamily="34" charset="0"/>
                          <a:ea typeface="IBM Plex Mono" pitchFamily="34" charset="-122"/>
                          <a:cs typeface="IBM Plex Mono" pitchFamily="34" charset="-120"/>
                        </a:rPr>
                        <a:t>SPEC</a:t>
                      </a:r>
                      <a:endParaRPr lang="en-US" sz="825" dirty="0">
                        <a:latin typeface="IBM Plex Mono" charset="0"/>
                        <a:ea typeface="IBM Plex Mono" charset="0"/>
                        <a:cs typeface="IBM Plex Mono" charset="0"/>
                      </a:endParaRPr>
                    </a:p>
                  </a:txBody>
                  <a:tcPr marL="0" marR="0"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26201A"/>
                    </a:solidFill>
                  </a:tcPr>
                </a:tc>
              </a:tr>
              <a:tr h="319126">
                <a:tc>
                  <a:txBody>
                    <a:bodyPr/>
                    <a:lstStyle/>
                    <a:p>
                      <a:pPr indent="0" marL="0">
                        <a:buNone/>
                      </a:pPr>
                      <a:r>
                        <a:rPr lang="en-US" sz="975" dirty="0">
                          <a:solidFill>
                            <a:srgbClr val="1C1D24"/>
                          </a:solidFill>
                          <a:latin typeface="IBM Plex Mono" pitchFamily="34" charset="0"/>
                          <a:ea typeface="IBM Plex Mono" pitchFamily="34" charset="-122"/>
                          <a:cs typeface="IBM Plex Mono" pitchFamily="34" charset="-120"/>
                        </a:rPr>
                        <a:t>mean (nm)</a:t>
                      </a:r>
                      <a:endParaRPr lang="en-US" sz="975" dirty="0">
                        <a:latin typeface="IBM Plex Mono" charset="0"/>
                        <a:ea typeface="IBM Plex Mono" charset="0"/>
                        <a:cs typeface="IBM Plex Mono" charset="0"/>
                      </a:endParaRPr>
                    </a:p>
                  </a:txBody>
                  <a:tcPr marL="0" marR="0"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975" dirty="0">
                          <a:solidFill>
                            <a:srgbClr val="1C1D24"/>
                          </a:solidFill>
                          <a:latin typeface="IBM Plex Mono" pitchFamily="34" charset="0"/>
                          <a:ea typeface="IBM Plex Mono" pitchFamily="34" charset="-122"/>
                          <a:cs typeface="IBM Plex Mono" pitchFamily="34" charset="-120"/>
                        </a:rPr>
                        <a:t>9.18</a:t>
                      </a:r>
                      <a:endParaRPr lang="en-US" sz="975" dirty="0">
                        <a:latin typeface="IBM Plex Mono" charset="0"/>
                        <a:ea typeface="IBM Plex Mono" charset="0"/>
                        <a:cs typeface="IBM Plex Mono" charset="0"/>
                      </a:endParaRPr>
                    </a:p>
                  </a:txBody>
                  <a:tcPr marL="75895" marR="75895"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975" dirty="0">
                          <a:solidFill>
                            <a:srgbClr val="1C1D24"/>
                          </a:solidFill>
                          <a:latin typeface="IBM Plex Mono" pitchFamily="34" charset="0"/>
                          <a:ea typeface="IBM Plex Mono" pitchFamily="34" charset="-122"/>
                          <a:cs typeface="IBM Plex Mono" pitchFamily="34" charset="-120"/>
                        </a:rPr>
                        <a:t>9.22</a:t>
                      </a:r>
                      <a:endParaRPr lang="en-US" sz="975" dirty="0">
                        <a:latin typeface="IBM Plex Mono" charset="0"/>
                        <a:ea typeface="IBM Plex Mono" charset="0"/>
                        <a:cs typeface="IBM Plex Mono" charset="0"/>
                      </a:endParaRPr>
                    </a:p>
                  </a:txBody>
                  <a:tcPr marL="75895" marR="75895"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975" dirty="0">
                          <a:solidFill>
                            <a:srgbClr val="1C1D24"/>
                          </a:solidFill>
                          <a:latin typeface="IBM Plex Mono" pitchFamily="34" charset="0"/>
                          <a:ea typeface="IBM Plex Mono" pitchFamily="34" charset="-122"/>
                          <a:cs typeface="IBM Plex Mono" pitchFamily="34" charset="-120"/>
                        </a:rPr>
                        <a:t>9.20</a:t>
                      </a:r>
                      <a:endParaRPr lang="en-US" sz="975" dirty="0">
                        <a:latin typeface="IBM Plex Mono" charset="0"/>
                        <a:ea typeface="IBM Plex Mono" charset="0"/>
                        <a:cs typeface="IBM Plex Mono" charset="0"/>
                      </a:endParaRPr>
                    </a:p>
                  </a:txBody>
                  <a:tcPr marL="75895" marR="75895"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975" dirty="0">
                          <a:solidFill>
                            <a:srgbClr val="665B46"/>
                          </a:solidFill>
                          <a:latin typeface="IBM Plex Mono" pitchFamily="34" charset="0"/>
                          <a:ea typeface="IBM Plex Mono" pitchFamily="34" charset="-122"/>
                          <a:cs typeface="IBM Plex Mono" pitchFamily="34" charset="-120"/>
                        </a:rPr>
                        <a:t>9.2 ± 0.3</a:t>
                      </a:r>
                      <a:endParaRPr lang="en-US" sz="975" dirty="0">
                        <a:latin typeface="IBM Plex Mono" charset="0"/>
                        <a:ea typeface="IBM Plex Mono" charset="0"/>
                        <a:cs typeface="IBM Plex Mono" charset="0"/>
                      </a:endParaRPr>
                    </a:p>
                  </a:txBody>
                  <a:tcPr marL="0" marR="0"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r h="319126">
                <a:tc>
                  <a:txBody>
                    <a:bodyPr/>
                    <a:lstStyle/>
                    <a:p>
                      <a:pPr indent="0" marL="0">
                        <a:buNone/>
                      </a:pPr>
                      <a:r>
                        <a:rPr lang="en-US" sz="975" dirty="0">
                          <a:solidFill>
                            <a:srgbClr val="1C1D24"/>
                          </a:solidFill>
                          <a:latin typeface="IBM Plex Mono" pitchFamily="34" charset="0"/>
                          <a:ea typeface="IBM Plex Mono" pitchFamily="34" charset="-122"/>
                          <a:cs typeface="IBM Plex Mono" pitchFamily="34" charset="-120"/>
                        </a:rPr>
                        <a:t>3σ (nm)</a:t>
                      </a:r>
                      <a:endParaRPr lang="en-US" sz="975" dirty="0">
                        <a:latin typeface="IBM Plex Mono" charset="0"/>
                        <a:ea typeface="IBM Plex Mono" charset="0"/>
                        <a:cs typeface="IBM Plex Mono" charset="0"/>
                      </a:endParaRPr>
                    </a:p>
                  </a:txBody>
                  <a:tcPr marL="0" marR="0"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8DEC4">
                        <a:alpha val="40000"/>
                      </a:srgbClr>
                    </a:solidFill>
                  </a:tcPr>
                </a:tc>
                <a:tc>
                  <a:txBody>
                    <a:bodyPr/>
                    <a:lstStyle/>
                    <a:p>
                      <a:pPr algn="r" indent="0" marL="0">
                        <a:buNone/>
                      </a:pPr>
                      <a:r>
                        <a:rPr lang="en-US" sz="975" dirty="0">
                          <a:solidFill>
                            <a:srgbClr val="1C1D24"/>
                          </a:solidFill>
                          <a:latin typeface="IBM Plex Mono" pitchFamily="34" charset="0"/>
                          <a:ea typeface="IBM Plex Mono" pitchFamily="34" charset="-122"/>
                          <a:cs typeface="IBM Plex Mono" pitchFamily="34" charset="-120"/>
                        </a:rPr>
                        <a:t>0.28</a:t>
                      </a:r>
                      <a:endParaRPr lang="en-US" sz="975" dirty="0">
                        <a:latin typeface="IBM Plex Mono" charset="0"/>
                        <a:ea typeface="IBM Plex Mono" charset="0"/>
                        <a:cs typeface="IBM Plex Mono" charset="0"/>
                      </a:endParaRPr>
                    </a:p>
                  </a:txBody>
                  <a:tcPr marL="75895" marR="75895"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8DEC4">
                        <a:alpha val="40000"/>
                      </a:srgbClr>
                    </a:solidFill>
                  </a:tcPr>
                </a:tc>
                <a:tc>
                  <a:txBody>
                    <a:bodyPr/>
                    <a:lstStyle/>
                    <a:p>
                      <a:pPr algn="r" indent="0" marL="0">
                        <a:buNone/>
                      </a:pPr>
                      <a:r>
                        <a:rPr lang="en-US" sz="975" dirty="0">
                          <a:solidFill>
                            <a:srgbClr val="C25028"/>
                          </a:solidFill>
                          <a:latin typeface="IBM Plex Mono" pitchFamily="34" charset="0"/>
                          <a:ea typeface="IBM Plex Mono" pitchFamily="34" charset="-122"/>
                          <a:cs typeface="IBM Plex Mono" pitchFamily="34" charset="-120"/>
                        </a:rPr>
                        <a:t>0.31</a:t>
                      </a:r>
                      <a:endParaRPr lang="en-US" sz="975" dirty="0">
                        <a:latin typeface="IBM Plex Mono" charset="0"/>
                        <a:ea typeface="IBM Plex Mono" charset="0"/>
                        <a:cs typeface="IBM Plex Mono" charset="0"/>
                      </a:endParaRPr>
                    </a:p>
                  </a:txBody>
                  <a:tcPr marL="75895" marR="75895"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8DEC4">
                        <a:alpha val="40000"/>
                      </a:srgbClr>
                    </a:solidFill>
                  </a:tcPr>
                </a:tc>
                <a:tc>
                  <a:txBody>
                    <a:bodyPr/>
                    <a:lstStyle/>
                    <a:p>
                      <a:pPr algn="r" indent="0" marL="0">
                        <a:buNone/>
                      </a:pPr>
                      <a:r>
                        <a:rPr lang="en-US" sz="975" dirty="0">
                          <a:solidFill>
                            <a:srgbClr val="1C1D24"/>
                          </a:solidFill>
                          <a:latin typeface="IBM Plex Mono" pitchFamily="34" charset="0"/>
                          <a:ea typeface="IBM Plex Mono" pitchFamily="34" charset="-122"/>
                          <a:cs typeface="IBM Plex Mono" pitchFamily="34" charset="-120"/>
                        </a:rPr>
                        <a:t>0.30</a:t>
                      </a:r>
                      <a:endParaRPr lang="en-US" sz="975" dirty="0">
                        <a:latin typeface="IBM Plex Mono" charset="0"/>
                        <a:ea typeface="IBM Plex Mono" charset="0"/>
                        <a:cs typeface="IBM Plex Mono" charset="0"/>
                      </a:endParaRPr>
                    </a:p>
                  </a:txBody>
                  <a:tcPr marL="75895" marR="75895"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8DEC4">
                        <a:alpha val="40000"/>
                      </a:srgbClr>
                    </a:solidFill>
                  </a:tcPr>
                </a:tc>
                <a:tc>
                  <a:txBody>
                    <a:bodyPr/>
                    <a:lstStyle/>
                    <a:p>
                      <a:pPr algn="r" indent="0" marL="0">
                        <a:buNone/>
                      </a:pPr>
                      <a:r>
                        <a:rPr lang="en-US" sz="975" dirty="0">
                          <a:solidFill>
                            <a:srgbClr val="665B46"/>
                          </a:solidFill>
                          <a:latin typeface="IBM Plex Mono" pitchFamily="34" charset="0"/>
                          <a:ea typeface="IBM Plex Mono" pitchFamily="34" charset="-122"/>
                          <a:cs typeface="IBM Plex Mono" pitchFamily="34" charset="-120"/>
                        </a:rPr>
                        <a:t>≤ 0.5</a:t>
                      </a:r>
                      <a:endParaRPr lang="en-US" sz="975" dirty="0">
                        <a:latin typeface="IBM Plex Mono" charset="0"/>
                        <a:ea typeface="IBM Plex Mono" charset="0"/>
                        <a:cs typeface="IBM Plex Mono" charset="0"/>
                      </a:endParaRPr>
                    </a:p>
                  </a:txBody>
                  <a:tcPr marL="0" marR="0"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8DEC4">
                        <a:alpha val="40000"/>
                      </a:srgbClr>
                    </a:solidFill>
                  </a:tcPr>
                </a:tc>
              </a:tr>
              <a:tr h="319126">
                <a:tc>
                  <a:txBody>
                    <a:bodyPr/>
                    <a:lstStyle/>
                    <a:p>
                      <a:pPr indent="0" marL="0">
                        <a:buNone/>
                      </a:pPr>
                      <a:r>
                        <a:rPr lang="en-US" sz="975" dirty="0">
                          <a:solidFill>
                            <a:srgbClr val="1C1D24"/>
                          </a:solidFill>
                          <a:latin typeface="IBM Plex Mono" pitchFamily="34" charset="0"/>
                          <a:ea typeface="IBM Plex Mono" pitchFamily="34" charset="-122"/>
                          <a:cs typeface="IBM Plex Mono" pitchFamily="34" charset="-120"/>
                        </a:rPr>
                        <a:t>min</a:t>
                      </a:r>
                      <a:endParaRPr lang="en-US" sz="975" dirty="0">
                        <a:latin typeface="IBM Plex Mono" charset="0"/>
                        <a:ea typeface="IBM Plex Mono" charset="0"/>
                        <a:cs typeface="IBM Plex Mono" charset="0"/>
                      </a:endParaRPr>
                    </a:p>
                  </a:txBody>
                  <a:tcPr marL="0" marR="0"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975" dirty="0">
                          <a:solidFill>
                            <a:srgbClr val="1C1D24"/>
                          </a:solidFill>
                          <a:latin typeface="IBM Plex Mono" pitchFamily="34" charset="0"/>
                          <a:ea typeface="IBM Plex Mono" pitchFamily="34" charset="-122"/>
                          <a:cs typeface="IBM Plex Mono" pitchFamily="34" charset="-120"/>
                        </a:rPr>
                        <a:t>8.96</a:t>
                      </a:r>
                      <a:endParaRPr lang="en-US" sz="975" dirty="0">
                        <a:latin typeface="IBM Plex Mono" charset="0"/>
                        <a:ea typeface="IBM Plex Mono" charset="0"/>
                        <a:cs typeface="IBM Plex Mono" charset="0"/>
                      </a:endParaRPr>
                    </a:p>
                  </a:txBody>
                  <a:tcPr marL="75895" marR="75895"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975" dirty="0">
                          <a:solidFill>
                            <a:srgbClr val="1C1D24"/>
                          </a:solidFill>
                          <a:latin typeface="IBM Plex Mono" pitchFamily="34" charset="0"/>
                          <a:ea typeface="IBM Plex Mono" pitchFamily="34" charset="-122"/>
                          <a:cs typeface="IBM Plex Mono" pitchFamily="34" charset="-120"/>
                        </a:rPr>
                        <a:t>9.01</a:t>
                      </a:r>
                      <a:endParaRPr lang="en-US" sz="975" dirty="0">
                        <a:latin typeface="IBM Plex Mono" charset="0"/>
                        <a:ea typeface="IBM Plex Mono" charset="0"/>
                        <a:cs typeface="IBM Plex Mono" charset="0"/>
                      </a:endParaRPr>
                    </a:p>
                  </a:txBody>
                  <a:tcPr marL="75895" marR="75895"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975" dirty="0">
                          <a:solidFill>
                            <a:srgbClr val="1C1D24"/>
                          </a:solidFill>
                          <a:latin typeface="IBM Plex Mono" pitchFamily="34" charset="0"/>
                          <a:ea typeface="IBM Plex Mono" pitchFamily="34" charset="-122"/>
                          <a:cs typeface="IBM Plex Mono" pitchFamily="34" charset="-120"/>
                        </a:rPr>
                        <a:t>8.98</a:t>
                      </a:r>
                      <a:endParaRPr lang="en-US" sz="975" dirty="0">
                        <a:latin typeface="IBM Plex Mono" charset="0"/>
                        <a:ea typeface="IBM Plex Mono" charset="0"/>
                        <a:cs typeface="IBM Plex Mono" charset="0"/>
                      </a:endParaRPr>
                    </a:p>
                  </a:txBody>
                  <a:tcPr marL="75895" marR="75895"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975" dirty="0">
                          <a:solidFill>
                            <a:srgbClr val="665B46"/>
                          </a:solidFill>
                          <a:latin typeface="IBM Plex Mono" pitchFamily="34" charset="0"/>
                          <a:ea typeface="IBM Plex Mono" pitchFamily="34" charset="-122"/>
                          <a:cs typeface="IBM Plex Mono" pitchFamily="34" charset="-120"/>
                        </a:rPr>
                        <a:t>≥ 8.7</a:t>
                      </a:r>
                      <a:endParaRPr lang="en-US" sz="975" dirty="0">
                        <a:latin typeface="IBM Plex Mono" charset="0"/>
                        <a:ea typeface="IBM Plex Mono" charset="0"/>
                        <a:cs typeface="IBM Plex Mono" charset="0"/>
                      </a:endParaRPr>
                    </a:p>
                  </a:txBody>
                  <a:tcPr marL="0" marR="0"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r h="319126">
                <a:tc>
                  <a:txBody>
                    <a:bodyPr/>
                    <a:lstStyle/>
                    <a:p>
                      <a:pPr indent="0" marL="0">
                        <a:buNone/>
                      </a:pPr>
                      <a:r>
                        <a:rPr lang="en-US" sz="975" dirty="0">
                          <a:solidFill>
                            <a:srgbClr val="1C1D24"/>
                          </a:solidFill>
                          <a:latin typeface="IBM Plex Mono" pitchFamily="34" charset="0"/>
                          <a:ea typeface="IBM Plex Mono" pitchFamily="34" charset="-122"/>
                          <a:cs typeface="IBM Plex Mono" pitchFamily="34" charset="-120"/>
                        </a:rPr>
                        <a:t>max</a:t>
                      </a:r>
                      <a:endParaRPr lang="en-US" sz="975" dirty="0">
                        <a:latin typeface="IBM Plex Mono" charset="0"/>
                        <a:ea typeface="IBM Plex Mono" charset="0"/>
                        <a:cs typeface="IBM Plex Mono" charset="0"/>
                      </a:endParaRPr>
                    </a:p>
                  </a:txBody>
                  <a:tcPr marL="0" marR="0"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8DEC4">
                        <a:alpha val="40000"/>
                      </a:srgbClr>
                    </a:solidFill>
                  </a:tcPr>
                </a:tc>
                <a:tc>
                  <a:txBody>
                    <a:bodyPr/>
                    <a:lstStyle/>
                    <a:p>
                      <a:pPr algn="r" indent="0" marL="0">
                        <a:buNone/>
                      </a:pPr>
                      <a:r>
                        <a:rPr lang="en-US" sz="975" dirty="0">
                          <a:solidFill>
                            <a:srgbClr val="1C1D24"/>
                          </a:solidFill>
                          <a:latin typeface="IBM Plex Mono" pitchFamily="34" charset="0"/>
                          <a:ea typeface="IBM Plex Mono" pitchFamily="34" charset="-122"/>
                          <a:cs typeface="IBM Plex Mono" pitchFamily="34" charset="-120"/>
                        </a:rPr>
                        <a:t>9.42</a:t>
                      </a:r>
                      <a:endParaRPr lang="en-US" sz="975" dirty="0">
                        <a:latin typeface="IBM Plex Mono" charset="0"/>
                        <a:ea typeface="IBM Plex Mono" charset="0"/>
                        <a:cs typeface="IBM Plex Mono" charset="0"/>
                      </a:endParaRPr>
                    </a:p>
                  </a:txBody>
                  <a:tcPr marL="75895" marR="75895"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8DEC4">
                        <a:alpha val="40000"/>
                      </a:srgbClr>
                    </a:solidFill>
                  </a:tcPr>
                </a:tc>
                <a:tc>
                  <a:txBody>
                    <a:bodyPr/>
                    <a:lstStyle/>
                    <a:p>
                      <a:pPr algn="r" indent="0" marL="0">
                        <a:buNone/>
                      </a:pPr>
                      <a:r>
                        <a:rPr lang="en-US" sz="975" dirty="0">
                          <a:solidFill>
                            <a:srgbClr val="1C1D24"/>
                          </a:solidFill>
                          <a:latin typeface="IBM Plex Mono" pitchFamily="34" charset="0"/>
                          <a:ea typeface="IBM Plex Mono" pitchFamily="34" charset="-122"/>
                          <a:cs typeface="IBM Plex Mono" pitchFamily="34" charset="-120"/>
                        </a:rPr>
                        <a:t>9.46</a:t>
                      </a:r>
                      <a:endParaRPr lang="en-US" sz="975" dirty="0">
                        <a:latin typeface="IBM Plex Mono" charset="0"/>
                        <a:ea typeface="IBM Plex Mono" charset="0"/>
                        <a:cs typeface="IBM Plex Mono" charset="0"/>
                      </a:endParaRPr>
                    </a:p>
                  </a:txBody>
                  <a:tcPr marL="75895" marR="75895"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8DEC4">
                        <a:alpha val="40000"/>
                      </a:srgbClr>
                    </a:solidFill>
                  </a:tcPr>
                </a:tc>
                <a:tc>
                  <a:txBody>
                    <a:bodyPr/>
                    <a:lstStyle/>
                    <a:p>
                      <a:pPr algn="r" indent="0" marL="0">
                        <a:buNone/>
                      </a:pPr>
                      <a:r>
                        <a:rPr lang="en-US" sz="975" dirty="0">
                          <a:solidFill>
                            <a:srgbClr val="1C1D24"/>
                          </a:solidFill>
                          <a:latin typeface="IBM Plex Mono" pitchFamily="34" charset="0"/>
                          <a:ea typeface="IBM Plex Mono" pitchFamily="34" charset="-122"/>
                          <a:cs typeface="IBM Plex Mono" pitchFamily="34" charset="-120"/>
                        </a:rPr>
                        <a:t>9.44</a:t>
                      </a:r>
                      <a:endParaRPr lang="en-US" sz="975" dirty="0">
                        <a:latin typeface="IBM Plex Mono" charset="0"/>
                        <a:ea typeface="IBM Plex Mono" charset="0"/>
                        <a:cs typeface="IBM Plex Mono" charset="0"/>
                      </a:endParaRPr>
                    </a:p>
                  </a:txBody>
                  <a:tcPr marL="75895" marR="75895"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8DEC4">
                        <a:alpha val="40000"/>
                      </a:srgbClr>
                    </a:solidFill>
                  </a:tcPr>
                </a:tc>
                <a:tc>
                  <a:txBody>
                    <a:bodyPr/>
                    <a:lstStyle/>
                    <a:p>
                      <a:pPr algn="r" indent="0" marL="0">
                        <a:buNone/>
                      </a:pPr>
                      <a:r>
                        <a:rPr lang="en-US" sz="975" dirty="0">
                          <a:solidFill>
                            <a:srgbClr val="665B46"/>
                          </a:solidFill>
                          <a:latin typeface="IBM Plex Mono" pitchFamily="34" charset="0"/>
                          <a:ea typeface="IBM Plex Mono" pitchFamily="34" charset="-122"/>
                          <a:cs typeface="IBM Plex Mono" pitchFamily="34" charset="-120"/>
                        </a:rPr>
                        <a:t>≤ 9.7</a:t>
                      </a:r>
                      <a:endParaRPr lang="en-US" sz="975" dirty="0">
                        <a:latin typeface="IBM Plex Mono" charset="0"/>
                        <a:ea typeface="IBM Plex Mono" charset="0"/>
                        <a:cs typeface="IBM Plex Mono" charset="0"/>
                      </a:endParaRPr>
                    </a:p>
                  </a:txBody>
                  <a:tcPr marL="0" marR="0"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8DEC4">
                        <a:alpha val="40000"/>
                      </a:srgbClr>
                    </a:solidFill>
                  </a:tcPr>
                </a:tc>
              </a:tr>
              <a:tr h="319126">
                <a:tc>
                  <a:txBody>
                    <a:bodyPr/>
                    <a:lstStyle/>
                    <a:p>
                      <a:pPr indent="0" marL="0">
                        <a:buNone/>
                      </a:pPr>
                      <a:r>
                        <a:rPr lang="en-US" sz="975" dirty="0">
                          <a:solidFill>
                            <a:srgbClr val="1C1D24"/>
                          </a:solidFill>
                          <a:latin typeface="IBM Plex Mono" pitchFamily="34" charset="0"/>
                          <a:ea typeface="IBM Plex Mono" pitchFamily="34" charset="-122"/>
                          <a:cs typeface="IBM Plex Mono" pitchFamily="34" charset="-120"/>
                        </a:rPr>
                        <a:t>δ to target</a:t>
                      </a:r>
                      <a:endParaRPr lang="en-US" sz="975" dirty="0">
                        <a:latin typeface="IBM Plex Mono" charset="0"/>
                        <a:ea typeface="IBM Plex Mono" charset="0"/>
                        <a:cs typeface="IBM Plex Mono" charset="0"/>
                      </a:endParaRPr>
                    </a:p>
                  </a:txBody>
                  <a:tcPr marL="0" marR="0"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975" dirty="0">
                          <a:solidFill>
                            <a:srgbClr val="665B46"/>
                          </a:solidFill>
                          <a:latin typeface="IBM Plex Mono" pitchFamily="34" charset="0"/>
                          <a:ea typeface="IBM Plex Mono" pitchFamily="34" charset="-122"/>
                          <a:cs typeface="IBM Plex Mono" pitchFamily="34" charset="-120"/>
                        </a:rPr>
                        <a:t>−0.02</a:t>
                      </a:r>
                      <a:endParaRPr lang="en-US" sz="975" dirty="0">
                        <a:latin typeface="IBM Plex Mono" charset="0"/>
                        <a:ea typeface="IBM Plex Mono" charset="0"/>
                        <a:cs typeface="IBM Plex Mono" charset="0"/>
                      </a:endParaRPr>
                    </a:p>
                  </a:txBody>
                  <a:tcPr marL="75895" marR="75895"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975" dirty="0">
                          <a:solidFill>
                            <a:srgbClr val="C25028"/>
                          </a:solidFill>
                          <a:latin typeface="IBM Plex Mono" pitchFamily="34" charset="0"/>
                          <a:ea typeface="IBM Plex Mono" pitchFamily="34" charset="-122"/>
                          <a:cs typeface="IBM Plex Mono" pitchFamily="34" charset="-120"/>
                        </a:rPr>
                        <a:t>+0.02</a:t>
                      </a:r>
                      <a:endParaRPr lang="en-US" sz="975" dirty="0">
                        <a:latin typeface="IBM Plex Mono" charset="0"/>
                        <a:ea typeface="IBM Plex Mono" charset="0"/>
                        <a:cs typeface="IBM Plex Mono" charset="0"/>
                      </a:endParaRPr>
                    </a:p>
                  </a:txBody>
                  <a:tcPr marL="75895" marR="75895"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975" dirty="0">
                          <a:solidFill>
                            <a:srgbClr val="665B46"/>
                          </a:solidFill>
                          <a:latin typeface="IBM Plex Mono" pitchFamily="34" charset="0"/>
                          <a:ea typeface="IBM Plex Mono" pitchFamily="34" charset="-122"/>
                          <a:cs typeface="IBM Plex Mono" pitchFamily="34" charset="-120"/>
                        </a:rPr>
                        <a:t>0.00</a:t>
                      </a:r>
                      <a:endParaRPr lang="en-US" sz="975" dirty="0">
                        <a:latin typeface="IBM Plex Mono" charset="0"/>
                        <a:ea typeface="IBM Plex Mono" charset="0"/>
                        <a:cs typeface="IBM Plex Mono" charset="0"/>
                      </a:endParaRPr>
                    </a:p>
                  </a:txBody>
                  <a:tcPr marL="75895" marR="75895"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975" dirty="0">
                          <a:solidFill>
                            <a:srgbClr val="665B46"/>
                          </a:solidFill>
                          <a:latin typeface="IBM Plex Mono" pitchFamily="34" charset="0"/>
                          <a:ea typeface="IBM Plex Mono" pitchFamily="34" charset="-122"/>
                          <a:cs typeface="IBM Plex Mono" pitchFamily="34" charset="-120"/>
                        </a:rPr>
                        <a:t>|δ| ≤ 0.2</a:t>
                      </a:r>
                      <a:endParaRPr lang="en-US" sz="975" dirty="0">
                        <a:latin typeface="IBM Plex Mono" charset="0"/>
                        <a:ea typeface="IBM Plex Mono" charset="0"/>
                        <a:cs typeface="IBM Plex Mono" charset="0"/>
                      </a:endParaRPr>
                    </a:p>
                  </a:txBody>
                  <a:tcPr marL="0" marR="0"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bl>
          </a:graphicData>
        </a:graphic>
      </p:graphicFrame>
      <p:sp>
        <p:nvSpPr>
          <p:cNvPr id="26" name="Text 15"/>
          <p:cNvSpPr txBox="1"/>
          <p:nvPr/>
        </p:nvSpPr>
        <p:spPr>
          <a:xfrm>
            <a:off x="9581998" y="2076602"/>
            <a:ext cx="3620110" cy="133502"/>
          </a:xfrm>
          <a:prstGeom prst="rect">
            <a:avLst/>
          </a:prstGeom>
          <a:noFill/>
          <a:ln/>
        </p:spPr>
        <p:txBody>
          <a:bodyPr wrap="none" lIns="0" tIns="0" rIns="0" bIns="0" rtlCol="0" anchor="ctr"/>
          <a:lstStyle/>
          <a:p>
            <a:pPr algn="l" indent="0" marL="0">
              <a:buNone/>
            </a:pPr>
            <a:r>
              <a:rPr lang="en-US" sz="825" spc="231" kern="0" dirty="0">
                <a:solidFill>
                  <a:srgbClr val="2C5B62"/>
                </a:solidFill>
                <a:latin typeface="IBM Plex Mono" pitchFamily="34" charset="0"/>
                <a:ea typeface="IBM Plex Mono" pitchFamily="34" charset="-122"/>
                <a:cs typeface="IBM Plex Mono" pitchFamily="34" charset="-120"/>
              </a:rPr>
              <a:t>METRIC 02</a:t>
            </a:r>
            <a:endParaRPr lang="en-US" sz="825" dirty="0"/>
          </a:p>
        </p:txBody>
      </p:sp>
      <p:sp>
        <p:nvSpPr>
          <p:cNvPr id="27" name="Text 16"/>
          <p:cNvSpPr txBox="1"/>
          <p:nvPr/>
        </p:nvSpPr>
        <p:spPr>
          <a:xfrm>
            <a:off x="9581998" y="2266798"/>
            <a:ext cx="3620110" cy="333756"/>
          </a:xfrm>
          <a:prstGeom prst="rect">
            <a:avLst/>
          </a:prstGeom>
          <a:noFill/>
          <a:ln/>
        </p:spPr>
        <p:txBody>
          <a:bodyPr wrap="none" lIns="0" tIns="0" rIns="0" bIns="0" rtlCol="0" anchor="ctr"/>
          <a:lstStyle/>
          <a:p>
            <a:pPr algn="l" indent="0" marL="0">
              <a:buNone/>
            </a:pPr>
            <a:r>
              <a:rPr lang="en-US" sz="1800" b="1" dirty="0">
                <a:solidFill>
                  <a:srgbClr val="1C1D24"/>
                </a:solidFill>
                <a:latin typeface="Noto Sans KR" pitchFamily="34" charset="0"/>
                <a:ea typeface="Noto Sans KR" pitchFamily="34" charset="-122"/>
                <a:cs typeface="Noto Sans KR" pitchFamily="34" charset="-120"/>
              </a:rPr>
              <a:t>ACI — cap inset CD</a:t>
            </a:r>
            <a:endParaRPr lang="en-US" sz="1800" dirty="0"/>
          </a:p>
        </p:txBody>
      </p:sp>
      <p:sp>
        <p:nvSpPr>
          <p:cNvPr id="28" name="Text 17"/>
          <p:cNvSpPr txBox="1"/>
          <p:nvPr/>
        </p:nvSpPr>
        <p:spPr>
          <a:xfrm>
            <a:off x="9581998" y="2657246"/>
            <a:ext cx="3620110" cy="162763"/>
          </a:xfrm>
          <a:prstGeom prst="rect">
            <a:avLst/>
          </a:prstGeom>
          <a:noFill/>
          <a:ln/>
        </p:spPr>
        <p:txBody>
          <a:bodyPr wrap="none" lIns="0" tIns="0" rIns="0" bIns="0" rtlCol="0" anchor="ctr"/>
          <a:lstStyle/>
          <a:p>
            <a:pPr algn="l" indent="0" marL="0">
              <a:buNone/>
            </a:pPr>
            <a:r>
              <a:rPr lang="en-US" sz="975" dirty="0">
                <a:solidFill>
                  <a:srgbClr val="665B46"/>
                </a:solidFill>
                <a:latin typeface="IBM Plex Mono" pitchFamily="34" charset="0"/>
                <a:ea typeface="IBM Plex Mono" pitchFamily="34" charset="-122"/>
                <a:cs typeface="IBM Plex Mono" pitchFamily="34" charset="-120"/>
              </a:rPr>
              <a:t>target 8.6 nm · cap/Cu interface nearest</a:t>
            </a:r>
            <a:endParaRPr lang="en-US" sz="975" dirty="0"/>
          </a:p>
        </p:txBody>
      </p:sp>
      <p:graphicFrame>
        <p:nvGraphicFramePr>
          <p:cNvPr id="19" name="Table 1"/>
          <p:cNvGraphicFramePr>
            <a:graphicFrameLocks noGrp="1"/>
          </p:cNvGraphicFramePr>
          <p:nvPr>
            <p:extLst>
              <p:ext uri="{D42A27DB-BD31-4B8C-83A1-F6EECF244321}">
                <p14:modId xmlns:p14="http://schemas.microsoft.com/office/powerpoint/2010/main" val="1579011935"/>
              </p:ext>
            </p:extLst>
          </p:nvPr>
        </p:nvGraphicFramePr>
        <p:xfrm>
          <a:off x="9581998" y="2857500"/>
          <a:ext cx="7239305" cy="1914754"/>
        </p:xfrm>
        <a:graphic>
          <a:graphicData uri="http://schemas.openxmlformats.org/drawingml/2006/table">
            <a:tbl>
              <a:tblPr/>
              <a:tblGrid>
                <a:gridCol w="1934870"/>
                <a:gridCol w="1239926"/>
                <a:gridCol w="1239926"/>
                <a:gridCol w="1239926"/>
                <a:gridCol w="1584655"/>
              </a:tblGrid>
              <a:tr h="319126">
                <a:tc>
                  <a:txBody>
                    <a:bodyPr/>
                    <a:lstStyle/>
                    <a:p>
                      <a:pPr algn="l" indent="0" marL="0">
                        <a:buNone/>
                      </a:pPr>
                      <a:r>
                        <a:rPr lang="en-US" sz="825" dirty="0">
                          <a:solidFill>
                            <a:srgbClr val="EFE6D3"/>
                          </a:solidFill>
                          <a:latin typeface="IBM Plex Mono" pitchFamily="34" charset="0"/>
                          <a:ea typeface="IBM Plex Mono" pitchFamily="34" charset="-122"/>
                          <a:cs typeface="IBM Plex Mono" pitchFamily="34" charset="-120"/>
                        </a:rPr>
                        <a:t>METRIC</a:t>
                      </a:r>
                      <a:endParaRPr lang="en-US" sz="825" dirty="0">
                        <a:latin typeface="IBM Plex Mono" charset="0"/>
                        <a:ea typeface="IBM Plex Mono" charset="0"/>
                        <a:cs typeface="IBM Plex Mono" charset="0"/>
                      </a:endParaRPr>
                    </a:p>
                  </a:txBody>
                  <a:tcPr marL="0" marR="0"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26201A"/>
                    </a:solidFill>
                  </a:tcPr>
                </a:tc>
                <a:tc>
                  <a:txBody>
                    <a:bodyPr/>
                    <a:lstStyle/>
                    <a:p>
                      <a:pPr algn="r" indent="0" marL="0">
                        <a:buNone/>
                      </a:pPr>
                      <a:r>
                        <a:rPr lang="en-US" sz="825" dirty="0">
                          <a:solidFill>
                            <a:srgbClr val="EFE6D3"/>
                          </a:solidFill>
                          <a:latin typeface="IBM Plex Mono" pitchFamily="34" charset="0"/>
                          <a:ea typeface="IBM Plex Mono" pitchFamily="34" charset="-122"/>
                          <a:cs typeface="IBM Plex Mono" pitchFamily="34" charset="-120"/>
                        </a:rPr>
                        <a:t>W03</a:t>
                      </a:r>
                      <a:endParaRPr lang="en-US" sz="825" dirty="0">
                        <a:latin typeface="IBM Plex Mono" charset="0"/>
                        <a:ea typeface="IBM Plex Mono" charset="0"/>
                        <a:cs typeface="IBM Plex Mono" charset="0"/>
                      </a:endParaRPr>
                    </a:p>
                  </a:txBody>
                  <a:tcPr marL="75895" marR="75895"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26201A"/>
                    </a:solidFill>
                  </a:tcPr>
                </a:tc>
                <a:tc>
                  <a:txBody>
                    <a:bodyPr/>
                    <a:lstStyle/>
                    <a:p>
                      <a:pPr algn="r" indent="0" marL="0">
                        <a:buNone/>
                      </a:pPr>
                      <a:r>
                        <a:rPr lang="en-US" sz="825" dirty="0">
                          <a:solidFill>
                            <a:srgbClr val="EFE6D3"/>
                          </a:solidFill>
                          <a:latin typeface="IBM Plex Mono" pitchFamily="34" charset="0"/>
                          <a:ea typeface="IBM Plex Mono" pitchFamily="34" charset="-122"/>
                          <a:cs typeface="IBM Plex Mono" pitchFamily="34" charset="-120"/>
                        </a:rPr>
                        <a:t>W07</a:t>
                      </a:r>
                      <a:endParaRPr lang="en-US" sz="825" dirty="0">
                        <a:latin typeface="IBM Plex Mono" charset="0"/>
                        <a:ea typeface="IBM Plex Mono" charset="0"/>
                        <a:cs typeface="IBM Plex Mono" charset="0"/>
                      </a:endParaRPr>
                    </a:p>
                  </a:txBody>
                  <a:tcPr marL="75895" marR="75895"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26201A"/>
                    </a:solidFill>
                  </a:tcPr>
                </a:tc>
                <a:tc>
                  <a:txBody>
                    <a:bodyPr/>
                    <a:lstStyle/>
                    <a:p>
                      <a:pPr algn="r" indent="0" marL="0">
                        <a:buNone/>
                      </a:pPr>
                      <a:r>
                        <a:rPr lang="en-US" sz="825" dirty="0">
                          <a:solidFill>
                            <a:srgbClr val="EFE6D3"/>
                          </a:solidFill>
                          <a:latin typeface="IBM Plex Mono" pitchFamily="34" charset="0"/>
                          <a:ea typeface="IBM Plex Mono" pitchFamily="34" charset="-122"/>
                          <a:cs typeface="IBM Plex Mono" pitchFamily="34" charset="-120"/>
                        </a:rPr>
                        <a:t>W11</a:t>
                      </a:r>
                      <a:endParaRPr lang="en-US" sz="825" dirty="0">
                        <a:latin typeface="IBM Plex Mono" charset="0"/>
                        <a:ea typeface="IBM Plex Mono" charset="0"/>
                        <a:cs typeface="IBM Plex Mono" charset="0"/>
                      </a:endParaRPr>
                    </a:p>
                  </a:txBody>
                  <a:tcPr marL="75895" marR="75895"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26201A"/>
                    </a:solidFill>
                  </a:tcPr>
                </a:tc>
                <a:tc>
                  <a:txBody>
                    <a:bodyPr/>
                    <a:lstStyle/>
                    <a:p>
                      <a:pPr algn="r" indent="0" marL="0">
                        <a:buNone/>
                      </a:pPr>
                      <a:r>
                        <a:rPr lang="en-US" sz="825" dirty="0">
                          <a:solidFill>
                            <a:srgbClr val="EFE6D3"/>
                          </a:solidFill>
                          <a:latin typeface="IBM Plex Mono" pitchFamily="34" charset="0"/>
                          <a:ea typeface="IBM Plex Mono" pitchFamily="34" charset="-122"/>
                          <a:cs typeface="IBM Plex Mono" pitchFamily="34" charset="-120"/>
                        </a:rPr>
                        <a:t>SPEC</a:t>
                      </a:r>
                      <a:endParaRPr lang="en-US" sz="825" dirty="0">
                        <a:latin typeface="IBM Plex Mono" charset="0"/>
                        <a:ea typeface="IBM Plex Mono" charset="0"/>
                        <a:cs typeface="IBM Plex Mono" charset="0"/>
                      </a:endParaRPr>
                    </a:p>
                  </a:txBody>
                  <a:tcPr marL="0" marR="0"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26201A"/>
                    </a:solidFill>
                  </a:tcPr>
                </a:tc>
              </a:tr>
              <a:tr h="319126">
                <a:tc>
                  <a:txBody>
                    <a:bodyPr/>
                    <a:lstStyle/>
                    <a:p>
                      <a:pPr indent="0" marL="0">
                        <a:buNone/>
                      </a:pPr>
                      <a:r>
                        <a:rPr lang="en-US" sz="975" dirty="0">
                          <a:solidFill>
                            <a:srgbClr val="1C1D24"/>
                          </a:solidFill>
                          <a:latin typeface="IBM Plex Mono" pitchFamily="34" charset="0"/>
                          <a:ea typeface="IBM Plex Mono" pitchFamily="34" charset="-122"/>
                          <a:cs typeface="IBM Plex Mono" pitchFamily="34" charset="-120"/>
                        </a:rPr>
                        <a:t>mean (nm)</a:t>
                      </a:r>
                      <a:endParaRPr lang="en-US" sz="975" dirty="0">
                        <a:latin typeface="IBM Plex Mono" charset="0"/>
                        <a:ea typeface="IBM Plex Mono" charset="0"/>
                        <a:cs typeface="IBM Plex Mono" charset="0"/>
                      </a:endParaRPr>
                    </a:p>
                  </a:txBody>
                  <a:tcPr marL="0" marR="0"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975" dirty="0">
                          <a:solidFill>
                            <a:srgbClr val="1C1D24"/>
                          </a:solidFill>
                          <a:latin typeface="IBM Plex Mono" pitchFamily="34" charset="0"/>
                          <a:ea typeface="IBM Plex Mono" pitchFamily="34" charset="-122"/>
                          <a:cs typeface="IBM Plex Mono" pitchFamily="34" charset="-120"/>
                        </a:rPr>
                        <a:t>8.61</a:t>
                      </a:r>
                      <a:endParaRPr lang="en-US" sz="975" dirty="0">
                        <a:latin typeface="IBM Plex Mono" charset="0"/>
                        <a:ea typeface="IBM Plex Mono" charset="0"/>
                        <a:cs typeface="IBM Plex Mono" charset="0"/>
                      </a:endParaRPr>
                    </a:p>
                  </a:txBody>
                  <a:tcPr marL="75895" marR="75895"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975" dirty="0">
                          <a:solidFill>
                            <a:srgbClr val="1C1D24"/>
                          </a:solidFill>
                          <a:latin typeface="IBM Plex Mono" pitchFamily="34" charset="0"/>
                          <a:ea typeface="IBM Plex Mono" pitchFamily="34" charset="-122"/>
                          <a:cs typeface="IBM Plex Mono" pitchFamily="34" charset="-120"/>
                        </a:rPr>
                        <a:t>8.58</a:t>
                      </a:r>
                      <a:endParaRPr lang="en-US" sz="975" dirty="0">
                        <a:latin typeface="IBM Plex Mono" charset="0"/>
                        <a:ea typeface="IBM Plex Mono" charset="0"/>
                        <a:cs typeface="IBM Plex Mono" charset="0"/>
                      </a:endParaRPr>
                    </a:p>
                  </a:txBody>
                  <a:tcPr marL="75895" marR="75895"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975" dirty="0">
                          <a:solidFill>
                            <a:srgbClr val="1C1D24"/>
                          </a:solidFill>
                          <a:latin typeface="IBM Plex Mono" pitchFamily="34" charset="0"/>
                          <a:ea typeface="IBM Plex Mono" pitchFamily="34" charset="-122"/>
                          <a:cs typeface="IBM Plex Mono" pitchFamily="34" charset="-120"/>
                        </a:rPr>
                        <a:t>8.63</a:t>
                      </a:r>
                      <a:endParaRPr lang="en-US" sz="975" dirty="0">
                        <a:latin typeface="IBM Plex Mono" charset="0"/>
                        <a:ea typeface="IBM Plex Mono" charset="0"/>
                        <a:cs typeface="IBM Plex Mono" charset="0"/>
                      </a:endParaRPr>
                    </a:p>
                  </a:txBody>
                  <a:tcPr marL="75895" marR="75895"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975" dirty="0">
                          <a:solidFill>
                            <a:srgbClr val="665B46"/>
                          </a:solidFill>
                          <a:latin typeface="IBM Plex Mono" pitchFamily="34" charset="0"/>
                          <a:ea typeface="IBM Plex Mono" pitchFamily="34" charset="-122"/>
                          <a:cs typeface="IBM Plex Mono" pitchFamily="34" charset="-120"/>
                        </a:rPr>
                        <a:t>8.6 ± 0.3</a:t>
                      </a:r>
                      <a:endParaRPr lang="en-US" sz="975" dirty="0">
                        <a:latin typeface="IBM Plex Mono" charset="0"/>
                        <a:ea typeface="IBM Plex Mono" charset="0"/>
                        <a:cs typeface="IBM Plex Mono" charset="0"/>
                      </a:endParaRPr>
                    </a:p>
                  </a:txBody>
                  <a:tcPr marL="0" marR="0"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r h="319126">
                <a:tc>
                  <a:txBody>
                    <a:bodyPr/>
                    <a:lstStyle/>
                    <a:p>
                      <a:pPr indent="0" marL="0">
                        <a:buNone/>
                      </a:pPr>
                      <a:r>
                        <a:rPr lang="en-US" sz="975" dirty="0">
                          <a:solidFill>
                            <a:srgbClr val="1C1D24"/>
                          </a:solidFill>
                          <a:latin typeface="IBM Plex Mono" pitchFamily="34" charset="0"/>
                          <a:ea typeface="IBM Plex Mono" pitchFamily="34" charset="-122"/>
                          <a:cs typeface="IBM Plex Mono" pitchFamily="34" charset="-120"/>
                        </a:rPr>
                        <a:t>3σ (nm)</a:t>
                      </a:r>
                      <a:endParaRPr lang="en-US" sz="975" dirty="0">
                        <a:latin typeface="IBM Plex Mono" charset="0"/>
                        <a:ea typeface="IBM Plex Mono" charset="0"/>
                        <a:cs typeface="IBM Plex Mono" charset="0"/>
                      </a:endParaRPr>
                    </a:p>
                  </a:txBody>
                  <a:tcPr marL="0" marR="0"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8DEC4">
                        <a:alpha val="40000"/>
                      </a:srgbClr>
                    </a:solidFill>
                  </a:tcPr>
                </a:tc>
                <a:tc>
                  <a:txBody>
                    <a:bodyPr/>
                    <a:lstStyle/>
                    <a:p>
                      <a:pPr algn="r" indent="0" marL="0">
                        <a:buNone/>
                      </a:pPr>
                      <a:r>
                        <a:rPr lang="en-US" sz="975" b="1" dirty="0">
                          <a:solidFill>
                            <a:srgbClr val="2C5B62"/>
                          </a:solidFill>
                          <a:latin typeface="IBM Plex Mono" pitchFamily="34" charset="0"/>
                          <a:ea typeface="IBM Plex Mono" pitchFamily="34" charset="-122"/>
                          <a:cs typeface="IBM Plex Mono" pitchFamily="34" charset="-120"/>
                        </a:rPr>
                        <a:t>0.24</a:t>
                      </a:r>
                      <a:endParaRPr lang="en-US" sz="975" dirty="0">
                        <a:latin typeface="IBM Plex Mono" charset="0"/>
                        <a:ea typeface="IBM Plex Mono" charset="0"/>
                        <a:cs typeface="IBM Plex Mono" charset="0"/>
                      </a:endParaRPr>
                    </a:p>
                  </a:txBody>
                  <a:tcPr marL="75895" marR="75895"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8DEC4">
                        <a:alpha val="40000"/>
                      </a:srgbClr>
                    </a:solidFill>
                  </a:tcPr>
                </a:tc>
                <a:tc>
                  <a:txBody>
                    <a:bodyPr/>
                    <a:lstStyle/>
                    <a:p>
                      <a:pPr algn="r" indent="0" marL="0">
                        <a:buNone/>
                      </a:pPr>
                      <a:r>
                        <a:rPr lang="en-US" sz="975" dirty="0">
                          <a:solidFill>
                            <a:srgbClr val="1C1D24"/>
                          </a:solidFill>
                          <a:latin typeface="IBM Plex Mono" pitchFamily="34" charset="0"/>
                          <a:ea typeface="IBM Plex Mono" pitchFamily="34" charset="-122"/>
                          <a:cs typeface="IBM Plex Mono" pitchFamily="34" charset="-120"/>
                        </a:rPr>
                        <a:t>0.29</a:t>
                      </a:r>
                      <a:endParaRPr lang="en-US" sz="975" dirty="0">
                        <a:latin typeface="IBM Plex Mono" charset="0"/>
                        <a:ea typeface="IBM Plex Mono" charset="0"/>
                        <a:cs typeface="IBM Plex Mono" charset="0"/>
                      </a:endParaRPr>
                    </a:p>
                  </a:txBody>
                  <a:tcPr marL="75895" marR="75895"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8DEC4">
                        <a:alpha val="40000"/>
                      </a:srgbClr>
                    </a:solidFill>
                  </a:tcPr>
                </a:tc>
                <a:tc>
                  <a:txBody>
                    <a:bodyPr/>
                    <a:lstStyle/>
                    <a:p>
                      <a:pPr algn="r" indent="0" marL="0">
                        <a:buNone/>
                      </a:pPr>
                      <a:r>
                        <a:rPr lang="en-US" sz="975" dirty="0">
                          <a:solidFill>
                            <a:srgbClr val="1C1D24"/>
                          </a:solidFill>
                          <a:latin typeface="IBM Plex Mono" pitchFamily="34" charset="0"/>
                          <a:ea typeface="IBM Plex Mono" pitchFamily="34" charset="-122"/>
                          <a:cs typeface="IBM Plex Mono" pitchFamily="34" charset="-120"/>
                        </a:rPr>
                        <a:t>0.26</a:t>
                      </a:r>
                      <a:endParaRPr lang="en-US" sz="975" dirty="0">
                        <a:latin typeface="IBM Plex Mono" charset="0"/>
                        <a:ea typeface="IBM Plex Mono" charset="0"/>
                        <a:cs typeface="IBM Plex Mono" charset="0"/>
                      </a:endParaRPr>
                    </a:p>
                  </a:txBody>
                  <a:tcPr marL="75895" marR="75895"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8DEC4">
                        <a:alpha val="40000"/>
                      </a:srgbClr>
                    </a:solidFill>
                  </a:tcPr>
                </a:tc>
                <a:tc>
                  <a:txBody>
                    <a:bodyPr/>
                    <a:lstStyle/>
                    <a:p>
                      <a:pPr algn="r" indent="0" marL="0">
                        <a:buNone/>
                      </a:pPr>
                      <a:r>
                        <a:rPr lang="en-US" sz="975" dirty="0">
                          <a:solidFill>
                            <a:srgbClr val="665B46"/>
                          </a:solidFill>
                          <a:latin typeface="IBM Plex Mono" pitchFamily="34" charset="0"/>
                          <a:ea typeface="IBM Plex Mono" pitchFamily="34" charset="-122"/>
                          <a:cs typeface="IBM Plex Mono" pitchFamily="34" charset="-120"/>
                        </a:rPr>
                        <a:t>≤ 0.5</a:t>
                      </a:r>
                      <a:endParaRPr lang="en-US" sz="975" dirty="0">
                        <a:latin typeface="IBM Plex Mono" charset="0"/>
                        <a:ea typeface="IBM Plex Mono" charset="0"/>
                        <a:cs typeface="IBM Plex Mono" charset="0"/>
                      </a:endParaRPr>
                    </a:p>
                  </a:txBody>
                  <a:tcPr marL="0" marR="0"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8DEC4">
                        <a:alpha val="40000"/>
                      </a:srgbClr>
                    </a:solidFill>
                  </a:tcPr>
                </a:tc>
              </a:tr>
              <a:tr h="319126">
                <a:tc>
                  <a:txBody>
                    <a:bodyPr/>
                    <a:lstStyle/>
                    <a:p>
                      <a:pPr indent="0" marL="0">
                        <a:buNone/>
                      </a:pPr>
                      <a:r>
                        <a:rPr lang="en-US" sz="975" dirty="0">
                          <a:solidFill>
                            <a:srgbClr val="1C1D24"/>
                          </a:solidFill>
                          <a:latin typeface="IBM Plex Mono" pitchFamily="34" charset="0"/>
                          <a:ea typeface="IBM Plex Mono" pitchFamily="34" charset="-122"/>
                          <a:cs typeface="IBM Plex Mono" pitchFamily="34" charset="-120"/>
                        </a:rPr>
                        <a:t>min</a:t>
                      </a:r>
                      <a:endParaRPr lang="en-US" sz="975" dirty="0">
                        <a:latin typeface="IBM Plex Mono" charset="0"/>
                        <a:ea typeface="IBM Plex Mono" charset="0"/>
                        <a:cs typeface="IBM Plex Mono" charset="0"/>
                      </a:endParaRPr>
                    </a:p>
                  </a:txBody>
                  <a:tcPr marL="0" marR="0"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975" dirty="0">
                          <a:solidFill>
                            <a:srgbClr val="1C1D24"/>
                          </a:solidFill>
                          <a:latin typeface="IBM Plex Mono" pitchFamily="34" charset="0"/>
                          <a:ea typeface="IBM Plex Mono" pitchFamily="34" charset="-122"/>
                          <a:cs typeface="IBM Plex Mono" pitchFamily="34" charset="-120"/>
                        </a:rPr>
                        <a:t>8.41</a:t>
                      </a:r>
                      <a:endParaRPr lang="en-US" sz="975" dirty="0">
                        <a:latin typeface="IBM Plex Mono" charset="0"/>
                        <a:ea typeface="IBM Plex Mono" charset="0"/>
                        <a:cs typeface="IBM Plex Mono" charset="0"/>
                      </a:endParaRPr>
                    </a:p>
                  </a:txBody>
                  <a:tcPr marL="75895" marR="75895"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975" dirty="0">
                          <a:solidFill>
                            <a:srgbClr val="1C1D24"/>
                          </a:solidFill>
                          <a:latin typeface="IBM Plex Mono" pitchFamily="34" charset="0"/>
                          <a:ea typeface="IBM Plex Mono" pitchFamily="34" charset="-122"/>
                          <a:cs typeface="IBM Plex Mono" pitchFamily="34" charset="-120"/>
                        </a:rPr>
                        <a:t>8.37</a:t>
                      </a:r>
                      <a:endParaRPr lang="en-US" sz="975" dirty="0">
                        <a:latin typeface="IBM Plex Mono" charset="0"/>
                        <a:ea typeface="IBM Plex Mono" charset="0"/>
                        <a:cs typeface="IBM Plex Mono" charset="0"/>
                      </a:endParaRPr>
                    </a:p>
                  </a:txBody>
                  <a:tcPr marL="75895" marR="75895"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975" dirty="0">
                          <a:solidFill>
                            <a:srgbClr val="1C1D24"/>
                          </a:solidFill>
                          <a:latin typeface="IBM Plex Mono" pitchFamily="34" charset="0"/>
                          <a:ea typeface="IBM Plex Mono" pitchFamily="34" charset="-122"/>
                          <a:cs typeface="IBM Plex Mono" pitchFamily="34" charset="-120"/>
                        </a:rPr>
                        <a:t>8.43</a:t>
                      </a:r>
                      <a:endParaRPr lang="en-US" sz="975" dirty="0">
                        <a:latin typeface="IBM Plex Mono" charset="0"/>
                        <a:ea typeface="IBM Plex Mono" charset="0"/>
                        <a:cs typeface="IBM Plex Mono" charset="0"/>
                      </a:endParaRPr>
                    </a:p>
                  </a:txBody>
                  <a:tcPr marL="75895" marR="75895"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975" dirty="0">
                          <a:solidFill>
                            <a:srgbClr val="665B46"/>
                          </a:solidFill>
                          <a:latin typeface="IBM Plex Mono" pitchFamily="34" charset="0"/>
                          <a:ea typeface="IBM Plex Mono" pitchFamily="34" charset="-122"/>
                          <a:cs typeface="IBM Plex Mono" pitchFamily="34" charset="-120"/>
                        </a:rPr>
                        <a:t>≥ 8.1</a:t>
                      </a:r>
                      <a:endParaRPr lang="en-US" sz="975" dirty="0">
                        <a:latin typeface="IBM Plex Mono" charset="0"/>
                        <a:ea typeface="IBM Plex Mono" charset="0"/>
                        <a:cs typeface="IBM Plex Mono" charset="0"/>
                      </a:endParaRPr>
                    </a:p>
                  </a:txBody>
                  <a:tcPr marL="0" marR="0"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r h="319126">
                <a:tc>
                  <a:txBody>
                    <a:bodyPr/>
                    <a:lstStyle/>
                    <a:p>
                      <a:pPr indent="0" marL="0">
                        <a:buNone/>
                      </a:pPr>
                      <a:r>
                        <a:rPr lang="en-US" sz="975" dirty="0">
                          <a:solidFill>
                            <a:srgbClr val="1C1D24"/>
                          </a:solidFill>
                          <a:latin typeface="IBM Plex Mono" pitchFamily="34" charset="0"/>
                          <a:ea typeface="IBM Plex Mono" pitchFamily="34" charset="-122"/>
                          <a:cs typeface="IBM Plex Mono" pitchFamily="34" charset="-120"/>
                        </a:rPr>
                        <a:t>max</a:t>
                      </a:r>
                      <a:endParaRPr lang="en-US" sz="975" dirty="0">
                        <a:latin typeface="IBM Plex Mono" charset="0"/>
                        <a:ea typeface="IBM Plex Mono" charset="0"/>
                        <a:cs typeface="IBM Plex Mono" charset="0"/>
                      </a:endParaRPr>
                    </a:p>
                  </a:txBody>
                  <a:tcPr marL="0" marR="0"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8DEC4">
                        <a:alpha val="40000"/>
                      </a:srgbClr>
                    </a:solidFill>
                  </a:tcPr>
                </a:tc>
                <a:tc>
                  <a:txBody>
                    <a:bodyPr/>
                    <a:lstStyle/>
                    <a:p>
                      <a:pPr algn="r" indent="0" marL="0">
                        <a:buNone/>
                      </a:pPr>
                      <a:r>
                        <a:rPr lang="en-US" sz="975" dirty="0">
                          <a:solidFill>
                            <a:srgbClr val="1C1D24"/>
                          </a:solidFill>
                          <a:latin typeface="IBM Plex Mono" pitchFamily="34" charset="0"/>
                          <a:ea typeface="IBM Plex Mono" pitchFamily="34" charset="-122"/>
                          <a:cs typeface="IBM Plex Mono" pitchFamily="34" charset="-120"/>
                        </a:rPr>
                        <a:t>8.81</a:t>
                      </a:r>
                      <a:endParaRPr lang="en-US" sz="975" dirty="0">
                        <a:latin typeface="IBM Plex Mono" charset="0"/>
                        <a:ea typeface="IBM Plex Mono" charset="0"/>
                        <a:cs typeface="IBM Plex Mono" charset="0"/>
                      </a:endParaRPr>
                    </a:p>
                  </a:txBody>
                  <a:tcPr marL="75895" marR="75895"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8DEC4">
                        <a:alpha val="40000"/>
                      </a:srgbClr>
                    </a:solidFill>
                  </a:tcPr>
                </a:tc>
                <a:tc>
                  <a:txBody>
                    <a:bodyPr/>
                    <a:lstStyle/>
                    <a:p>
                      <a:pPr algn="r" indent="0" marL="0">
                        <a:buNone/>
                      </a:pPr>
                      <a:r>
                        <a:rPr lang="en-US" sz="975" dirty="0">
                          <a:solidFill>
                            <a:srgbClr val="1C1D24"/>
                          </a:solidFill>
                          <a:latin typeface="IBM Plex Mono" pitchFamily="34" charset="0"/>
                          <a:ea typeface="IBM Plex Mono" pitchFamily="34" charset="-122"/>
                          <a:cs typeface="IBM Plex Mono" pitchFamily="34" charset="-120"/>
                        </a:rPr>
                        <a:t>8.79</a:t>
                      </a:r>
                      <a:endParaRPr lang="en-US" sz="975" dirty="0">
                        <a:latin typeface="IBM Plex Mono" charset="0"/>
                        <a:ea typeface="IBM Plex Mono" charset="0"/>
                        <a:cs typeface="IBM Plex Mono" charset="0"/>
                      </a:endParaRPr>
                    </a:p>
                  </a:txBody>
                  <a:tcPr marL="75895" marR="75895"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8DEC4">
                        <a:alpha val="40000"/>
                      </a:srgbClr>
                    </a:solidFill>
                  </a:tcPr>
                </a:tc>
                <a:tc>
                  <a:txBody>
                    <a:bodyPr/>
                    <a:lstStyle/>
                    <a:p>
                      <a:pPr algn="r" indent="0" marL="0">
                        <a:buNone/>
                      </a:pPr>
                      <a:r>
                        <a:rPr lang="en-US" sz="975" dirty="0">
                          <a:solidFill>
                            <a:srgbClr val="1C1D24"/>
                          </a:solidFill>
                          <a:latin typeface="IBM Plex Mono" pitchFamily="34" charset="0"/>
                          <a:ea typeface="IBM Plex Mono" pitchFamily="34" charset="-122"/>
                          <a:cs typeface="IBM Plex Mono" pitchFamily="34" charset="-120"/>
                        </a:rPr>
                        <a:t>8.83</a:t>
                      </a:r>
                      <a:endParaRPr lang="en-US" sz="975" dirty="0">
                        <a:latin typeface="IBM Plex Mono" charset="0"/>
                        <a:ea typeface="IBM Plex Mono" charset="0"/>
                        <a:cs typeface="IBM Plex Mono" charset="0"/>
                      </a:endParaRPr>
                    </a:p>
                  </a:txBody>
                  <a:tcPr marL="75895" marR="75895"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8DEC4">
                        <a:alpha val="40000"/>
                      </a:srgbClr>
                    </a:solidFill>
                  </a:tcPr>
                </a:tc>
                <a:tc>
                  <a:txBody>
                    <a:bodyPr/>
                    <a:lstStyle/>
                    <a:p>
                      <a:pPr algn="r" indent="0" marL="0">
                        <a:buNone/>
                      </a:pPr>
                      <a:r>
                        <a:rPr lang="en-US" sz="975" dirty="0">
                          <a:solidFill>
                            <a:srgbClr val="665B46"/>
                          </a:solidFill>
                          <a:latin typeface="IBM Plex Mono" pitchFamily="34" charset="0"/>
                          <a:ea typeface="IBM Plex Mono" pitchFamily="34" charset="-122"/>
                          <a:cs typeface="IBM Plex Mono" pitchFamily="34" charset="-120"/>
                        </a:rPr>
                        <a:t>≤ 9.1</a:t>
                      </a:r>
                      <a:endParaRPr lang="en-US" sz="975" dirty="0">
                        <a:latin typeface="IBM Plex Mono" charset="0"/>
                        <a:ea typeface="IBM Plex Mono" charset="0"/>
                        <a:cs typeface="IBM Plex Mono" charset="0"/>
                      </a:endParaRPr>
                    </a:p>
                  </a:txBody>
                  <a:tcPr marL="0" marR="0"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8DEC4">
                        <a:alpha val="40000"/>
                      </a:srgbClr>
                    </a:solidFill>
                  </a:tcPr>
                </a:tc>
              </a:tr>
              <a:tr h="319126">
                <a:tc>
                  <a:txBody>
                    <a:bodyPr/>
                    <a:lstStyle/>
                    <a:p>
                      <a:pPr indent="0" marL="0">
                        <a:buNone/>
                      </a:pPr>
                      <a:r>
                        <a:rPr lang="en-US" sz="975" dirty="0">
                          <a:solidFill>
                            <a:srgbClr val="1C1D24"/>
                          </a:solidFill>
                          <a:latin typeface="IBM Plex Mono" pitchFamily="34" charset="0"/>
                          <a:ea typeface="IBM Plex Mono" pitchFamily="34" charset="-122"/>
                          <a:cs typeface="IBM Plex Mono" pitchFamily="34" charset="-120"/>
                        </a:rPr>
                        <a:t>δ to target</a:t>
                      </a:r>
                      <a:endParaRPr lang="en-US" sz="975" dirty="0">
                        <a:latin typeface="IBM Plex Mono" charset="0"/>
                        <a:ea typeface="IBM Plex Mono" charset="0"/>
                        <a:cs typeface="IBM Plex Mono" charset="0"/>
                      </a:endParaRPr>
                    </a:p>
                  </a:txBody>
                  <a:tcPr marL="0" marR="0"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975" dirty="0">
                          <a:solidFill>
                            <a:srgbClr val="C25028"/>
                          </a:solidFill>
                          <a:latin typeface="IBM Plex Mono" pitchFamily="34" charset="0"/>
                          <a:ea typeface="IBM Plex Mono" pitchFamily="34" charset="-122"/>
                          <a:cs typeface="IBM Plex Mono" pitchFamily="34" charset="-120"/>
                        </a:rPr>
                        <a:t>+0.01</a:t>
                      </a:r>
                      <a:endParaRPr lang="en-US" sz="975" dirty="0">
                        <a:latin typeface="IBM Plex Mono" charset="0"/>
                        <a:ea typeface="IBM Plex Mono" charset="0"/>
                        <a:cs typeface="IBM Plex Mono" charset="0"/>
                      </a:endParaRPr>
                    </a:p>
                  </a:txBody>
                  <a:tcPr marL="75895" marR="75895"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975" dirty="0">
                          <a:solidFill>
                            <a:srgbClr val="665B46"/>
                          </a:solidFill>
                          <a:latin typeface="IBM Plex Mono" pitchFamily="34" charset="0"/>
                          <a:ea typeface="IBM Plex Mono" pitchFamily="34" charset="-122"/>
                          <a:cs typeface="IBM Plex Mono" pitchFamily="34" charset="-120"/>
                        </a:rPr>
                        <a:t>−0.02</a:t>
                      </a:r>
                      <a:endParaRPr lang="en-US" sz="975" dirty="0">
                        <a:latin typeface="IBM Plex Mono" charset="0"/>
                        <a:ea typeface="IBM Plex Mono" charset="0"/>
                        <a:cs typeface="IBM Plex Mono" charset="0"/>
                      </a:endParaRPr>
                    </a:p>
                  </a:txBody>
                  <a:tcPr marL="75895" marR="75895"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975" dirty="0">
                          <a:solidFill>
                            <a:srgbClr val="C25028"/>
                          </a:solidFill>
                          <a:latin typeface="IBM Plex Mono" pitchFamily="34" charset="0"/>
                          <a:ea typeface="IBM Plex Mono" pitchFamily="34" charset="-122"/>
                          <a:cs typeface="IBM Plex Mono" pitchFamily="34" charset="-120"/>
                        </a:rPr>
                        <a:t>+0.03</a:t>
                      </a:r>
                      <a:endParaRPr lang="en-US" sz="975" dirty="0">
                        <a:latin typeface="IBM Plex Mono" charset="0"/>
                        <a:ea typeface="IBM Plex Mono" charset="0"/>
                        <a:cs typeface="IBM Plex Mono" charset="0"/>
                      </a:endParaRPr>
                    </a:p>
                  </a:txBody>
                  <a:tcPr marL="75895" marR="75895"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975" dirty="0">
                          <a:solidFill>
                            <a:srgbClr val="665B46"/>
                          </a:solidFill>
                          <a:latin typeface="IBM Plex Mono" pitchFamily="34" charset="0"/>
                          <a:ea typeface="IBM Plex Mono" pitchFamily="34" charset="-122"/>
                          <a:cs typeface="IBM Plex Mono" pitchFamily="34" charset="-120"/>
                        </a:rPr>
                        <a:t>|δ| ≤ 0.2</a:t>
                      </a:r>
                      <a:endParaRPr lang="en-US" sz="975" dirty="0">
                        <a:latin typeface="IBM Plex Mono" charset="0"/>
                        <a:ea typeface="IBM Plex Mono" charset="0"/>
                        <a:cs typeface="IBM Plex Mono" charset="0"/>
                      </a:endParaRPr>
                    </a:p>
                  </a:txBody>
                  <a:tcPr marL="0" marR="0"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bl>
          </a:graphicData>
        </a:graphic>
      </p:graphicFrame>
      <p:sp>
        <p:nvSpPr>
          <p:cNvPr id="30" name="Text 18"/>
          <p:cNvSpPr txBox="1"/>
          <p:nvPr/>
        </p:nvSpPr>
        <p:spPr>
          <a:xfrm>
            <a:off x="1333195" y="5810098"/>
            <a:ext cx="15621610" cy="133502"/>
          </a:xfrm>
          <a:prstGeom prst="rect">
            <a:avLst/>
          </a:prstGeom>
          <a:noFill/>
          <a:ln/>
        </p:spPr>
        <p:txBody>
          <a:bodyPr wrap="none" lIns="0" tIns="0" rIns="0" bIns="0" rtlCol="0" anchor="ctr"/>
          <a:lstStyle/>
          <a:p>
            <a:pPr algn="l" indent="0" marL="0">
              <a:buNone/>
            </a:pPr>
            <a:r>
              <a:rPr lang="en-US" sz="825" spc="231" kern="0" dirty="0">
                <a:solidFill>
                  <a:srgbClr val="C25028"/>
                </a:solidFill>
                <a:latin typeface="IBM Plex Mono" pitchFamily="34" charset="0"/>
                <a:ea typeface="IBM Plex Mono" pitchFamily="34" charset="-122"/>
                <a:cs typeface="IBM Plex Mono" pitchFamily="34" charset="-120"/>
              </a:rPr>
              <a:t>W2W Δ — W07 vs (W03·W11 mean)</a:t>
            </a:r>
            <a:endParaRPr lang="en-US" sz="825" dirty="0"/>
          </a:p>
        </p:txBody>
      </p:sp>
      <p:sp>
        <p:nvSpPr>
          <p:cNvPr id="31" name="Text 19"/>
          <p:cNvSpPr txBox="1"/>
          <p:nvPr/>
        </p:nvSpPr>
        <p:spPr>
          <a:xfrm>
            <a:off x="1580998" y="6324905"/>
            <a:ext cx="4572000" cy="133502"/>
          </a:xfrm>
          <a:prstGeom prst="rect">
            <a:avLst/>
          </a:prstGeom>
          <a:noFill/>
          <a:ln/>
        </p:spPr>
        <p:txBody>
          <a:bodyPr wrap="none" lIns="0" tIns="0" rIns="0" bIns="0" rtlCol="0" anchor="ctr"/>
          <a:lstStyle/>
          <a:p>
            <a:pPr algn="l" indent="0" marL="0">
              <a:buNone/>
            </a:pPr>
            <a:r>
              <a:rPr lang="en-US" sz="825" spc="149" kern="0" dirty="0">
                <a:solidFill>
                  <a:srgbClr val="665B46"/>
                </a:solidFill>
                <a:latin typeface="IBM Plex Mono" pitchFamily="34" charset="0"/>
                <a:ea typeface="IBM Plex Mono" pitchFamily="34" charset="-122"/>
                <a:cs typeface="IBM Plex Mono" pitchFamily="34" charset="-120"/>
              </a:rPr>
              <a:t>AMI · 400°C − 350°C</a:t>
            </a:r>
            <a:endParaRPr lang="en-US" sz="825" dirty="0"/>
          </a:p>
        </p:txBody>
      </p:sp>
      <p:sp>
        <p:nvSpPr>
          <p:cNvPr id="32" name="Text 20"/>
          <p:cNvSpPr txBox="1"/>
          <p:nvPr/>
        </p:nvSpPr>
        <p:spPr>
          <a:xfrm>
            <a:off x="1580998" y="6515100"/>
            <a:ext cx="4572000" cy="419710"/>
          </a:xfrm>
          <a:prstGeom prst="rect">
            <a:avLst/>
          </a:prstGeom>
          <a:noFill/>
          <a:ln/>
        </p:spPr>
        <p:txBody>
          <a:bodyPr wrap="none" lIns="0" tIns="0" rIns="0" bIns="0" rtlCol="0" anchor="ctr"/>
          <a:lstStyle/>
          <a:p>
            <a:pPr algn="l" indent="0" marL="0">
              <a:buNone/>
            </a:pPr>
            <a:r>
              <a:rPr lang="en-US" sz="2550" dirty="0">
                <a:solidFill>
                  <a:srgbClr val="1C1D24"/>
                </a:solidFill>
                <a:latin typeface="IBM Plex Mono" pitchFamily="34" charset="0"/>
                <a:ea typeface="IBM Plex Mono" pitchFamily="34" charset="-122"/>
                <a:cs typeface="IBM Plex Mono" pitchFamily="34" charset="-120"/>
              </a:rPr>
              <a:t>+0.030 nm</a:t>
            </a:r>
            <a:endParaRPr lang="en-US" sz="2550" dirty="0"/>
          </a:p>
        </p:txBody>
      </p:sp>
      <p:pic>
        <p:nvPicPr>
          <p:cNvPr id="33" name="Image 7" descr="gen-dedup-4ff766b7a10a77c2c12c6bad447588b5.png">    </p:cNvPr>
          <p:cNvPicPr>
            <a:picLocks noChangeAspect="1"/>
          </p:cNvPicPr>
          <p:nvPr/>
        </p:nvPicPr>
        <p:blipFill>
          <a:blip r:embed="rId8"/>
          <a:srcRect l="-2083" r="-2083" t="0" b="0"/>
          <a:stretch/>
        </p:blipFill>
        <p:spPr>
          <a:xfrm>
            <a:off x="1580998" y="7067398"/>
            <a:ext cx="4572000" cy="9144"/>
          </a:xfrm>
          <a:prstGeom prst="rect">
            <a:avLst/>
          </a:prstGeom>
        </p:spPr>
      </p:pic>
      <p:sp>
        <p:nvSpPr>
          <p:cNvPr id="34" name="Text 21"/>
          <p:cNvSpPr txBox="1"/>
          <p:nvPr/>
        </p:nvSpPr>
        <p:spPr>
          <a:xfrm>
            <a:off x="1580998" y="7210044"/>
            <a:ext cx="4572000" cy="400507"/>
          </a:xfrm>
          <a:prstGeom prst="rect">
            <a:avLst/>
          </a:prstGeom>
          <a:noFill/>
          <a:ln/>
        </p:spPr>
        <p:txBody>
          <a:bodyPr wrap="square" lIns="0" tIns="0" rIns="0" bIns="0" rtlCol="0" anchor="ctr"/>
          <a:lstStyle/>
          <a:p>
            <a:pPr algn="l" indent="0" marL="0">
              <a:lnSpc>
                <a:spcPts val="1560"/>
              </a:lnSpc>
              <a:buNone/>
            </a:pPr>
            <a:r>
              <a:rPr lang="en-US" sz="975" dirty="0">
                <a:solidFill>
                  <a:srgbClr val="36322A"/>
                </a:solidFill>
                <a:latin typeface="Noto Sans KR" pitchFamily="34" charset="0"/>
                <a:ea typeface="Noto Sans KR" pitchFamily="34" charset="-122"/>
                <a:cs typeface="Noto Sans KR" pitchFamily="34" charset="-120"/>
              </a:rPr>
              <a:t>400°C에서 AMI mean은 +0.03 nm. 350°C 평균(mean of 2 wafer)에 비해 미세하게 굵어짐. 3σ는 +0.02 nm 증가.</a:t>
            </a:r>
            <a:endParaRPr lang="en-US" sz="975" dirty="0"/>
          </a:p>
        </p:txBody>
      </p:sp>
      <p:sp>
        <p:nvSpPr>
          <p:cNvPr id="35" name="Text 22"/>
          <p:cNvSpPr txBox="1"/>
          <p:nvPr/>
        </p:nvSpPr>
        <p:spPr>
          <a:xfrm>
            <a:off x="6724498" y="6324905"/>
            <a:ext cx="4572000" cy="133502"/>
          </a:xfrm>
          <a:prstGeom prst="rect">
            <a:avLst/>
          </a:prstGeom>
          <a:noFill/>
          <a:ln/>
        </p:spPr>
        <p:txBody>
          <a:bodyPr wrap="none" lIns="0" tIns="0" rIns="0" bIns="0" rtlCol="0" anchor="ctr"/>
          <a:lstStyle/>
          <a:p>
            <a:pPr algn="l" indent="0" marL="0">
              <a:buNone/>
            </a:pPr>
            <a:r>
              <a:rPr lang="en-US" sz="825" spc="149" kern="0" dirty="0">
                <a:solidFill>
                  <a:srgbClr val="665B46"/>
                </a:solidFill>
                <a:latin typeface="IBM Plex Mono" pitchFamily="34" charset="0"/>
                <a:ea typeface="IBM Plex Mono" pitchFamily="34" charset="-122"/>
                <a:cs typeface="IBM Plex Mono" pitchFamily="34" charset="-120"/>
              </a:rPr>
              <a:t>ACI · 400°C − 350°C</a:t>
            </a:r>
            <a:endParaRPr lang="en-US" sz="825" dirty="0"/>
          </a:p>
        </p:txBody>
      </p:sp>
      <p:sp>
        <p:nvSpPr>
          <p:cNvPr id="36" name="Text 23"/>
          <p:cNvSpPr txBox="1"/>
          <p:nvPr/>
        </p:nvSpPr>
        <p:spPr>
          <a:xfrm>
            <a:off x="6724498" y="6515100"/>
            <a:ext cx="4572000" cy="419710"/>
          </a:xfrm>
          <a:prstGeom prst="rect">
            <a:avLst/>
          </a:prstGeom>
          <a:noFill/>
          <a:ln/>
        </p:spPr>
        <p:txBody>
          <a:bodyPr wrap="none" lIns="0" tIns="0" rIns="0" bIns="0" rtlCol="0" anchor="ctr"/>
          <a:lstStyle/>
          <a:p>
            <a:pPr algn="l" indent="0" marL="0">
              <a:buNone/>
            </a:pPr>
            <a:r>
              <a:rPr lang="en-US" sz="2550" dirty="0">
                <a:solidFill>
                  <a:srgbClr val="1C1D24"/>
                </a:solidFill>
                <a:latin typeface="IBM Plex Mono" pitchFamily="34" charset="0"/>
                <a:ea typeface="IBM Plex Mono" pitchFamily="34" charset="-122"/>
                <a:cs typeface="IBM Plex Mono" pitchFamily="34" charset="-120"/>
              </a:rPr>
              <a:t>−0.040 nm</a:t>
            </a:r>
            <a:endParaRPr lang="en-US" sz="2550" dirty="0"/>
          </a:p>
        </p:txBody>
      </p:sp>
      <p:pic>
        <p:nvPicPr>
          <p:cNvPr id="37" name="Image 8" descr="gen-dedup-4ff766b7a10a77c2c12c6bad447588b5.png">    </p:cNvPr>
          <p:cNvPicPr>
            <a:picLocks noChangeAspect="1"/>
          </p:cNvPicPr>
          <p:nvPr/>
        </p:nvPicPr>
        <p:blipFill>
          <a:blip r:embed="rId9"/>
          <a:srcRect l="-2083" r="-2083" t="0" b="0"/>
          <a:stretch/>
        </p:blipFill>
        <p:spPr>
          <a:xfrm>
            <a:off x="6724498" y="7067398"/>
            <a:ext cx="4572000" cy="9144"/>
          </a:xfrm>
          <a:prstGeom prst="rect">
            <a:avLst/>
          </a:prstGeom>
        </p:spPr>
      </p:pic>
      <p:sp>
        <p:nvSpPr>
          <p:cNvPr id="38" name="Text 24"/>
          <p:cNvSpPr txBox="1"/>
          <p:nvPr/>
        </p:nvSpPr>
        <p:spPr>
          <a:xfrm>
            <a:off x="6724498" y="7210044"/>
            <a:ext cx="4572000" cy="400507"/>
          </a:xfrm>
          <a:prstGeom prst="rect">
            <a:avLst/>
          </a:prstGeom>
          <a:noFill/>
          <a:ln/>
        </p:spPr>
        <p:txBody>
          <a:bodyPr wrap="square" lIns="0" tIns="0" rIns="0" bIns="0" rtlCol="0" anchor="ctr"/>
          <a:lstStyle/>
          <a:p>
            <a:pPr algn="l" indent="0" marL="0">
              <a:lnSpc>
                <a:spcPts val="1560"/>
              </a:lnSpc>
              <a:buNone/>
            </a:pPr>
            <a:r>
              <a:rPr lang="en-US" sz="975" dirty="0">
                <a:solidFill>
                  <a:srgbClr val="36322A"/>
                </a:solidFill>
                <a:latin typeface="Noto Sans KR" pitchFamily="34" charset="0"/>
                <a:ea typeface="Noto Sans KR" pitchFamily="34" charset="-122"/>
                <a:cs typeface="Noto Sans KR" pitchFamily="34" charset="-120"/>
              </a:rPr>
              <a:t>ACI mean은 −0.04 nm 미세 감소. W11만 +0.03 nm로 mean 위로 살짝 올라옴 — cap recess 영향 추정.</a:t>
            </a:r>
            <a:endParaRPr lang="en-US" sz="975" dirty="0"/>
          </a:p>
        </p:txBody>
      </p:sp>
      <p:sp>
        <p:nvSpPr>
          <p:cNvPr id="39" name="Text 25"/>
          <p:cNvSpPr txBox="1"/>
          <p:nvPr/>
        </p:nvSpPr>
        <p:spPr>
          <a:xfrm>
            <a:off x="11867998" y="6324905"/>
            <a:ext cx="4953305" cy="133502"/>
          </a:xfrm>
          <a:prstGeom prst="rect">
            <a:avLst/>
          </a:prstGeom>
          <a:noFill/>
          <a:ln/>
        </p:spPr>
        <p:txBody>
          <a:bodyPr wrap="none" lIns="0" tIns="0" rIns="0" bIns="0" rtlCol="0" anchor="ctr"/>
          <a:lstStyle/>
          <a:p>
            <a:pPr algn="l" indent="0" marL="0">
              <a:buNone/>
            </a:pPr>
            <a:r>
              <a:rPr lang="en-US" sz="825" spc="149" kern="0" dirty="0">
                <a:solidFill>
                  <a:srgbClr val="665B46"/>
                </a:solidFill>
                <a:latin typeface="IBM Plex Mono" pitchFamily="34" charset="0"/>
                <a:ea typeface="IBM Plex Mono" pitchFamily="34" charset="-122"/>
                <a:cs typeface="IBM Plex Mono" pitchFamily="34" charset="-120"/>
              </a:rPr>
              <a:t>% of 207 sites in spec</a:t>
            </a:r>
            <a:endParaRPr lang="en-US" sz="825" dirty="0"/>
          </a:p>
        </p:txBody>
      </p:sp>
      <p:sp>
        <p:nvSpPr>
          <p:cNvPr id="40" name="Text 26"/>
          <p:cNvSpPr txBox="1"/>
          <p:nvPr/>
        </p:nvSpPr>
        <p:spPr>
          <a:xfrm>
            <a:off x="11867998" y="6515100"/>
            <a:ext cx="4953305" cy="419710"/>
          </a:xfrm>
          <a:prstGeom prst="rect">
            <a:avLst/>
          </a:prstGeom>
          <a:noFill/>
          <a:ln/>
        </p:spPr>
        <p:txBody>
          <a:bodyPr wrap="none" lIns="0" tIns="0" rIns="0" bIns="0" rtlCol="0" anchor="ctr"/>
          <a:lstStyle/>
          <a:p>
            <a:pPr algn="l" indent="0" marL="0">
              <a:buNone/>
            </a:pPr>
            <a:r>
              <a:rPr lang="en-US" sz="2550" dirty="0">
                <a:solidFill>
                  <a:srgbClr val="3D7251"/>
                </a:solidFill>
                <a:latin typeface="IBM Plex Mono" pitchFamily="34" charset="0"/>
                <a:ea typeface="IBM Plex Mono" pitchFamily="34" charset="-122"/>
                <a:cs typeface="IBM Plex Mono" pitchFamily="34" charset="-120"/>
              </a:rPr>
              <a:t>99.0 %</a:t>
            </a:r>
            <a:endParaRPr lang="en-US" sz="2550" dirty="0"/>
          </a:p>
        </p:txBody>
      </p:sp>
      <p:pic>
        <p:nvPicPr>
          <p:cNvPr id="41" name="Image 9" descr="gen-dedup-39b71f631fd56960ef5356612f863413.png">    </p:cNvPr>
          <p:cNvPicPr>
            <a:picLocks noChangeAspect="1"/>
          </p:cNvPicPr>
          <p:nvPr/>
        </p:nvPicPr>
        <p:blipFill>
          <a:blip r:embed="rId10"/>
          <a:srcRect l="-2089" r="-2089" t="0" b="0"/>
          <a:stretch/>
        </p:blipFill>
        <p:spPr>
          <a:xfrm>
            <a:off x="11867998" y="7067398"/>
            <a:ext cx="4953305" cy="9144"/>
          </a:xfrm>
          <a:prstGeom prst="rect">
            <a:avLst/>
          </a:prstGeom>
        </p:spPr>
      </p:pic>
      <p:sp>
        <p:nvSpPr>
          <p:cNvPr id="42" name="Text 27"/>
          <p:cNvSpPr txBox="1"/>
          <p:nvPr/>
        </p:nvSpPr>
        <p:spPr>
          <a:xfrm>
            <a:off x="11867998" y="7210044"/>
            <a:ext cx="4953305" cy="400507"/>
          </a:xfrm>
          <a:prstGeom prst="rect">
            <a:avLst/>
          </a:prstGeom>
          <a:noFill/>
          <a:ln/>
        </p:spPr>
        <p:txBody>
          <a:bodyPr wrap="square" lIns="0" tIns="0" rIns="0" bIns="0" rtlCol="0" anchor="ctr"/>
          <a:lstStyle/>
          <a:p>
            <a:pPr algn="l" indent="0" marL="0">
              <a:lnSpc>
                <a:spcPts val="1560"/>
              </a:lnSpc>
              <a:buNone/>
            </a:pPr>
            <a:r>
              <a:rPr lang="en-US" sz="975" dirty="0">
                <a:solidFill>
                  <a:srgbClr val="36322A"/>
                </a:solidFill>
                <a:latin typeface="Noto Sans KR" pitchFamily="34" charset="0"/>
                <a:ea typeface="Noto Sans KR" pitchFamily="34" charset="-122"/>
                <a:cs typeface="Noto Sans KR" pitchFamily="34" charset="-120"/>
              </a:rPr>
              <a:t>AMI 207 site 중 1 site, ACI 207 site 중 2 site spec-edge. 모두 in-spec 판정. AMI/ACI 모두 tight한 small-CD 영역.</a:t>
            </a:r>
            <a:endParaRPr lang="en-US" sz="975" dirty="0"/>
          </a:p>
        </p:txBody>
      </p:sp>
      <p:sp>
        <p:nvSpPr>
          <p:cNvPr id="43" name="Text 28"/>
          <p:cNvSpPr txBox="1"/>
          <p:nvPr/>
        </p:nvSpPr>
        <p:spPr>
          <a:xfrm>
            <a:off x="1580998" y="8876995"/>
            <a:ext cx="15050110" cy="133502"/>
          </a:xfrm>
          <a:prstGeom prst="rect">
            <a:avLst/>
          </a:prstGeom>
          <a:noFill/>
          <a:ln/>
        </p:spPr>
        <p:txBody>
          <a:bodyPr wrap="none" lIns="0" tIns="0" rIns="0" bIns="0" rtlCol="0" anchor="ctr"/>
          <a:lstStyle/>
          <a:p>
            <a:pPr algn="l" indent="0" marL="0">
              <a:buNone/>
            </a:pPr>
            <a:r>
              <a:rPr lang="en-US" sz="825" spc="182" kern="0" dirty="0">
                <a:solidFill>
                  <a:srgbClr val="E8B09C"/>
                </a:solidFill>
                <a:latin typeface="IBM Plex Mono" pitchFamily="34" charset="0"/>
                <a:ea typeface="IBM Plex Mono" pitchFamily="34" charset="-122"/>
                <a:cs typeface="IBM Plex Mono" pitchFamily="34" charset="-120"/>
              </a:rPr>
              <a:t>KEY TAKEAWAY · 09</a:t>
            </a:r>
            <a:endParaRPr lang="en-US" sz="825" dirty="0"/>
          </a:p>
        </p:txBody>
      </p:sp>
      <p:sp>
        <p:nvSpPr>
          <p:cNvPr id="44" name="Text 29"/>
          <p:cNvSpPr txBox="1"/>
          <p:nvPr/>
        </p:nvSpPr>
        <p:spPr>
          <a:xfrm>
            <a:off x="1580998" y="9048902"/>
            <a:ext cx="15050110" cy="228600"/>
          </a:xfrm>
          <a:prstGeom prst="rect">
            <a:avLst/>
          </a:prstGeom>
          <a:noFill/>
          <a:ln/>
        </p:spPr>
        <p:txBody>
          <a:bodyPr wrap="none" lIns="0" tIns="0" rIns="0" bIns="0" rtlCol="0" anchor="ctr"/>
          <a:lstStyle/>
          <a:p>
            <a:pPr algn="l" indent="0" marL="0">
              <a:buNone/>
            </a:pPr>
            <a:r>
              <a:rPr lang="en-US" sz="1275" b="1" dirty="0">
                <a:solidFill>
                  <a:srgbClr val="EFE6D3"/>
                </a:solidFill>
                <a:latin typeface="Noto Sans KR" pitchFamily="34" charset="0"/>
                <a:ea typeface="Noto Sans KR" pitchFamily="34" charset="-122"/>
                <a:cs typeface="Noto Sans KR" pitchFamily="34" charset="-120"/>
              </a:rPr>
              <a:t>AMI/ACI 모두 spec 안 — AMI는 400°C에서 +0.03 nm 굵어지고, ACI는 −0.04 nm 얇아짐. W2W Δ 비대칭 (AMI↗, ACI↘)이 동일 anneal 강화의 trade-off 신호.</a:t>
            </a:r>
            <a:endParaRPr lang="en-US" sz="1275" dirty="0"/>
          </a:p>
        </p:txBody>
      </p:sp>
      <p:sp>
        <p:nvSpPr>
          <p:cNvPr id="45" name="Text 30"/>
          <p:cNvSpPr txBox="1"/>
          <p:nvPr/>
        </p:nvSpPr>
        <p:spPr>
          <a:xfrm>
            <a:off x="914400" y="9791395"/>
            <a:ext cx="17373600" cy="181051"/>
          </a:xfrm>
          <a:prstGeom prst="rect">
            <a:avLst/>
          </a:prstGeom>
          <a:noFill/>
          <a:ln/>
        </p:spPr>
        <p:txBody>
          <a:bodyPr wrap="none" lIns="0" tIns="0" rIns="0" bIns="0" rtlCol="0" anchor="ctr"/>
          <a:lstStyle/>
          <a:p>
            <a:pPr algn="ctr" indent="0" marL="0">
              <a:buNone/>
            </a:pPr>
            <a:r>
              <a:rPr lang="en-US" sz="975" spc="39" kern="0" dirty="0">
                <a:solidFill>
                  <a:srgbClr val="665B46"/>
                </a:solidFill>
                <a:latin typeface="Noto Sans KR" pitchFamily="34" charset="0"/>
                <a:ea typeface="Noto Sans KR" pitchFamily="34" charset="-122"/>
                <a:cs typeface="Noto Sans KR" pitchFamily="34" charset="-120"/>
              </a:rPr>
              <a:t>※ 내부 테스트용 더미(가상) 데이터</a:t>
            </a:r>
            <a:endParaRPr lang="en-US" sz="975"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FE6D3"/>
        </a:solidFill>
      </p:bgPr>
    </p:bg>
    <p:spTree>
      <p:nvGrpSpPr>
        <p:cNvPr id="1" name=""/>
        <p:cNvGrpSpPr/>
        <p:nvPr/>
      </p:nvGrpSpPr>
      <p:grpSpPr>
        <a:xfrm>
          <a:off x="0" y="0"/>
          <a:ext cx="0" cy="0"/>
          <a:chOff x="0" y="0"/>
          <a:chExt cx="0" cy="0"/>
        </a:xfrm>
      </p:grpSpPr>
      <p:sp>
        <p:nvSpPr>
          <p:cNvPr id="3" name="Shape 0"/>
          <p:cNvSpPr/>
          <p:nvPr/>
        </p:nvSpPr>
        <p:spPr>
          <a:xfrm>
            <a:off x="0" y="0"/>
            <a:ext cx="914400" cy="10287000"/>
          </a:xfrm>
          <a:prstGeom prst="rect">
            <a:avLst/>
          </a:prstGeom>
          <a:solidFill>
            <a:srgbClr val="26201A"/>
          </a:solidFill>
          <a:ln w="12700">
            <a:solidFill>
              <a:srgbClr val="FFFFFF">
                <a:alpha val="0"/>
              </a:srgbClr>
            </a:solidFill>
            <a:prstDash val="solid"/>
          </a:ln>
        </p:spPr>
      </p:sp>
      <p:sp>
        <p:nvSpPr>
          <p:cNvPr id="4" name="Shape 1"/>
          <p:cNvSpPr/>
          <p:nvPr/>
        </p:nvSpPr>
        <p:spPr>
          <a:xfrm>
            <a:off x="1333195" y="1904695"/>
            <a:ext cx="7258507" cy="6305702"/>
          </a:xfrm>
          <a:prstGeom prst="rect">
            <a:avLst/>
          </a:prstGeom>
          <a:solidFill>
            <a:srgbClr val="FFFFFF"/>
          </a:solidFill>
          <a:ln w="12700">
            <a:solidFill>
              <a:srgbClr val="BFB38D"/>
            </a:solidFill>
            <a:prstDash val="solid"/>
          </a:ln>
        </p:spPr>
      </p:sp>
      <p:sp>
        <p:nvSpPr>
          <p:cNvPr id="5" name="Shape 2"/>
          <p:cNvSpPr/>
          <p:nvPr/>
        </p:nvSpPr>
        <p:spPr>
          <a:xfrm>
            <a:off x="8953805" y="1904695"/>
            <a:ext cx="8020202" cy="2686507"/>
          </a:xfrm>
          <a:prstGeom prst="rect">
            <a:avLst/>
          </a:prstGeom>
          <a:solidFill>
            <a:srgbClr val="FFFFFF"/>
          </a:solidFill>
          <a:ln w="12700">
            <a:solidFill>
              <a:srgbClr val="BFB38D"/>
            </a:solidFill>
            <a:prstDash val="solid"/>
          </a:ln>
        </p:spPr>
      </p:sp>
      <p:sp>
        <p:nvSpPr>
          <p:cNvPr id="6" name="Shape 3"/>
          <p:cNvSpPr/>
          <p:nvPr/>
        </p:nvSpPr>
        <p:spPr>
          <a:xfrm>
            <a:off x="8953805" y="4743907"/>
            <a:ext cx="8020202" cy="1923898"/>
          </a:xfrm>
          <a:prstGeom prst="rect">
            <a:avLst/>
          </a:prstGeom>
          <a:solidFill>
            <a:srgbClr val="FFFFFF"/>
          </a:solidFill>
          <a:ln w="12700">
            <a:solidFill>
              <a:srgbClr val="BFB38D"/>
            </a:solidFill>
            <a:prstDash val="solid"/>
          </a:ln>
        </p:spPr>
      </p:sp>
      <p:sp>
        <p:nvSpPr>
          <p:cNvPr id="7" name="Shape 4"/>
          <p:cNvSpPr/>
          <p:nvPr/>
        </p:nvSpPr>
        <p:spPr>
          <a:xfrm>
            <a:off x="8953805" y="7239305"/>
            <a:ext cx="8020202" cy="1257300"/>
          </a:xfrm>
          <a:prstGeom prst="rect">
            <a:avLst/>
          </a:prstGeom>
          <a:solidFill>
            <a:srgbClr val="FFFFFF"/>
          </a:solidFill>
          <a:ln w="12700">
            <a:solidFill>
              <a:srgbClr val="BFB38D"/>
            </a:solidFill>
            <a:prstDash val="solid"/>
          </a:ln>
        </p:spPr>
      </p:sp>
      <p:sp>
        <p:nvSpPr>
          <p:cNvPr id="8" name="Shape 5"/>
          <p:cNvSpPr/>
          <p:nvPr/>
        </p:nvSpPr>
        <p:spPr>
          <a:xfrm>
            <a:off x="1333195" y="8762695"/>
            <a:ext cx="15620695" cy="609905"/>
          </a:xfrm>
          <a:prstGeom prst="rect">
            <a:avLst/>
          </a:prstGeom>
          <a:solidFill>
            <a:srgbClr val="26201A"/>
          </a:solidFill>
          <a:ln w="12700">
            <a:solidFill>
              <a:srgbClr val="FFFFFF">
                <a:alpha val="0"/>
              </a:srgbClr>
            </a:solidFill>
            <a:prstDash val="solid"/>
          </a:ln>
        </p:spPr>
      </p:sp>
      <p:pic>
        <p:nvPicPr>
          <p:cNvPr id="9" name="Image 0" descr="gen-dedup-67593f15b7d15009cc3a06eb522b11cc.png">    </p:cNvPr>
          <p:cNvPicPr>
            <a:picLocks noChangeAspect="1"/>
          </p:cNvPicPr>
          <p:nvPr/>
        </p:nvPicPr>
        <p:blipFill>
          <a:blip r:embed="rId1"/>
          <a:srcRect l="-400" r="-400" t="0" b="0"/>
          <a:stretch/>
        </p:blipFill>
        <p:spPr>
          <a:xfrm>
            <a:off x="1333195" y="1904695"/>
            <a:ext cx="57607" cy="6286500"/>
          </a:xfrm>
          <a:prstGeom prst="rect">
            <a:avLst/>
          </a:prstGeom>
        </p:spPr>
      </p:pic>
      <p:pic>
        <p:nvPicPr>
          <p:cNvPr id="10" name="Image 1" descr="gen-dedup-287a9a19f100aedd5c5aa3e30818ccc4.png">    </p:cNvPr>
          <p:cNvPicPr>
            <a:picLocks noChangeAspect="1"/>
          </p:cNvPicPr>
          <p:nvPr/>
        </p:nvPicPr>
        <p:blipFill>
          <a:blip r:embed="rId2"/>
          <a:srcRect l="-394" r="-394" t="0" b="0"/>
          <a:stretch/>
        </p:blipFill>
        <p:spPr>
          <a:xfrm>
            <a:off x="8953805" y="1904695"/>
            <a:ext cx="57607" cy="2667305"/>
          </a:xfrm>
          <a:prstGeom prst="rect">
            <a:avLst/>
          </a:prstGeom>
        </p:spPr>
      </p:pic>
      <p:pic>
        <p:nvPicPr>
          <p:cNvPr id="11" name="Image 2" descr="gen-dedup-4f0894b7b0f92467be2e8196e2662fee.png">    </p:cNvPr>
          <p:cNvPicPr>
            <a:picLocks noChangeAspect="1"/>
          </p:cNvPicPr>
          <p:nvPr/>
        </p:nvPicPr>
        <p:blipFill>
          <a:blip r:embed="rId3"/>
          <a:srcRect l="-408" r="-408" t="0" b="0"/>
          <a:stretch/>
        </p:blipFill>
        <p:spPr>
          <a:xfrm>
            <a:off x="8953805" y="4743907"/>
            <a:ext cx="57607" cy="1904695"/>
          </a:xfrm>
          <a:prstGeom prst="rect">
            <a:avLst/>
          </a:prstGeom>
        </p:spPr>
      </p:pic>
      <p:pic>
        <p:nvPicPr>
          <p:cNvPr id="12" name="Image 3" descr="gen-dedup-d6cc85c6a75c89d5d3db4cd579998219.png">    </p:cNvPr>
          <p:cNvPicPr>
            <a:picLocks noChangeAspect="1"/>
          </p:cNvPicPr>
          <p:nvPr/>
        </p:nvPicPr>
        <p:blipFill>
          <a:blip r:embed="rId4"/>
          <a:srcRect l="-406" r="-406" t="0" b="0"/>
          <a:stretch/>
        </p:blipFill>
        <p:spPr>
          <a:xfrm>
            <a:off x="8953805" y="7239305"/>
            <a:ext cx="57607" cy="1238098"/>
          </a:xfrm>
          <a:prstGeom prst="rect">
            <a:avLst/>
          </a:prstGeom>
        </p:spPr>
      </p:pic>
      <p:pic>
        <p:nvPicPr>
          <p:cNvPr id="13" name="Image 4" descr="gen-dedup-9ac09d123ac1d8564f7a843a0d2abfc3.png">    </p:cNvPr>
          <p:cNvPicPr>
            <a:picLocks noChangeAspect="1"/>
          </p:cNvPicPr>
          <p:nvPr/>
        </p:nvPicPr>
        <p:blipFill>
          <a:blip r:embed="rId5"/>
          <a:srcRect l="-375" r="-375" t="0" b="0"/>
          <a:stretch/>
        </p:blipFill>
        <p:spPr>
          <a:xfrm>
            <a:off x="1333195" y="8762695"/>
            <a:ext cx="57607" cy="609905"/>
          </a:xfrm>
          <a:prstGeom prst="rect">
            <a:avLst/>
          </a:prstGeom>
        </p:spPr>
      </p:pic>
      <p:sp>
        <p:nvSpPr>
          <p:cNvPr id="14" name="Text 6"/>
          <p:cNvSpPr txBox="1"/>
          <p:nvPr/>
        </p:nvSpPr>
        <p:spPr>
          <a:xfrm>
            <a:off x="1619402" y="3143707"/>
            <a:ext cx="743407" cy="495605"/>
          </a:xfrm>
          <a:prstGeom prst="rect">
            <a:avLst/>
          </a:prstGeom>
          <a:solidFill>
            <a:srgbClr val="BFB38D">
              <a:alpha val="55000"/>
            </a:srgbClr>
          </a:solidFill>
          <a:ln w="12700">
            <a:solidFill>
              <a:srgbClr val="BFB38D"/>
            </a:solidFill>
          </a:ln>
        </p:spPr>
        <p:txBody>
          <a:bodyPr wrap="square" lIns="0" tIns="0" rIns="0" bIns="0" rtlCol="0" anchor="ctr"/>
          <a:lstStyle/>
          <a:p>
            <a:pPr algn="ctr" indent="0" marL="0">
              <a:buNone/>
            </a:pPr>
            <a:r>
              <a:rPr lang="en-US" sz="825" dirty="0">
                <a:solidFill>
                  <a:srgbClr val="665B46"/>
                </a:solidFill>
                <a:latin typeface="IBM Plex Mono" pitchFamily="34" charset="0"/>
                <a:ea typeface="IBM Plex Mono" pitchFamily="34" charset="-122"/>
                <a:cs typeface="IBM Plex Mono" pitchFamily="34" charset="-120"/>
              </a:rPr>
              <a:t>.</a:t>
            </a:r>
            <a:endParaRPr lang="en-US" sz="825" dirty="0"/>
          </a:p>
        </p:txBody>
      </p:sp>
      <p:sp>
        <p:nvSpPr>
          <p:cNvPr id="15" name="Text 7"/>
          <p:cNvSpPr txBox="1"/>
          <p:nvPr/>
        </p:nvSpPr>
        <p:spPr>
          <a:xfrm>
            <a:off x="2372868" y="3143707"/>
            <a:ext cx="743407" cy="495605"/>
          </a:xfrm>
          <a:prstGeom prst="rect">
            <a:avLst/>
          </a:prstGeom>
          <a:solidFill>
            <a:srgbClr val="BFB38D">
              <a:alpha val="55000"/>
            </a:srgbClr>
          </a:solidFill>
          <a:ln w="12700">
            <a:solidFill>
              <a:srgbClr val="BFB38D"/>
            </a:solidFill>
          </a:ln>
        </p:spPr>
        <p:txBody>
          <a:bodyPr wrap="square" lIns="0" tIns="0" rIns="0" bIns="0" rtlCol="0" anchor="ctr"/>
          <a:lstStyle/>
          <a:p>
            <a:pPr algn="ctr" indent="0" marL="0">
              <a:buNone/>
            </a:pPr>
            <a:r>
              <a:rPr lang="en-US" sz="825" dirty="0">
                <a:solidFill>
                  <a:srgbClr val="665B46"/>
                </a:solidFill>
                <a:latin typeface="IBM Plex Mono" pitchFamily="34" charset="0"/>
                <a:ea typeface="IBM Plex Mono" pitchFamily="34" charset="-122"/>
                <a:cs typeface="IBM Plex Mono" pitchFamily="34" charset="-120"/>
              </a:rPr>
              <a:t>.</a:t>
            </a:r>
            <a:endParaRPr lang="en-US" sz="825" dirty="0"/>
          </a:p>
        </p:txBody>
      </p:sp>
      <p:sp>
        <p:nvSpPr>
          <p:cNvPr id="16" name="Text 8"/>
          <p:cNvSpPr txBox="1"/>
          <p:nvPr/>
        </p:nvSpPr>
        <p:spPr>
          <a:xfrm>
            <a:off x="3126334" y="3143707"/>
            <a:ext cx="743407" cy="495605"/>
          </a:xfrm>
          <a:prstGeom prst="rect">
            <a:avLst/>
          </a:prstGeom>
          <a:solidFill>
            <a:srgbClr val="BFB38D">
              <a:alpha val="55000"/>
            </a:srgbClr>
          </a:solidFill>
          <a:ln w="12700">
            <a:solidFill>
              <a:srgbClr val="BFB38D"/>
            </a:solidFill>
          </a:ln>
        </p:spPr>
        <p:txBody>
          <a:bodyPr wrap="square" lIns="0" tIns="0" rIns="0" bIns="0" rtlCol="0" anchor="ctr"/>
          <a:lstStyle/>
          <a:p>
            <a:pPr algn="ctr" indent="0" marL="0">
              <a:buNone/>
            </a:pPr>
            <a:r>
              <a:rPr lang="en-US" sz="825" dirty="0">
                <a:solidFill>
                  <a:srgbClr val="665B46"/>
                </a:solidFill>
                <a:latin typeface="IBM Plex Mono" pitchFamily="34" charset="0"/>
                <a:ea typeface="IBM Plex Mono" pitchFamily="34" charset="-122"/>
                <a:cs typeface="IBM Plex Mono" pitchFamily="34" charset="-120"/>
              </a:rPr>
              <a:t>.</a:t>
            </a:r>
            <a:endParaRPr lang="en-US" sz="825" dirty="0"/>
          </a:p>
        </p:txBody>
      </p:sp>
      <p:sp>
        <p:nvSpPr>
          <p:cNvPr id="17" name="Text 9"/>
          <p:cNvSpPr txBox="1"/>
          <p:nvPr/>
        </p:nvSpPr>
        <p:spPr>
          <a:xfrm>
            <a:off x="3879799" y="3143707"/>
            <a:ext cx="743407" cy="495605"/>
          </a:xfrm>
          <a:prstGeom prst="rect">
            <a:avLst/>
          </a:prstGeom>
          <a:solidFill>
            <a:srgbClr val="BFB38D">
              <a:alpha val="55000"/>
            </a:srgbClr>
          </a:solidFill>
          <a:ln w="12700">
            <a:solidFill>
              <a:srgbClr val="BFB38D"/>
            </a:solidFill>
          </a:ln>
        </p:spPr>
        <p:txBody>
          <a:bodyPr wrap="square" lIns="0" tIns="0" rIns="0" bIns="0" rtlCol="0" anchor="ctr"/>
          <a:lstStyle/>
          <a:p>
            <a:pPr algn="ctr" indent="0" marL="0">
              <a:buNone/>
            </a:pPr>
            <a:r>
              <a:rPr lang="en-US" sz="825" dirty="0">
                <a:solidFill>
                  <a:srgbClr val="665B46"/>
                </a:solidFill>
                <a:latin typeface="IBM Plex Mono" pitchFamily="34" charset="0"/>
                <a:ea typeface="IBM Plex Mono" pitchFamily="34" charset="-122"/>
                <a:cs typeface="IBM Plex Mono" pitchFamily="34" charset="-120"/>
              </a:rPr>
              <a:t>.</a:t>
            </a:r>
            <a:endParaRPr lang="en-US" sz="825" dirty="0"/>
          </a:p>
        </p:txBody>
      </p:sp>
      <p:sp>
        <p:nvSpPr>
          <p:cNvPr id="18" name="Text 10"/>
          <p:cNvSpPr txBox="1"/>
          <p:nvPr/>
        </p:nvSpPr>
        <p:spPr>
          <a:xfrm>
            <a:off x="4633265" y="3143707"/>
            <a:ext cx="743407" cy="495605"/>
          </a:xfrm>
          <a:prstGeom prst="rect">
            <a:avLst/>
          </a:prstGeom>
          <a:solidFill>
            <a:srgbClr val="BFB38D">
              <a:alpha val="55000"/>
            </a:srgbClr>
          </a:solidFill>
          <a:ln w="12700">
            <a:solidFill>
              <a:srgbClr val="BFB38D"/>
            </a:solidFill>
          </a:ln>
        </p:spPr>
        <p:txBody>
          <a:bodyPr wrap="square" lIns="0" tIns="0" rIns="0" bIns="0" rtlCol="0" anchor="ctr"/>
          <a:lstStyle/>
          <a:p>
            <a:pPr algn="ctr" indent="0" marL="0">
              <a:buNone/>
            </a:pPr>
            <a:r>
              <a:rPr lang="en-US" sz="825" dirty="0">
                <a:solidFill>
                  <a:srgbClr val="665B46"/>
                </a:solidFill>
                <a:latin typeface="IBM Plex Mono" pitchFamily="34" charset="0"/>
                <a:ea typeface="IBM Plex Mono" pitchFamily="34" charset="-122"/>
                <a:cs typeface="IBM Plex Mono" pitchFamily="34" charset="-120"/>
              </a:rPr>
              <a:t>.</a:t>
            </a:r>
            <a:endParaRPr lang="en-US" sz="825" dirty="0"/>
          </a:p>
        </p:txBody>
      </p:sp>
      <p:sp>
        <p:nvSpPr>
          <p:cNvPr id="19" name="Text 11"/>
          <p:cNvSpPr txBox="1"/>
          <p:nvPr/>
        </p:nvSpPr>
        <p:spPr>
          <a:xfrm>
            <a:off x="5386730" y="3143707"/>
            <a:ext cx="743407" cy="495605"/>
          </a:xfrm>
          <a:prstGeom prst="rect">
            <a:avLst/>
          </a:prstGeom>
          <a:solidFill>
            <a:srgbClr val="BFB38D">
              <a:alpha val="55000"/>
            </a:srgbClr>
          </a:solidFill>
          <a:ln w="12700">
            <a:solidFill>
              <a:srgbClr val="BFB38D"/>
            </a:solidFill>
          </a:ln>
        </p:spPr>
        <p:txBody>
          <a:bodyPr wrap="square" lIns="0" tIns="0" rIns="0" bIns="0" rtlCol="0" anchor="ctr"/>
          <a:lstStyle/>
          <a:p>
            <a:pPr algn="ctr" indent="0" marL="0">
              <a:buNone/>
            </a:pPr>
            <a:r>
              <a:rPr lang="en-US" sz="825" dirty="0">
                <a:solidFill>
                  <a:srgbClr val="665B46"/>
                </a:solidFill>
                <a:latin typeface="IBM Plex Mono" pitchFamily="34" charset="0"/>
                <a:ea typeface="IBM Plex Mono" pitchFamily="34" charset="-122"/>
                <a:cs typeface="IBM Plex Mono" pitchFamily="34" charset="-120"/>
              </a:rPr>
              <a:t>.</a:t>
            </a:r>
            <a:endParaRPr lang="en-US" sz="825" dirty="0"/>
          </a:p>
        </p:txBody>
      </p:sp>
      <p:sp>
        <p:nvSpPr>
          <p:cNvPr id="20" name="Text 12"/>
          <p:cNvSpPr txBox="1"/>
          <p:nvPr/>
        </p:nvSpPr>
        <p:spPr>
          <a:xfrm>
            <a:off x="6140196" y="3143707"/>
            <a:ext cx="743407" cy="495605"/>
          </a:xfrm>
          <a:prstGeom prst="rect">
            <a:avLst/>
          </a:prstGeom>
          <a:solidFill>
            <a:srgbClr val="BFB38D">
              <a:alpha val="55000"/>
            </a:srgbClr>
          </a:solidFill>
          <a:ln w="12700">
            <a:solidFill>
              <a:srgbClr val="BFB38D"/>
            </a:solidFill>
          </a:ln>
        </p:spPr>
        <p:txBody>
          <a:bodyPr wrap="square" lIns="0" tIns="0" rIns="0" bIns="0" rtlCol="0" anchor="ctr"/>
          <a:lstStyle/>
          <a:p>
            <a:pPr algn="ctr" indent="0" marL="0">
              <a:buNone/>
            </a:pPr>
            <a:r>
              <a:rPr lang="en-US" sz="825" dirty="0">
                <a:solidFill>
                  <a:srgbClr val="665B46"/>
                </a:solidFill>
                <a:latin typeface="IBM Plex Mono" pitchFamily="34" charset="0"/>
                <a:ea typeface="IBM Plex Mono" pitchFamily="34" charset="-122"/>
                <a:cs typeface="IBM Plex Mono" pitchFamily="34" charset="-120"/>
              </a:rPr>
              <a:t>.</a:t>
            </a:r>
            <a:endParaRPr lang="en-US" sz="825" dirty="0"/>
          </a:p>
        </p:txBody>
      </p:sp>
      <p:sp>
        <p:nvSpPr>
          <p:cNvPr id="21" name="Text 13"/>
          <p:cNvSpPr txBox="1"/>
          <p:nvPr/>
        </p:nvSpPr>
        <p:spPr>
          <a:xfrm>
            <a:off x="6893662" y="3143707"/>
            <a:ext cx="743407" cy="495605"/>
          </a:xfrm>
          <a:prstGeom prst="rect">
            <a:avLst/>
          </a:prstGeom>
          <a:solidFill>
            <a:srgbClr val="BFB38D">
              <a:alpha val="55000"/>
            </a:srgbClr>
          </a:solidFill>
          <a:ln w="12700">
            <a:solidFill>
              <a:srgbClr val="BFB38D"/>
            </a:solidFill>
          </a:ln>
        </p:spPr>
        <p:txBody>
          <a:bodyPr wrap="square" lIns="0" tIns="0" rIns="0" bIns="0" rtlCol="0" anchor="ctr"/>
          <a:lstStyle/>
          <a:p>
            <a:pPr algn="ctr" indent="0" marL="0">
              <a:buNone/>
            </a:pPr>
            <a:r>
              <a:rPr lang="en-US" sz="825" dirty="0">
                <a:solidFill>
                  <a:srgbClr val="665B46"/>
                </a:solidFill>
                <a:latin typeface="IBM Plex Mono" pitchFamily="34" charset="0"/>
                <a:ea typeface="IBM Plex Mono" pitchFamily="34" charset="-122"/>
                <a:cs typeface="IBM Plex Mono" pitchFamily="34" charset="-120"/>
              </a:rPr>
              <a:t>.</a:t>
            </a:r>
            <a:endParaRPr lang="en-US" sz="825" dirty="0"/>
          </a:p>
        </p:txBody>
      </p:sp>
      <p:sp>
        <p:nvSpPr>
          <p:cNvPr id="22" name="Text 14"/>
          <p:cNvSpPr txBox="1"/>
          <p:nvPr/>
        </p:nvSpPr>
        <p:spPr>
          <a:xfrm>
            <a:off x="7647127" y="3143707"/>
            <a:ext cx="743407" cy="495605"/>
          </a:xfrm>
          <a:prstGeom prst="rect">
            <a:avLst/>
          </a:prstGeom>
          <a:solidFill>
            <a:srgbClr val="BFB38D">
              <a:alpha val="55000"/>
            </a:srgbClr>
          </a:solidFill>
          <a:ln w="12700">
            <a:solidFill>
              <a:srgbClr val="BFB38D"/>
            </a:solidFill>
          </a:ln>
        </p:spPr>
        <p:txBody>
          <a:bodyPr wrap="square" lIns="0" tIns="0" rIns="0" bIns="0" rtlCol="0" anchor="ctr"/>
          <a:lstStyle/>
          <a:p>
            <a:pPr algn="ctr" indent="0" marL="0">
              <a:buNone/>
            </a:pPr>
            <a:r>
              <a:rPr lang="en-US" sz="825" dirty="0">
                <a:solidFill>
                  <a:srgbClr val="665B46"/>
                </a:solidFill>
                <a:latin typeface="IBM Plex Mono" pitchFamily="34" charset="0"/>
                <a:ea typeface="IBM Plex Mono" pitchFamily="34" charset="-122"/>
                <a:cs typeface="IBM Plex Mono" pitchFamily="34" charset="-120"/>
              </a:rPr>
              <a:t>.</a:t>
            </a:r>
            <a:endParaRPr lang="en-US" sz="825" dirty="0"/>
          </a:p>
        </p:txBody>
      </p:sp>
      <p:sp>
        <p:nvSpPr>
          <p:cNvPr id="23" name="Text 15"/>
          <p:cNvSpPr txBox="1"/>
          <p:nvPr/>
        </p:nvSpPr>
        <p:spPr>
          <a:xfrm>
            <a:off x="1619402" y="3653028"/>
            <a:ext cx="743407" cy="495605"/>
          </a:xfrm>
          <a:prstGeom prst="rect">
            <a:avLst/>
          </a:prstGeom>
          <a:solidFill>
            <a:srgbClr val="BFB38D">
              <a:alpha val="55000"/>
            </a:srgbClr>
          </a:solidFill>
          <a:ln w="12700">
            <a:solidFill>
              <a:srgbClr val="BFB38D"/>
            </a:solidFill>
          </a:ln>
        </p:spPr>
        <p:txBody>
          <a:bodyPr wrap="square" lIns="0" tIns="0" rIns="0" bIns="0" rtlCol="0" anchor="ctr"/>
          <a:lstStyle/>
          <a:p>
            <a:pPr algn="ctr" indent="0" marL="0">
              <a:buNone/>
            </a:pPr>
            <a:r>
              <a:rPr lang="en-US" sz="825" dirty="0">
                <a:solidFill>
                  <a:srgbClr val="665B46"/>
                </a:solidFill>
                <a:latin typeface="IBM Plex Mono" pitchFamily="34" charset="0"/>
                <a:ea typeface="IBM Plex Mono" pitchFamily="34" charset="-122"/>
                <a:cs typeface="IBM Plex Mono" pitchFamily="34" charset="-120"/>
              </a:rPr>
              <a:t>.</a:t>
            </a:r>
            <a:endParaRPr lang="en-US" sz="825" dirty="0"/>
          </a:p>
        </p:txBody>
      </p:sp>
      <p:sp>
        <p:nvSpPr>
          <p:cNvPr id="24" name="Text 16"/>
          <p:cNvSpPr txBox="1"/>
          <p:nvPr/>
        </p:nvSpPr>
        <p:spPr>
          <a:xfrm>
            <a:off x="2372868" y="3653028"/>
            <a:ext cx="743407" cy="495605"/>
          </a:xfrm>
          <a:prstGeom prst="rect">
            <a:avLst/>
          </a:prstGeom>
          <a:solidFill>
            <a:srgbClr val="3C6C74">
              <a:alpha val="18000"/>
            </a:srgbClr>
          </a:solidFill>
          <a:ln>
            <a:solidFill>
              <a:srgbClr val="FFFFFF">
                <a:alpha val="0"/>
              </a:srgbClr>
            </a:solidFill>
          </a:ln>
        </p:spPr>
        <p:txBody>
          <a:bodyPr wrap="square" lIns="0" tIns="0" rIns="0" bIns="0" rtlCol="0" anchor="ctr"/>
          <a:lstStyle/>
          <a:p>
            <a:pPr algn="ctr" indent="0" marL="0">
              <a:buNone/>
            </a:pPr>
            <a:r>
              <a:rPr lang="en-US" sz="825" dirty="0">
                <a:solidFill>
                  <a:srgbClr val="1C1D24"/>
                </a:solidFill>
                <a:latin typeface="IBM Plex Mono" pitchFamily="34" charset="0"/>
                <a:ea typeface="IBM Plex Mono" pitchFamily="34" charset="-122"/>
                <a:cs typeface="IBM Plex Mono" pitchFamily="34" charset="-120"/>
              </a:rPr>
              <a:t>23.18</a:t>
            </a:r>
            <a:endParaRPr lang="en-US" sz="825" dirty="0"/>
          </a:p>
        </p:txBody>
      </p:sp>
      <p:sp>
        <p:nvSpPr>
          <p:cNvPr id="25" name="Text 17"/>
          <p:cNvSpPr txBox="1"/>
          <p:nvPr/>
        </p:nvSpPr>
        <p:spPr>
          <a:xfrm>
            <a:off x="3126334" y="3653028"/>
            <a:ext cx="743407" cy="495605"/>
          </a:xfrm>
          <a:prstGeom prst="rect">
            <a:avLst/>
          </a:prstGeom>
          <a:solidFill>
            <a:srgbClr val="3C6C74">
              <a:alpha val="22000"/>
            </a:srgbClr>
          </a:solidFill>
          <a:ln>
            <a:solidFill>
              <a:srgbClr val="FFFFFF">
                <a:alpha val="0"/>
              </a:srgbClr>
            </a:solidFill>
          </a:ln>
        </p:spPr>
        <p:txBody>
          <a:bodyPr wrap="square" lIns="0" tIns="0" rIns="0" bIns="0" rtlCol="0" anchor="ctr"/>
          <a:lstStyle/>
          <a:p>
            <a:pPr algn="ctr" indent="0" marL="0">
              <a:buNone/>
            </a:pPr>
            <a:r>
              <a:rPr lang="en-US" sz="825" dirty="0">
                <a:solidFill>
                  <a:srgbClr val="1C1D24"/>
                </a:solidFill>
                <a:latin typeface="IBM Plex Mono" pitchFamily="34" charset="0"/>
                <a:ea typeface="IBM Plex Mono" pitchFamily="34" charset="-122"/>
                <a:cs typeface="IBM Plex Mono" pitchFamily="34" charset="-120"/>
              </a:rPr>
              <a:t>23.21</a:t>
            </a:r>
            <a:endParaRPr lang="en-US" sz="825" dirty="0"/>
          </a:p>
        </p:txBody>
      </p:sp>
      <p:sp>
        <p:nvSpPr>
          <p:cNvPr id="26" name="Text 18"/>
          <p:cNvSpPr txBox="1"/>
          <p:nvPr/>
        </p:nvSpPr>
        <p:spPr>
          <a:xfrm>
            <a:off x="3879799" y="3653028"/>
            <a:ext cx="743407" cy="495605"/>
          </a:xfrm>
          <a:prstGeom prst="rect">
            <a:avLst/>
          </a:prstGeom>
          <a:solidFill>
            <a:srgbClr val="B4631D">
              <a:alpha val="16000"/>
            </a:srgbClr>
          </a:solidFill>
          <a:ln>
            <a:solidFill>
              <a:srgbClr val="FFFFFF">
                <a:alpha val="0"/>
              </a:srgbClr>
            </a:solidFill>
          </a:ln>
        </p:spPr>
        <p:txBody>
          <a:bodyPr wrap="square" lIns="0" tIns="0" rIns="0" bIns="0" rtlCol="0" anchor="ctr"/>
          <a:lstStyle/>
          <a:p>
            <a:pPr algn="ctr" indent="0" marL="0">
              <a:buNone/>
            </a:pPr>
            <a:r>
              <a:rPr lang="en-US" sz="825" dirty="0">
                <a:solidFill>
                  <a:srgbClr val="1C1D24"/>
                </a:solidFill>
                <a:latin typeface="IBM Plex Mono" pitchFamily="34" charset="0"/>
                <a:ea typeface="IBM Plex Mono" pitchFamily="34" charset="-122"/>
                <a:cs typeface="IBM Plex Mono" pitchFamily="34" charset="-120"/>
              </a:rPr>
              <a:t>23.45</a:t>
            </a:r>
            <a:endParaRPr lang="en-US" sz="825" dirty="0"/>
          </a:p>
        </p:txBody>
      </p:sp>
      <p:sp>
        <p:nvSpPr>
          <p:cNvPr id="27" name="Text 19"/>
          <p:cNvSpPr txBox="1"/>
          <p:nvPr/>
        </p:nvSpPr>
        <p:spPr>
          <a:xfrm>
            <a:off x="4633265" y="3653028"/>
            <a:ext cx="743407" cy="495605"/>
          </a:xfrm>
          <a:prstGeom prst="rect">
            <a:avLst/>
          </a:prstGeom>
          <a:solidFill>
            <a:srgbClr val="B4631D">
              <a:alpha val="20000"/>
            </a:srgbClr>
          </a:solidFill>
          <a:ln>
            <a:solidFill>
              <a:srgbClr val="FFFFFF">
                <a:alpha val="0"/>
              </a:srgbClr>
            </a:solidFill>
          </a:ln>
        </p:spPr>
        <p:txBody>
          <a:bodyPr wrap="square" lIns="0" tIns="0" rIns="0" bIns="0" rtlCol="0" anchor="ctr"/>
          <a:lstStyle/>
          <a:p>
            <a:pPr algn="ctr" indent="0" marL="0">
              <a:buNone/>
            </a:pPr>
            <a:r>
              <a:rPr lang="en-US" sz="825" dirty="0">
                <a:solidFill>
                  <a:srgbClr val="1C1D24"/>
                </a:solidFill>
                <a:latin typeface="IBM Plex Mono" pitchFamily="34" charset="0"/>
                <a:ea typeface="IBM Plex Mono" pitchFamily="34" charset="-122"/>
                <a:cs typeface="IBM Plex Mono" pitchFamily="34" charset="-120"/>
              </a:rPr>
              <a:t>23.51</a:t>
            </a:r>
            <a:endParaRPr lang="en-US" sz="825" dirty="0"/>
          </a:p>
        </p:txBody>
      </p:sp>
      <p:sp>
        <p:nvSpPr>
          <p:cNvPr id="28" name="Text 20"/>
          <p:cNvSpPr txBox="1"/>
          <p:nvPr/>
        </p:nvSpPr>
        <p:spPr>
          <a:xfrm>
            <a:off x="5386730" y="3653028"/>
            <a:ext cx="743407" cy="495605"/>
          </a:xfrm>
          <a:prstGeom prst="rect">
            <a:avLst/>
          </a:prstGeom>
          <a:solidFill>
            <a:srgbClr val="B4631D">
              <a:alpha val="20000"/>
            </a:srgbClr>
          </a:solidFill>
          <a:ln>
            <a:solidFill>
              <a:srgbClr val="FFFFFF">
                <a:alpha val="0"/>
              </a:srgbClr>
            </a:solidFill>
          </a:ln>
        </p:spPr>
        <p:txBody>
          <a:bodyPr wrap="square" lIns="0" tIns="0" rIns="0" bIns="0" rtlCol="0" anchor="ctr"/>
          <a:lstStyle/>
          <a:p>
            <a:pPr algn="ctr" indent="0" marL="0">
              <a:buNone/>
            </a:pPr>
            <a:r>
              <a:rPr lang="en-US" sz="825" dirty="0">
                <a:solidFill>
                  <a:srgbClr val="1C1D24"/>
                </a:solidFill>
                <a:latin typeface="IBM Plex Mono" pitchFamily="34" charset="0"/>
                <a:ea typeface="IBM Plex Mono" pitchFamily="34" charset="-122"/>
                <a:cs typeface="IBM Plex Mono" pitchFamily="34" charset="-120"/>
              </a:rPr>
              <a:t>23.49</a:t>
            </a:r>
            <a:endParaRPr lang="en-US" sz="825" dirty="0"/>
          </a:p>
        </p:txBody>
      </p:sp>
      <p:sp>
        <p:nvSpPr>
          <p:cNvPr id="29" name="Text 21"/>
          <p:cNvSpPr txBox="1"/>
          <p:nvPr/>
        </p:nvSpPr>
        <p:spPr>
          <a:xfrm>
            <a:off x="6140196" y="3653028"/>
            <a:ext cx="743407" cy="495605"/>
          </a:xfrm>
          <a:prstGeom prst="rect">
            <a:avLst/>
          </a:prstGeom>
          <a:solidFill>
            <a:srgbClr val="B4631D">
              <a:alpha val="18000"/>
            </a:srgbClr>
          </a:solidFill>
          <a:ln>
            <a:solidFill>
              <a:srgbClr val="FFFFFF">
                <a:alpha val="0"/>
              </a:srgbClr>
            </a:solidFill>
          </a:ln>
        </p:spPr>
        <p:txBody>
          <a:bodyPr wrap="square" lIns="0" tIns="0" rIns="0" bIns="0" rtlCol="0" anchor="ctr"/>
          <a:lstStyle/>
          <a:p>
            <a:pPr algn="ctr" indent="0" marL="0">
              <a:buNone/>
            </a:pPr>
            <a:r>
              <a:rPr lang="en-US" sz="825" dirty="0">
                <a:solidFill>
                  <a:srgbClr val="1C1D24"/>
                </a:solidFill>
                <a:latin typeface="IBM Plex Mono" pitchFamily="34" charset="0"/>
                <a:ea typeface="IBM Plex Mono" pitchFamily="34" charset="-122"/>
                <a:cs typeface="IBM Plex Mono" pitchFamily="34" charset="-120"/>
              </a:rPr>
              <a:t>23.42</a:t>
            </a:r>
            <a:endParaRPr lang="en-US" sz="825" dirty="0"/>
          </a:p>
        </p:txBody>
      </p:sp>
      <p:sp>
        <p:nvSpPr>
          <p:cNvPr id="30" name="Text 22"/>
          <p:cNvSpPr txBox="1"/>
          <p:nvPr/>
        </p:nvSpPr>
        <p:spPr>
          <a:xfrm>
            <a:off x="6893662" y="3653028"/>
            <a:ext cx="743407" cy="495605"/>
          </a:xfrm>
          <a:prstGeom prst="rect">
            <a:avLst/>
          </a:prstGeom>
          <a:solidFill>
            <a:srgbClr val="3C6C74">
              <a:alpha val="18000"/>
            </a:srgbClr>
          </a:solidFill>
          <a:ln>
            <a:solidFill>
              <a:srgbClr val="FFFFFF">
                <a:alpha val="0"/>
              </a:srgbClr>
            </a:solidFill>
          </a:ln>
        </p:spPr>
        <p:txBody>
          <a:bodyPr wrap="square" lIns="0" tIns="0" rIns="0" bIns="0" rtlCol="0" anchor="ctr"/>
          <a:lstStyle/>
          <a:p>
            <a:pPr algn="ctr" indent="0" marL="0">
              <a:buNone/>
            </a:pPr>
            <a:r>
              <a:rPr lang="en-US" sz="825" dirty="0">
                <a:solidFill>
                  <a:srgbClr val="1C1D24"/>
                </a:solidFill>
                <a:latin typeface="IBM Plex Mono" pitchFamily="34" charset="0"/>
                <a:ea typeface="IBM Plex Mono" pitchFamily="34" charset="-122"/>
                <a:cs typeface="IBM Plex Mono" pitchFamily="34" charset="-120"/>
              </a:rPr>
              <a:t>23.22</a:t>
            </a:r>
            <a:endParaRPr lang="en-US" sz="825" dirty="0"/>
          </a:p>
        </p:txBody>
      </p:sp>
      <p:sp>
        <p:nvSpPr>
          <p:cNvPr id="31" name="Text 23"/>
          <p:cNvSpPr txBox="1"/>
          <p:nvPr/>
        </p:nvSpPr>
        <p:spPr>
          <a:xfrm>
            <a:off x="7647127" y="3653028"/>
            <a:ext cx="743407" cy="495605"/>
          </a:xfrm>
          <a:prstGeom prst="rect">
            <a:avLst/>
          </a:prstGeom>
          <a:solidFill>
            <a:srgbClr val="BFB38D">
              <a:alpha val="55000"/>
            </a:srgbClr>
          </a:solidFill>
          <a:ln w="12700">
            <a:solidFill>
              <a:srgbClr val="BFB38D"/>
            </a:solidFill>
          </a:ln>
        </p:spPr>
        <p:txBody>
          <a:bodyPr wrap="square" lIns="0" tIns="0" rIns="0" bIns="0" rtlCol="0" anchor="ctr"/>
          <a:lstStyle/>
          <a:p>
            <a:pPr algn="ctr" indent="0" marL="0">
              <a:buNone/>
            </a:pPr>
            <a:r>
              <a:rPr lang="en-US" sz="825" dirty="0">
                <a:solidFill>
                  <a:srgbClr val="665B46"/>
                </a:solidFill>
                <a:latin typeface="IBM Plex Mono" pitchFamily="34" charset="0"/>
                <a:ea typeface="IBM Plex Mono" pitchFamily="34" charset="-122"/>
                <a:cs typeface="IBM Plex Mono" pitchFamily="34" charset="-120"/>
              </a:rPr>
              <a:t>.</a:t>
            </a:r>
            <a:endParaRPr lang="en-US" sz="825" dirty="0"/>
          </a:p>
        </p:txBody>
      </p:sp>
      <p:sp>
        <p:nvSpPr>
          <p:cNvPr id="32" name="Text 24"/>
          <p:cNvSpPr txBox="1"/>
          <p:nvPr/>
        </p:nvSpPr>
        <p:spPr>
          <a:xfrm>
            <a:off x="1619402" y="4163263"/>
            <a:ext cx="743407" cy="495605"/>
          </a:xfrm>
          <a:prstGeom prst="rect">
            <a:avLst/>
          </a:prstGeom>
          <a:solidFill>
            <a:srgbClr val="BFB38D">
              <a:alpha val="55000"/>
            </a:srgbClr>
          </a:solidFill>
          <a:ln w="12700">
            <a:solidFill>
              <a:srgbClr val="BFB38D"/>
            </a:solidFill>
          </a:ln>
        </p:spPr>
        <p:txBody>
          <a:bodyPr wrap="square" lIns="0" tIns="0" rIns="0" bIns="0" rtlCol="0" anchor="ctr"/>
          <a:lstStyle/>
          <a:p>
            <a:pPr algn="ctr" indent="0" marL="0">
              <a:buNone/>
            </a:pPr>
            <a:r>
              <a:rPr lang="en-US" sz="825" dirty="0">
                <a:solidFill>
                  <a:srgbClr val="665B46"/>
                </a:solidFill>
                <a:latin typeface="IBM Plex Mono" pitchFamily="34" charset="0"/>
                <a:ea typeface="IBM Plex Mono" pitchFamily="34" charset="-122"/>
                <a:cs typeface="IBM Plex Mono" pitchFamily="34" charset="-120"/>
              </a:rPr>
              <a:t>.</a:t>
            </a:r>
            <a:endParaRPr lang="en-US" sz="825" dirty="0"/>
          </a:p>
        </p:txBody>
      </p:sp>
      <p:sp>
        <p:nvSpPr>
          <p:cNvPr id="33" name="Text 25"/>
          <p:cNvSpPr txBox="1"/>
          <p:nvPr/>
        </p:nvSpPr>
        <p:spPr>
          <a:xfrm>
            <a:off x="2372868" y="4163263"/>
            <a:ext cx="743407" cy="495605"/>
          </a:xfrm>
          <a:prstGeom prst="rect">
            <a:avLst/>
          </a:prstGeom>
          <a:solidFill>
            <a:srgbClr val="3C6C74">
              <a:alpha val="22000"/>
            </a:srgbClr>
          </a:solidFill>
          <a:ln>
            <a:solidFill>
              <a:srgbClr val="FFFFFF">
                <a:alpha val="0"/>
              </a:srgbClr>
            </a:solidFill>
          </a:ln>
        </p:spPr>
        <p:txBody>
          <a:bodyPr wrap="square" lIns="0" tIns="0" rIns="0" bIns="0" rtlCol="0" anchor="ctr"/>
          <a:lstStyle/>
          <a:p>
            <a:pPr algn="ctr" indent="0" marL="0">
              <a:buNone/>
            </a:pPr>
            <a:r>
              <a:rPr lang="en-US" sz="825" dirty="0">
                <a:solidFill>
                  <a:srgbClr val="1C1D24"/>
                </a:solidFill>
                <a:latin typeface="IBM Plex Mono" pitchFamily="34" charset="0"/>
                <a:ea typeface="IBM Plex Mono" pitchFamily="34" charset="-122"/>
                <a:cs typeface="IBM Plex Mono" pitchFamily="34" charset="-120"/>
              </a:rPr>
              <a:t>23.20</a:t>
            </a:r>
            <a:endParaRPr lang="en-US" sz="825" dirty="0"/>
          </a:p>
        </p:txBody>
      </p:sp>
      <p:sp>
        <p:nvSpPr>
          <p:cNvPr id="34" name="Text 26"/>
          <p:cNvSpPr txBox="1"/>
          <p:nvPr/>
        </p:nvSpPr>
        <p:spPr>
          <a:xfrm>
            <a:off x="3126334" y="4163263"/>
            <a:ext cx="743407" cy="495605"/>
          </a:xfrm>
          <a:prstGeom prst="rect">
            <a:avLst/>
          </a:prstGeom>
          <a:solidFill>
            <a:srgbClr val="3C6C74">
              <a:alpha val="10000"/>
            </a:srgbClr>
          </a:solidFill>
          <a:ln>
            <a:solidFill>
              <a:srgbClr val="FFFFFF">
                <a:alpha val="0"/>
              </a:srgbClr>
            </a:solidFill>
          </a:ln>
        </p:spPr>
        <p:txBody>
          <a:bodyPr wrap="square" lIns="0" tIns="0" rIns="0" bIns="0" rtlCol="0" anchor="ctr"/>
          <a:lstStyle/>
          <a:p>
            <a:pPr algn="ctr" indent="0" marL="0">
              <a:buNone/>
            </a:pPr>
            <a:r>
              <a:rPr lang="en-US" sz="825" dirty="0">
                <a:solidFill>
                  <a:srgbClr val="1C1D24"/>
                </a:solidFill>
                <a:latin typeface="IBM Plex Mono" pitchFamily="34" charset="0"/>
                <a:ea typeface="IBM Plex Mono" pitchFamily="34" charset="-122"/>
                <a:cs typeface="IBM Plex Mono" pitchFamily="34" charset="-120"/>
              </a:rPr>
              <a:t>23.30</a:t>
            </a:r>
            <a:endParaRPr lang="en-US" sz="825" dirty="0"/>
          </a:p>
        </p:txBody>
      </p:sp>
      <p:sp>
        <p:nvSpPr>
          <p:cNvPr id="35" name="Text 27"/>
          <p:cNvSpPr txBox="1"/>
          <p:nvPr/>
        </p:nvSpPr>
        <p:spPr>
          <a:xfrm>
            <a:off x="3879799" y="4163263"/>
            <a:ext cx="743407" cy="495605"/>
          </a:xfrm>
          <a:prstGeom prst="rect">
            <a:avLst/>
          </a:prstGeom>
          <a:solidFill>
            <a:srgbClr val="F3ECD9"/>
          </a:solidFill>
          <a:ln>
            <a:solidFill>
              <a:srgbClr val="FFFFFF">
                <a:alpha val="0"/>
              </a:srgbClr>
            </a:solidFill>
          </a:ln>
        </p:spPr>
        <p:txBody>
          <a:bodyPr wrap="square" lIns="0" tIns="0" rIns="0" bIns="0" rtlCol="0" anchor="ctr"/>
          <a:lstStyle/>
          <a:p>
            <a:pPr algn="ctr" indent="0" marL="0">
              <a:buNone/>
            </a:pPr>
            <a:r>
              <a:rPr lang="en-US" sz="825" dirty="0">
                <a:solidFill>
                  <a:srgbClr val="1C1D24"/>
                </a:solidFill>
                <a:latin typeface="IBM Plex Mono" pitchFamily="34" charset="0"/>
                <a:ea typeface="IBM Plex Mono" pitchFamily="34" charset="-122"/>
                <a:cs typeface="IBM Plex Mono" pitchFamily="34" charset="-120"/>
              </a:rPr>
              <a:t>23.41</a:t>
            </a:r>
            <a:endParaRPr lang="en-US" sz="825" dirty="0"/>
          </a:p>
        </p:txBody>
      </p:sp>
      <p:sp>
        <p:nvSpPr>
          <p:cNvPr id="36" name="Text 28"/>
          <p:cNvSpPr txBox="1"/>
          <p:nvPr/>
        </p:nvSpPr>
        <p:spPr>
          <a:xfrm>
            <a:off x="4633265" y="4163263"/>
            <a:ext cx="743407" cy="495605"/>
          </a:xfrm>
          <a:prstGeom prst="rect">
            <a:avLst/>
          </a:prstGeom>
          <a:solidFill>
            <a:srgbClr val="F3ECD9"/>
          </a:solidFill>
          <a:ln>
            <a:solidFill>
              <a:srgbClr val="FFFFFF">
                <a:alpha val="0"/>
              </a:srgbClr>
            </a:solidFill>
          </a:ln>
        </p:spPr>
        <p:txBody>
          <a:bodyPr wrap="square" lIns="0" tIns="0" rIns="0" bIns="0" rtlCol="0" anchor="ctr"/>
          <a:lstStyle/>
          <a:p>
            <a:pPr algn="ctr" indent="0" marL="0">
              <a:buNone/>
            </a:pPr>
            <a:r>
              <a:rPr lang="en-US" sz="825" dirty="0">
                <a:solidFill>
                  <a:srgbClr val="1C1D24"/>
                </a:solidFill>
                <a:latin typeface="IBM Plex Mono" pitchFamily="34" charset="0"/>
                <a:ea typeface="IBM Plex Mono" pitchFamily="34" charset="-122"/>
                <a:cs typeface="IBM Plex Mono" pitchFamily="34" charset="-120"/>
              </a:rPr>
              <a:t>23.40</a:t>
            </a:r>
            <a:endParaRPr lang="en-US" sz="825" dirty="0"/>
          </a:p>
        </p:txBody>
      </p:sp>
      <p:sp>
        <p:nvSpPr>
          <p:cNvPr id="37" name="Text 29"/>
          <p:cNvSpPr txBox="1"/>
          <p:nvPr/>
        </p:nvSpPr>
        <p:spPr>
          <a:xfrm>
            <a:off x="5386730" y="4163263"/>
            <a:ext cx="743407" cy="495605"/>
          </a:xfrm>
          <a:prstGeom prst="rect">
            <a:avLst/>
          </a:prstGeom>
          <a:solidFill>
            <a:srgbClr val="F3ECD9"/>
          </a:solidFill>
          <a:ln>
            <a:solidFill>
              <a:srgbClr val="FFFFFF">
                <a:alpha val="0"/>
              </a:srgbClr>
            </a:solidFill>
          </a:ln>
        </p:spPr>
        <p:txBody>
          <a:bodyPr wrap="square" lIns="0" tIns="0" rIns="0" bIns="0" rtlCol="0" anchor="ctr"/>
          <a:lstStyle/>
          <a:p>
            <a:pPr algn="ctr" indent="0" marL="0">
              <a:buNone/>
            </a:pPr>
            <a:r>
              <a:rPr lang="en-US" sz="825" dirty="0">
                <a:solidFill>
                  <a:srgbClr val="1C1D24"/>
                </a:solidFill>
                <a:latin typeface="IBM Plex Mono" pitchFamily="34" charset="0"/>
                <a:ea typeface="IBM Plex Mono" pitchFamily="34" charset="-122"/>
                <a:cs typeface="IBM Plex Mono" pitchFamily="34" charset="-120"/>
              </a:rPr>
              <a:t>23.42</a:t>
            </a:r>
            <a:endParaRPr lang="en-US" sz="825" dirty="0"/>
          </a:p>
        </p:txBody>
      </p:sp>
      <p:sp>
        <p:nvSpPr>
          <p:cNvPr id="38" name="Text 30"/>
          <p:cNvSpPr txBox="1"/>
          <p:nvPr/>
        </p:nvSpPr>
        <p:spPr>
          <a:xfrm>
            <a:off x="6140196" y="4163263"/>
            <a:ext cx="743407" cy="495605"/>
          </a:xfrm>
          <a:prstGeom prst="rect">
            <a:avLst/>
          </a:prstGeom>
          <a:solidFill>
            <a:srgbClr val="3C6C74">
              <a:alpha val="10000"/>
            </a:srgbClr>
          </a:solidFill>
          <a:ln>
            <a:solidFill>
              <a:srgbClr val="FFFFFF">
                <a:alpha val="0"/>
              </a:srgbClr>
            </a:solidFill>
          </a:ln>
        </p:spPr>
        <p:txBody>
          <a:bodyPr wrap="square" lIns="0" tIns="0" rIns="0" bIns="0" rtlCol="0" anchor="ctr"/>
          <a:lstStyle/>
          <a:p>
            <a:pPr algn="ctr" indent="0" marL="0">
              <a:buNone/>
            </a:pPr>
            <a:r>
              <a:rPr lang="en-US" sz="825" dirty="0">
                <a:solidFill>
                  <a:srgbClr val="1C1D24"/>
                </a:solidFill>
                <a:latin typeface="IBM Plex Mono" pitchFamily="34" charset="0"/>
                <a:ea typeface="IBM Plex Mono" pitchFamily="34" charset="-122"/>
                <a:cs typeface="IBM Plex Mono" pitchFamily="34" charset="-120"/>
              </a:rPr>
              <a:t>23.31</a:t>
            </a:r>
            <a:endParaRPr lang="en-US" sz="825" dirty="0"/>
          </a:p>
        </p:txBody>
      </p:sp>
      <p:sp>
        <p:nvSpPr>
          <p:cNvPr id="39" name="Text 31"/>
          <p:cNvSpPr txBox="1"/>
          <p:nvPr/>
        </p:nvSpPr>
        <p:spPr>
          <a:xfrm>
            <a:off x="6893662" y="4163263"/>
            <a:ext cx="743407" cy="495605"/>
          </a:xfrm>
          <a:prstGeom prst="rect">
            <a:avLst/>
          </a:prstGeom>
          <a:solidFill>
            <a:srgbClr val="3C6C74">
              <a:alpha val="20000"/>
            </a:srgbClr>
          </a:solidFill>
          <a:ln>
            <a:solidFill>
              <a:srgbClr val="FFFFFF">
                <a:alpha val="0"/>
              </a:srgbClr>
            </a:solidFill>
          </a:ln>
        </p:spPr>
        <p:txBody>
          <a:bodyPr wrap="square" lIns="0" tIns="0" rIns="0" bIns="0" rtlCol="0" anchor="ctr"/>
          <a:lstStyle/>
          <a:p>
            <a:pPr algn="ctr" indent="0" marL="0">
              <a:buNone/>
            </a:pPr>
            <a:r>
              <a:rPr lang="en-US" sz="825" dirty="0">
                <a:solidFill>
                  <a:srgbClr val="1C1D24"/>
                </a:solidFill>
                <a:latin typeface="IBM Plex Mono" pitchFamily="34" charset="0"/>
                <a:ea typeface="IBM Plex Mono" pitchFamily="34" charset="-122"/>
                <a:cs typeface="IBM Plex Mono" pitchFamily="34" charset="-120"/>
              </a:rPr>
              <a:t>23.20</a:t>
            </a:r>
            <a:endParaRPr lang="en-US" sz="825" dirty="0"/>
          </a:p>
        </p:txBody>
      </p:sp>
      <p:sp>
        <p:nvSpPr>
          <p:cNvPr id="40" name="Text 32"/>
          <p:cNvSpPr txBox="1"/>
          <p:nvPr/>
        </p:nvSpPr>
        <p:spPr>
          <a:xfrm>
            <a:off x="7647127" y="4163263"/>
            <a:ext cx="743407" cy="495605"/>
          </a:xfrm>
          <a:prstGeom prst="rect">
            <a:avLst/>
          </a:prstGeom>
          <a:solidFill>
            <a:srgbClr val="BFB38D">
              <a:alpha val="55000"/>
            </a:srgbClr>
          </a:solidFill>
          <a:ln w="12700">
            <a:solidFill>
              <a:srgbClr val="BFB38D"/>
            </a:solidFill>
          </a:ln>
        </p:spPr>
        <p:txBody>
          <a:bodyPr wrap="square" lIns="0" tIns="0" rIns="0" bIns="0" rtlCol="0" anchor="ctr"/>
          <a:lstStyle/>
          <a:p>
            <a:pPr algn="ctr" indent="0" marL="0">
              <a:buNone/>
            </a:pPr>
            <a:r>
              <a:rPr lang="en-US" sz="825" dirty="0">
                <a:solidFill>
                  <a:srgbClr val="665B46"/>
                </a:solidFill>
                <a:latin typeface="IBM Plex Mono" pitchFamily="34" charset="0"/>
                <a:ea typeface="IBM Plex Mono" pitchFamily="34" charset="-122"/>
                <a:cs typeface="IBM Plex Mono" pitchFamily="34" charset="-120"/>
              </a:rPr>
              <a:t>.</a:t>
            </a:r>
            <a:endParaRPr lang="en-US" sz="825" dirty="0"/>
          </a:p>
        </p:txBody>
      </p:sp>
      <p:sp>
        <p:nvSpPr>
          <p:cNvPr id="41" name="Text 33"/>
          <p:cNvSpPr txBox="1"/>
          <p:nvPr/>
        </p:nvSpPr>
        <p:spPr>
          <a:xfrm>
            <a:off x="1619402" y="4673498"/>
            <a:ext cx="743407" cy="495605"/>
          </a:xfrm>
          <a:prstGeom prst="rect">
            <a:avLst/>
          </a:prstGeom>
          <a:solidFill>
            <a:srgbClr val="BFB38D">
              <a:alpha val="55000"/>
            </a:srgbClr>
          </a:solidFill>
          <a:ln w="12700">
            <a:solidFill>
              <a:srgbClr val="BFB38D"/>
            </a:solidFill>
          </a:ln>
        </p:spPr>
        <p:txBody>
          <a:bodyPr wrap="square" lIns="0" tIns="0" rIns="0" bIns="0" rtlCol="0" anchor="ctr"/>
          <a:lstStyle/>
          <a:p>
            <a:pPr algn="ctr" indent="0" marL="0">
              <a:buNone/>
            </a:pPr>
            <a:r>
              <a:rPr lang="en-US" sz="825" dirty="0">
                <a:solidFill>
                  <a:srgbClr val="665B46"/>
                </a:solidFill>
                <a:latin typeface="IBM Plex Mono" pitchFamily="34" charset="0"/>
                <a:ea typeface="IBM Plex Mono" pitchFamily="34" charset="-122"/>
                <a:cs typeface="IBM Plex Mono" pitchFamily="34" charset="-120"/>
              </a:rPr>
              <a:t>.</a:t>
            </a:r>
            <a:endParaRPr lang="en-US" sz="825" dirty="0"/>
          </a:p>
        </p:txBody>
      </p:sp>
      <p:sp>
        <p:nvSpPr>
          <p:cNvPr id="42" name="Text 34"/>
          <p:cNvSpPr txBox="1"/>
          <p:nvPr/>
        </p:nvSpPr>
        <p:spPr>
          <a:xfrm>
            <a:off x="2372868" y="4673498"/>
            <a:ext cx="743407" cy="495605"/>
          </a:xfrm>
          <a:prstGeom prst="rect">
            <a:avLst/>
          </a:prstGeom>
          <a:solidFill>
            <a:srgbClr val="3C6C74">
              <a:alpha val="18000"/>
            </a:srgbClr>
          </a:solidFill>
          <a:ln>
            <a:solidFill>
              <a:srgbClr val="FFFFFF">
                <a:alpha val="0"/>
              </a:srgbClr>
            </a:solidFill>
          </a:ln>
        </p:spPr>
        <p:txBody>
          <a:bodyPr wrap="square" lIns="0" tIns="0" rIns="0" bIns="0" rtlCol="0" anchor="ctr"/>
          <a:lstStyle/>
          <a:p>
            <a:pPr algn="ctr" indent="0" marL="0">
              <a:buNone/>
            </a:pPr>
            <a:r>
              <a:rPr lang="en-US" sz="825" dirty="0">
                <a:solidFill>
                  <a:srgbClr val="1C1D24"/>
                </a:solidFill>
                <a:latin typeface="IBM Plex Mono" pitchFamily="34" charset="0"/>
                <a:ea typeface="IBM Plex Mono" pitchFamily="34" charset="-122"/>
                <a:cs typeface="IBM Plex Mono" pitchFamily="34" charset="-120"/>
              </a:rPr>
              <a:t>23.23</a:t>
            </a:r>
            <a:endParaRPr lang="en-US" sz="825" dirty="0"/>
          </a:p>
        </p:txBody>
      </p:sp>
      <p:sp>
        <p:nvSpPr>
          <p:cNvPr id="43" name="Text 35"/>
          <p:cNvSpPr txBox="1"/>
          <p:nvPr/>
        </p:nvSpPr>
        <p:spPr>
          <a:xfrm>
            <a:off x="3126334" y="4673498"/>
            <a:ext cx="743407" cy="495605"/>
          </a:xfrm>
          <a:prstGeom prst="rect">
            <a:avLst/>
          </a:prstGeom>
          <a:solidFill>
            <a:srgbClr val="F3ECD9"/>
          </a:solidFill>
          <a:ln>
            <a:solidFill>
              <a:srgbClr val="FFFFFF">
                <a:alpha val="0"/>
              </a:srgbClr>
            </a:solidFill>
          </a:ln>
        </p:spPr>
        <p:txBody>
          <a:bodyPr wrap="square" lIns="0" tIns="0" rIns="0" bIns="0" rtlCol="0" anchor="ctr"/>
          <a:lstStyle/>
          <a:p>
            <a:pPr algn="ctr" indent="0" marL="0">
              <a:buNone/>
            </a:pPr>
            <a:r>
              <a:rPr lang="en-US" sz="825" dirty="0">
                <a:solidFill>
                  <a:srgbClr val="1C1D24"/>
                </a:solidFill>
                <a:latin typeface="IBM Plex Mono" pitchFamily="34" charset="0"/>
                <a:ea typeface="IBM Plex Mono" pitchFamily="34" charset="-122"/>
                <a:cs typeface="IBM Plex Mono" pitchFamily="34" charset="-120"/>
              </a:rPr>
              <a:t>23.39</a:t>
            </a:r>
            <a:endParaRPr lang="en-US" sz="825" dirty="0"/>
          </a:p>
        </p:txBody>
      </p:sp>
      <p:sp>
        <p:nvSpPr>
          <p:cNvPr id="44" name="Text 36"/>
          <p:cNvSpPr txBox="1"/>
          <p:nvPr/>
        </p:nvSpPr>
        <p:spPr>
          <a:xfrm>
            <a:off x="3879799" y="4673498"/>
            <a:ext cx="743407" cy="495605"/>
          </a:xfrm>
          <a:prstGeom prst="rect">
            <a:avLst/>
          </a:prstGeom>
          <a:solidFill>
            <a:srgbClr val="F3ECD9"/>
          </a:solidFill>
          <a:ln>
            <a:solidFill>
              <a:srgbClr val="FFFFFF">
                <a:alpha val="0"/>
              </a:srgbClr>
            </a:solidFill>
          </a:ln>
        </p:spPr>
        <p:txBody>
          <a:bodyPr wrap="square" lIns="0" tIns="0" rIns="0" bIns="0" rtlCol="0" anchor="ctr"/>
          <a:lstStyle/>
          <a:p>
            <a:pPr algn="ctr" indent="0" marL="0">
              <a:buNone/>
            </a:pPr>
            <a:r>
              <a:rPr lang="en-US" sz="825" dirty="0">
                <a:solidFill>
                  <a:srgbClr val="1C1D24"/>
                </a:solidFill>
                <a:latin typeface="IBM Plex Mono" pitchFamily="34" charset="0"/>
                <a:ea typeface="IBM Plex Mono" pitchFamily="34" charset="-122"/>
                <a:cs typeface="IBM Plex Mono" pitchFamily="34" charset="-120"/>
              </a:rPr>
              <a:t>23.41</a:t>
            </a:r>
            <a:endParaRPr lang="en-US" sz="825" dirty="0"/>
          </a:p>
        </p:txBody>
      </p:sp>
      <p:sp>
        <p:nvSpPr>
          <p:cNvPr id="45" name="Text 37"/>
          <p:cNvSpPr txBox="1"/>
          <p:nvPr/>
        </p:nvSpPr>
        <p:spPr>
          <a:xfrm>
            <a:off x="4633265" y="4673498"/>
            <a:ext cx="743407" cy="495605"/>
          </a:xfrm>
          <a:prstGeom prst="rect">
            <a:avLst/>
          </a:prstGeom>
          <a:solidFill>
            <a:srgbClr val="F3ECD9"/>
          </a:solidFill>
          <a:ln>
            <a:solidFill>
              <a:srgbClr val="FFFFFF">
                <a:alpha val="0"/>
              </a:srgbClr>
            </a:solidFill>
          </a:ln>
        </p:spPr>
        <p:txBody>
          <a:bodyPr wrap="square" lIns="0" tIns="0" rIns="0" bIns="0" rtlCol="0" anchor="ctr"/>
          <a:lstStyle/>
          <a:p>
            <a:pPr algn="ctr" indent="0" marL="0">
              <a:buNone/>
            </a:pPr>
            <a:r>
              <a:rPr lang="en-US" sz="825" dirty="0">
                <a:solidFill>
                  <a:srgbClr val="1C1D24"/>
                </a:solidFill>
                <a:latin typeface="IBM Plex Mono" pitchFamily="34" charset="0"/>
                <a:ea typeface="IBM Plex Mono" pitchFamily="34" charset="-122"/>
                <a:cs typeface="IBM Plex Mono" pitchFamily="34" charset="-120"/>
              </a:rPr>
              <a:t>23.43</a:t>
            </a:r>
            <a:endParaRPr lang="en-US" sz="825" dirty="0"/>
          </a:p>
        </p:txBody>
      </p:sp>
      <p:sp>
        <p:nvSpPr>
          <p:cNvPr id="46" name="Text 38"/>
          <p:cNvSpPr txBox="1"/>
          <p:nvPr/>
        </p:nvSpPr>
        <p:spPr>
          <a:xfrm>
            <a:off x="5386730" y="4673498"/>
            <a:ext cx="743407" cy="495605"/>
          </a:xfrm>
          <a:prstGeom prst="rect">
            <a:avLst/>
          </a:prstGeom>
          <a:solidFill>
            <a:srgbClr val="F3ECD9"/>
          </a:solidFill>
          <a:ln>
            <a:solidFill>
              <a:srgbClr val="FFFFFF">
                <a:alpha val="0"/>
              </a:srgbClr>
            </a:solidFill>
          </a:ln>
        </p:spPr>
        <p:txBody>
          <a:bodyPr wrap="square" lIns="0" tIns="0" rIns="0" bIns="0" rtlCol="0" anchor="ctr"/>
          <a:lstStyle/>
          <a:p>
            <a:pPr algn="ctr" indent="0" marL="0">
              <a:buNone/>
            </a:pPr>
            <a:r>
              <a:rPr lang="en-US" sz="825" dirty="0">
                <a:solidFill>
                  <a:srgbClr val="1C1D24"/>
                </a:solidFill>
                <a:latin typeface="IBM Plex Mono" pitchFamily="34" charset="0"/>
                <a:ea typeface="IBM Plex Mono" pitchFamily="34" charset="-122"/>
                <a:cs typeface="IBM Plex Mono" pitchFamily="34" charset="-120"/>
              </a:rPr>
              <a:t>23.39</a:t>
            </a:r>
            <a:endParaRPr lang="en-US" sz="825" dirty="0"/>
          </a:p>
        </p:txBody>
      </p:sp>
      <p:sp>
        <p:nvSpPr>
          <p:cNvPr id="47" name="Text 39"/>
          <p:cNvSpPr txBox="1"/>
          <p:nvPr/>
        </p:nvSpPr>
        <p:spPr>
          <a:xfrm>
            <a:off x="6140196" y="4673498"/>
            <a:ext cx="743407" cy="495605"/>
          </a:xfrm>
          <a:prstGeom prst="rect">
            <a:avLst/>
          </a:prstGeom>
          <a:solidFill>
            <a:srgbClr val="F3ECD9"/>
          </a:solidFill>
          <a:ln>
            <a:solidFill>
              <a:srgbClr val="FFFFFF">
                <a:alpha val="0"/>
              </a:srgbClr>
            </a:solidFill>
          </a:ln>
        </p:spPr>
        <p:txBody>
          <a:bodyPr wrap="square" lIns="0" tIns="0" rIns="0" bIns="0" rtlCol="0" anchor="ctr"/>
          <a:lstStyle/>
          <a:p>
            <a:pPr algn="ctr" indent="0" marL="0">
              <a:buNone/>
            </a:pPr>
            <a:r>
              <a:rPr lang="en-US" sz="825" dirty="0">
                <a:solidFill>
                  <a:srgbClr val="1C1D24"/>
                </a:solidFill>
                <a:latin typeface="IBM Plex Mono" pitchFamily="34" charset="0"/>
                <a:ea typeface="IBM Plex Mono" pitchFamily="34" charset="-122"/>
                <a:cs typeface="IBM Plex Mono" pitchFamily="34" charset="-120"/>
              </a:rPr>
              <a:t>23.40</a:t>
            </a:r>
            <a:endParaRPr lang="en-US" sz="825" dirty="0"/>
          </a:p>
        </p:txBody>
      </p:sp>
      <p:sp>
        <p:nvSpPr>
          <p:cNvPr id="48" name="Text 40"/>
          <p:cNvSpPr txBox="1"/>
          <p:nvPr/>
        </p:nvSpPr>
        <p:spPr>
          <a:xfrm>
            <a:off x="6893662" y="4673498"/>
            <a:ext cx="743407" cy="495605"/>
          </a:xfrm>
          <a:prstGeom prst="rect">
            <a:avLst/>
          </a:prstGeom>
          <a:solidFill>
            <a:srgbClr val="3C6C74">
              <a:alpha val="18000"/>
            </a:srgbClr>
          </a:solidFill>
          <a:ln>
            <a:solidFill>
              <a:srgbClr val="FFFFFF">
                <a:alpha val="0"/>
              </a:srgbClr>
            </a:solidFill>
          </a:ln>
        </p:spPr>
        <p:txBody>
          <a:bodyPr wrap="square" lIns="0" tIns="0" rIns="0" bIns="0" rtlCol="0" anchor="ctr"/>
          <a:lstStyle/>
          <a:p>
            <a:pPr algn="ctr" indent="0" marL="0">
              <a:buNone/>
            </a:pPr>
            <a:r>
              <a:rPr lang="en-US" sz="825" dirty="0">
                <a:solidFill>
                  <a:srgbClr val="1C1D24"/>
                </a:solidFill>
                <a:latin typeface="IBM Plex Mono" pitchFamily="34" charset="0"/>
                <a:ea typeface="IBM Plex Mono" pitchFamily="34" charset="-122"/>
                <a:cs typeface="IBM Plex Mono" pitchFamily="34" charset="-120"/>
              </a:rPr>
              <a:t>23.22</a:t>
            </a:r>
            <a:endParaRPr lang="en-US" sz="825" dirty="0"/>
          </a:p>
        </p:txBody>
      </p:sp>
      <p:sp>
        <p:nvSpPr>
          <p:cNvPr id="49" name="Text 41"/>
          <p:cNvSpPr txBox="1"/>
          <p:nvPr/>
        </p:nvSpPr>
        <p:spPr>
          <a:xfrm>
            <a:off x="7647127" y="4673498"/>
            <a:ext cx="743407" cy="495605"/>
          </a:xfrm>
          <a:prstGeom prst="rect">
            <a:avLst/>
          </a:prstGeom>
          <a:solidFill>
            <a:srgbClr val="BFB38D">
              <a:alpha val="55000"/>
            </a:srgbClr>
          </a:solidFill>
          <a:ln w="12700">
            <a:solidFill>
              <a:srgbClr val="BFB38D"/>
            </a:solidFill>
          </a:ln>
        </p:spPr>
        <p:txBody>
          <a:bodyPr wrap="square" lIns="0" tIns="0" rIns="0" bIns="0" rtlCol="0" anchor="ctr"/>
          <a:lstStyle/>
          <a:p>
            <a:pPr algn="ctr" indent="0" marL="0">
              <a:buNone/>
            </a:pPr>
            <a:r>
              <a:rPr lang="en-US" sz="825" dirty="0">
                <a:solidFill>
                  <a:srgbClr val="665B46"/>
                </a:solidFill>
                <a:latin typeface="IBM Plex Mono" pitchFamily="34" charset="0"/>
                <a:ea typeface="IBM Plex Mono" pitchFamily="34" charset="-122"/>
                <a:cs typeface="IBM Plex Mono" pitchFamily="34" charset="-120"/>
              </a:rPr>
              <a:t>.</a:t>
            </a:r>
            <a:endParaRPr lang="en-US" sz="825" dirty="0"/>
          </a:p>
        </p:txBody>
      </p:sp>
      <p:sp>
        <p:nvSpPr>
          <p:cNvPr id="50" name="Text 42"/>
          <p:cNvSpPr txBox="1"/>
          <p:nvPr/>
        </p:nvSpPr>
        <p:spPr>
          <a:xfrm>
            <a:off x="1619402" y="5183734"/>
            <a:ext cx="743407" cy="495605"/>
          </a:xfrm>
          <a:prstGeom prst="rect">
            <a:avLst/>
          </a:prstGeom>
          <a:solidFill>
            <a:srgbClr val="BFB38D">
              <a:alpha val="55000"/>
            </a:srgbClr>
          </a:solidFill>
          <a:ln w="12700">
            <a:solidFill>
              <a:srgbClr val="BFB38D"/>
            </a:solidFill>
          </a:ln>
        </p:spPr>
        <p:txBody>
          <a:bodyPr wrap="square" lIns="0" tIns="0" rIns="0" bIns="0" rtlCol="0" anchor="ctr"/>
          <a:lstStyle/>
          <a:p>
            <a:pPr algn="ctr" indent="0" marL="0">
              <a:buNone/>
            </a:pPr>
            <a:r>
              <a:rPr lang="en-US" sz="825" dirty="0">
                <a:solidFill>
                  <a:srgbClr val="665B46"/>
                </a:solidFill>
                <a:latin typeface="IBM Plex Mono" pitchFamily="34" charset="0"/>
                <a:ea typeface="IBM Plex Mono" pitchFamily="34" charset="-122"/>
                <a:cs typeface="IBM Plex Mono" pitchFamily="34" charset="-120"/>
              </a:rPr>
              <a:t>.</a:t>
            </a:r>
            <a:endParaRPr lang="en-US" sz="825" dirty="0"/>
          </a:p>
        </p:txBody>
      </p:sp>
      <p:sp>
        <p:nvSpPr>
          <p:cNvPr id="51" name="Text 43"/>
          <p:cNvSpPr txBox="1"/>
          <p:nvPr/>
        </p:nvSpPr>
        <p:spPr>
          <a:xfrm>
            <a:off x="2372868" y="5183734"/>
            <a:ext cx="743407" cy="495605"/>
          </a:xfrm>
          <a:prstGeom prst="rect">
            <a:avLst/>
          </a:prstGeom>
          <a:solidFill>
            <a:srgbClr val="B4631D">
              <a:alpha val="10000"/>
            </a:srgbClr>
          </a:solidFill>
          <a:ln>
            <a:solidFill>
              <a:srgbClr val="FFFFFF">
                <a:alpha val="0"/>
              </a:srgbClr>
            </a:solidFill>
          </a:ln>
        </p:spPr>
        <p:txBody>
          <a:bodyPr wrap="square" lIns="0" tIns="0" rIns="0" bIns="0" rtlCol="0" anchor="ctr"/>
          <a:lstStyle/>
          <a:p>
            <a:pPr algn="ctr" indent="0" marL="0">
              <a:buNone/>
            </a:pPr>
            <a:r>
              <a:rPr lang="en-US" sz="825" dirty="0">
                <a:solidFill>
                  <a:srgbClr val="1C1D24"/>
                </a:solidFill>
                <a:latin typeface="IBM Plex Mono" pitchFamily="34" charset="0"/>
                <a:ea typeface="IBM Plex Mono" pitchFamily="34" charset="-122"/>
                <a:cs typeface="IBM Plex Mono" pitchFamily="34" charset="-120"/>
              </a:rPr>
              <a:t>23.32</a:t>
            </a:r>
            <a:endParaRPr lang="en-US" sz="825" dirty="0"/>
          </a:p>
        </p:txBody>
      </p:sp>
      <p:sp>
        <p:nvSpPr>
          <p:cNvPr id="52" name="Text 44"/>
          <p:cNvSpPr txBox="1"/>
          <p:nvPr/>
        </p:nvSpPr>
        <p:spPr>
          <a:xfrm>
            <a:off x="3126334" y="5183734"/>
            <a:ext cx="743407" cy="495605"/>
          </a:xfrm>
          <a:prstGeom prst="rect">
            <a:avLst/>
          </a:prstGeom>
          <a:solidFill>
            <a:srgbClr val="F3ECD9"/>
          </a:solidFill>
          <a:ln>
            <a:solidFill>
              <a:srgbClr val="FFFFFF">
                <a:alpha val="0"/>
              </a:srgbClr>
            </a:solidFill>
          </a:ln>
        </p:spPr>
        <p:txBody>
          <a:bodyPr wrap="square" lIns="0" tIns="0" rIns="0" bIns="0" rtlCol="0" anchor="ctr"/>
          <a:lstStyle/>
          <a:p>
            <a:pPr algn="ctr" indent="0" marL="0">
              <a:buNone/>
            </a:pPr>
            <a:r>
              <a:rPr lang="en-US" sz="825" dirty="0">
                <a:solidFill>
                  <a:srgbClr val="1C1D24"/>
                </a:solidFill>
                <a:latin typeface="IBM Plex Mono" pitchFamily="34" charset="0"/>
                <a:ea typeface="IBM Plex Mono" pitchFamily="34" charset="-122"/>
                <a:cs typeface="IBM Plex Mono" pitchFamily="34" charset="-120"/>
              </a:rPr>
              <a:t>23.42</a:t>
            </a:r>
            <a:endParaRPr lang="en-US" sz="825" dirty="0"/>
          </a:p>
        </p:txBody>
      </p:sp>
      <p:sp>
        <p:nvSpPr>
          <p:cNvPr id="53" name="Text 45"/>
          <p:cNvSpPr txBox="1"/>
          <p:nvPr/>
        </p:nvSpPr>
        <p:spPr>
          <a:xfrm>
            <a:off x="3879799" y="5183734"/>
            <a:ext cx="743407" cy="495605"/>
          </a:xfrm>
          <a:prstGeom prst="rect">
            <a:avLst/>
          </a:prstGeom>
          <a:solidFill>
            <a:srgbClr val="F3ECD9"/>
          </a:solidFill>
          <a:ln>
            <a:solidFill>
              <a:srgbClr val="FFFFFF">
                <a:alpha val="0"/>
              </a:srgbClr>
            </a:solidFill>
          </a:ln>
        </p:spPr>
        <p:txBody>
          <a:bodyPr wrap="square" lIns="0" tIns="0" rIns="0" bIns="0" rtlCol="0" anchor="ctr"/>
          <a:lstStyle/>
          <a:p>
            <a:pPr algn="ctr" indent="0" marL="0">
              <a:buNone/>
            </a:pPr>
            <a:r>
              <a:rPr lang="en-US" sz="825" dirty="0">
                <a:solidFill>
                  <a:srgbClr val="1C1D24"/>
                </a:solidFill>
                <a:latin typeface="IBM Plex Mono" pitchFamily="34" charset="0"/>
                <a:ea typeface="IBM Plex Mono" pitchFamily="34" charset="-122"/>
                <a:cs typeface="IBM Plex Mono" pitchFamily="34" charset="-120"/>
              </a:rPr>
              <a:t>23.44</a:t>
            </a:r>
            <a:endParaRPr lang="en-US" sz="825" dirty="0"/>
          </a:p>
        </p:txBody>
      </p:sp>
      <p:sp>
        <p:nvSpPr>
          <p:cNvPr id="54" name="Text 46"/>
          <p:cNvSpPr txBox="1"/>
          <p:nvPr/>
        </p:nvSpPr>
        <p:spPr>
          <a:xfrm>
            <a:off x="4633265" y="5183734"/>
            <a:ext cx="743407" cy="495605"/>
          </a:xfrm>
          <a:prstGeom prst="rect">
            <a:avLst/>
          </a:prstGeom>
          <a:solidFill>
            <a:srgbClr val="B4631D">
              <a:alpha val="20000"/>
            </a:srgbClr>
          </a:solidFill>
          <a:ln>
            <a:solidFill>
              <a:srgbClr val="FFFFFF">
                <a:alpha val="0"/>
              </a:srgbClr>
            </a:solidFill>
          </a:ln>
        </p:spPr>
        <p:txBody>
          <a:bodyPr wrap="square" lIns="0" tIns="0" rIns="0" bIns="0" rtlCol="0" anchor="ctr"/>
          <a:lstStyle/>
          <a:p>
            <a:pPr algn="ctr" indent="0" marL="0">
              <a:buNone/>
            </a:pPr>
            <a:r>
              <a:rPr lang="en-US" sz="825" b="1" dirty="0">
                <a:solidFill>
                  <a:srgbClr val="1C1D24"/>
                </a:solidFill>
                <a:latin typeface="IBM Plex Mono" pitchFamily="34" charset="0"/>
                <a:ea typeface="IBM Plex Mono" pitchFamily="34" charset="-122"/>
                <a:cs typeface="IBM Plex Mono" pitchFamily="34" charset="-120"/>
              </a:rPr>
              <a:t>23.55</a:t>
            </a:r>
            <a:endParaRPr lang="en-US" sz="825" dirty="0"/>
          </a:p>
        </p:txBody>
      </p:sp>
      <p:sp>
        <p:nvSpPr>
          <p:cNvPr id="55" name="Text 47"/>
          <p:cNvSpPr txBox="1"/>
          <p:nvPr/>
        </p:nvSpPr>
        <p:spPr>
          <a:xfrm>
            <a:off x="5386730" y="5183734"/>
            <a:ext cx="743407" cy="495605"/>
          </a:xfrm>
          <a:prstGeom prst="rect">
            <a:avLst/>
          </a:prstGeom>
          <a:solidFill>
            <a:srgbClr val="F3ECD9"/>
          </a:solidFill>
          <a:ln>
            <a:solidFill>
              <a:srgbClr val="FFFFFF">
                <a:alpha val="0"/>
              </a:srgbClr>
            </a:solidFill>
          </a:ln>
        </p:spPr>
        <p:txBody>
          <a:bodyPr wrap="square" lIns="0" tIns="0" rIns="0" bIns="0" rtlCol="0" anchor="ctr"/>
          <a:lstStyle/>
          <a:p>
            <a:pPr algn="ctr" indent="0" marL="0">
              <a:buNone/>
            </a:pPr>
            <a:r>
              <a:rPr lang="en-US" sz="825" dirty="0">
                <a:solidFill>
                  <a:srgbClr val="1C1D24"/>
                </a:solidFill>
                <a:latin typeface="IBM Plex Mono" pitchFamily="34" charset="0"/>
                <a:ea typeface="IBM Plex Mono" pitchFamily="34" charset="-122"/>
                <a:cs typeface="IBM Plex Mono" pitchFamily="34" charset="-120"/>
              </a:rPr>
              <a:t>23.43</a:t>
            </a:r>
            <a:endParaRPr lang="en-US" sz="825" dirty="0"/>
          </a:p>
        </p:txBody>
      </p:sp>
      <p:sp>
        <p:nvSpPr>
          <p:cNvPr id="56" name="Text 48"/>
          <p:cNvSpPr txBox="1"/>
          <p:nvPr/>
        </p:nvSpPr>
        <p:spPr>
          <a:xfrm>
            <a:off x="6140196" y="5183734"/>
            <a:ext cx="743407" cy="495605"/>
          </a:xfrm>
          <a:prstGeom prst="rect">
            <a:avLst/>
          </a:prstGeom>
          <a:solidFill>
            <a:srgbClr val="F3ECD9"/>
          </a:solidFill>
          <a:ln>
            <a:solidFill>
              <a:srgbClr val="FFFFFF">
                <a:alpha val="0"/>
              </a:srgbClr>
            </a:solidFill>
          </a:ln>
        </p:spPr>
        <p:txBody>
          <a:bodyPr wrap="square" lIns="0" tIns="0" rIns="0" bIns="0" rtlCol="0" anchor="ctr"/>
          <a:lstStyle/>
          <a:p>
            <a:pPr algn="ctr" indent="0" marL="0">
              <a:buNone/>
            </a:pPr>
            <a:r>
              <a:rPr lang="en-US" sz="825" dirty="0">
                <a:solidFill>
                  <a:srgbClr val="1C1D24"/>
                </a:solidFill>
                <a:latin typeface="IBM Plex Mono" pitchFamily="34" charset="0"/>
                <a:ea typeface="IBM Plex Mono" pitchFamily="34" charset="-122"/>
                <a:cs typeface="IBM Plex Mono" pitchFamily="34" charset="-120"/>
              </a:rPr>
              <a:t>23.42</a:t>
            </a:r>
            <a:endParaRPr lang="en-US" sz="825" dirty="0"/>
          </a:p>
        </p:txBody>
      </p:sp>
      <p:sp>
        <p:nvSpPr>
          <p:cNvPr id="57" name="Text 49"/>
          <p:cNvSpPr txBox="1"/>
          <p:nvPr/>
        </p:nvSpPr>
        <p:spPr>
          <a:xfrm>
            <a:off x="6893662" y="5183734"/>
            <a:ext cx="743407" cy="495605"/>
          </a:xfrm>
          <a:prstGeom prst="rect">
            <a:avLst/>
          </a:prstGeom>
          <a:solidFill>
            <a:srgbClr val="3C6C74">
              <a:alpha val="18000"/>
            </a:srgbClr>
          </a:solidFill>
          <a:ln>
            <a:solidFill>
              <a:srgbClr val="FFFFFF">
                <a:alpha val="0"/>
              </a:srgbClr>
            </a:solidFill>
          </a:ln>
        </p:spPr>
        <p:txBody>
          <a:bodyPr wrap="square" lIns="0" tIns="0" rIns="0" bIns="0" rtlCol="0" anchor="ctr"/>
          <a:lstStyle/>
          <a:p>
            <a:pPr algn="ctr" indent="0" marL="0">
              <a:buNone/>
            </a:pPr>
            <a:r>
              <a:rPr lang="en-US" sz="825" dirty="0">
                <a:solidFill>
                  <a:srgbClr val="1C1D24"/>
                </a:solidFill>
                <a:latin typeface="IBM Plex Mono" pitchFamily="34" charset="0"/>
                <a:ea typeface="IBM Plex Mono" pitchFamily="34" charset="-122"/>
                <a:cs typeface="IBM Plex Mono" pitchFamily="34" charset="-120"/>
              </a:rPr>
              <a:t>23.21</a:t>
            </a:r>
            <a:endParaRPr lang="en-US" sz="825" dirty="0"/>
          </a:p>
        </p:txBody>
      </p:sp>
      <p:sp>
        <p:nvSpPr>
          <p:cNvPr id="58" name="Text 50"/>
          <p:cNvSpPr txBox="1"/>
          <p:nvPr/>
        </p:nvSpPr>
        <p:spPr>
          <a:xfrm>
            <a:off x="7647127" y="5183734"/>
            <a:ext cx="743407" cy="495605"/>
          </a:xfrm>
          <a:prstGeom prst="rect">
            <a:avLst/>
          </a:prstGeom>
          <a:solidFill>
            <a:srgbClr val="BFB38D">
              <a:alpha val="55000"/>
            </a:srgbClr>
          </a:solidFill>
          <a:ln w="12700">
            <a:solidFill>
              <a:srgbClr val="BFB38D"/>
            </a:solidFill>
          </a:ln>
        </p:spPr>
        <p:txBody>
          <a:bodyPr wrap="square" lIns="0" tIns="0" rIns="0" bIns="0" rtlCol="0" anchor="ctr"/>
          <a:lstStyle/>
          <a:p>
            <a:pPr algn="ctr" indent="0" marL="0">
              <a:buNone/>
            </a:pPr>
            <a:r>
              <a:rPr lang="en-US" sz="825" dirty="0">
                <a:solidFill>
                  <a:srgbClr val="665B46"/>
                </a:solidFill>
                <a:latin typeface="IBM Plex Mono" pitchFamily="34" charset="0"/>
                <a:ea typeface="IBM Plex Mono" pitchFamily="34" charset="-122"/>
                <a:cs typeface="IBM Plex Mono" pitchFamily="34" charset="-120"/>
              </a:rPr>
              <a:t>.</a:t>
            </a:r>
            <a:endParaRPr lang="en-US" sz="825" dirty="0"/>
          </a:p>
        </p:txBody>
      </p:sp>
      <p:sp>
        <p:nvSpPr>
          <p:cNvPr id="59" name="Text 51"/>
          <p:cNvSpPr txBox="1"/>
          <p:nvPr/>
        </p:nvSpPr>
        <p:spPr>
          <a:xfrm>
            <a:off x="1619402" y="5693969"/>
            <a:ext cx="743407" cy="495605"/>
          </a:xfrm>
          <a:prstGeom prst="rect">
            <a:avLst/>
          </a:prstGeom>
          <a:solidFill>
            <a:srgbClr val="BFB38D">
              <a:alpha val="55000"/>
            </a:srgbClr>
          </a:solidFill>
          <a:ln w="12700">
            <a:solidFill>
              <a:srgbClr val="BFB38D"/>
            </a:solidFill>
          </a:ln>
        </p:spPr>
        <p:txBody>
          <a:bodyPr wrap="square" lIns="0" tIns="0" rIns="0" bIns="0" rtlCol="0" anchor="ctr"/>
          <a:lstStyle/>
          <a:p>
            <a:pPr algn="ctr" indent="0" marL="0">
              <a:buNone/>
            </a:pPr>
            <a:r>
              <a:rPr lang="en-US" sz="825" dirty="0">
                <a:solidFill>
                  <a:srgbClr val="665B46"/>
                </a:solidFill>
                <a:latin typeface="IBM Plex Mono" pitchFamily="34" charset="0"/>
                <a:ea typeface="IBM Plex Mono" pitchFamily="34" charset="-122"/>
                <a:cs typeface="IBM Plex Mono" pitchFamily="34" charset="-120"/>
              </a:rPr>
              <a:t>.</a:t>
            </a:r>
            <a:endParaRPr lang="en-US" sz="825" dirty="0"/>
          </a:p>
        </p:txBody>
      </p:sp>
      <p:sp>
        <p:nvSpPr>
          <p:cNvPr id="60" name="Text 52"/>
          <p:cNvSpPr txBox="1"/>
          <p:nvPr/>
        </p:nvSpPr>
        <p:spPr>
          <a:xfrm>
            <a:off x="2372868" y="5693969"/>
            <a:ext cx="743407" cy="495605"/>
          </a:xfrm>
          <a:prstGeom prst="rect">
            <a:avLst/>
          </a:prstGeom>
          <a:solidFill>
            <a:srgbClr val="B4631D">
              <a:alpha val="10000"/>
            </a:srgbClr>
          </a:solidFill>
          <a:ln>
            <a:solidFill>
              <a:srgbClr val="FFFFFF">
                <a:alpha val="0"/>
              </a:srgbClr>
            </a:solidFill>
          </a:ln>
        </p:spPr>
        <p:txBody>
          <a:bodyPr wrap="square" lIns="0" tIns="0" rIns="0" bIns="0" rtlCol="0" anchor="ctr"/>
          <a:lstStyle/>
          <a:p>
            <a:pPr algn="ctr" indent="0" marL="0">
              <a:buNone/>
            </a:pPr>
            <a:r>
              <a:rPr lang="en-US" sz="825" dirty="0">
                <a:solidFill>
                  <a:srgbClr val="1C1D24"/>
                </a:solidFill>
                <a:latin typeface="IBM Plex Mono" pitchFamily="34" charset="0"/>
                <a:ea typeface="IBM Plex Mono" pitchFamily="34" charset="-122"/>
                <a:cs typeface="IBM Plex Mono" pitchFamily="34" charset="-120"/>
              </a:rPr>
              <a:t>23.31</a:t>
            </a:r>
            <a:endParaRPr lang="en-US" sz="825" dirty="0"/>
          </a:p>
        </p:txBody>
      </p:sp>
      <p:sp>
        <p:nvSpPr>
          <p:cNvPr id="61" name="Text 53"/>
          <p:cNvSpPr txBox="1"/>
          <p:nvPr/>
        </p:nvSpPr>
        <p:spPr>
          <a:xfrm>
            <a:off x="3126334" y="5693969"/>
            <a:ext cx="743407" cy="495605"/>
          </a:xfrm>
          <a:prstGeom prst="rect">
            <a:avLst/>
          </a:prstGeom>
          <a:solidFill>
            <a:srgbClr val="F3ECD9"/>
          </a:solidFill>
          <a:ln>
            <a:solidFill>
              <a:srgbClr val="FFFFFF">
                <a:alpha val="0"/>
              </a:srgbClr>
            </a:solidFill>
          </a:ln>
        </p:spPr>
        <p:txBody>
          <a:bodyPr wrap="square" lIns="0" tIns="0" rIns="0" bIns="0" rtlCol="0" anchor="ctr"/>
          <a:lstStyle/>
          <a:p>
            <a:pPr algn="ctr" indent="0" marL="0">
              <a:buNone/>
            </a:pPr>
            <a:r>
              <a:rPr lang="en-US" sz="825" dirty="0">
                <a:solidFill>
                  <a:srgbClr val="1C1D24"/>
                </a:solidFill>
                <a:latin typeface="IBM Plex Mono" pitchFamily="34" charset="0"/>
                <a:ea typeface="IBM Plex Mono" pitchFamily="34" charset="-122"/>
                <a:cs typeface="IBM Plex Mono" pitchFamily="34" charset="-120"/>
              </a:rPr>
              <a:t>23.40</a:t>
            </a:r>
            <a:endParaRPr lang="en-US" sz="825" dirty="0"/>
          </a:p>
        </p:txBody>
      </p:sp>
      <p:sp>
        <p:nvSpPr>
          <p:cNvPr id="62" name="Text 54"/>
          <p:cNvSpPr txBox="1"/>
          <p:nvPr/>
        </p:nvSpPr>
        <p:spPr>
          <a:xfrm>
            <a:off x="3879799" y="5693969"/>
            <a:ext cx="743407" cy="495605"/>
          </a:xfrm>
          <a:prstGeom prst="rect">
            <a:avLst/>
          </a:prstGeom>
          <a:solidFill>
            <a:srgbClr val="F3ECD9"/>
          </a:solidFill>
          <a:ln>
            <a:solidFill>
              <a:srgbClr val="FFFFFF">
                <a:alpha val="0"/>
              </a:srgbClr>
            </a:solidFill>
          </a:ln>
        </p:spPr>
        <p:txBody>
          <a:bodyPr wrap="square" lIns="0" tIns="0" rIns="0" bIns="0" rtlCol="0" anchor="ctr"/>
          <a:lstStyle/>
          <a:p>
            <a:pPr algn="ctr" indent="0" marL="0">
              <a:buNone/>
            </a:pPr>
            <a:r>
              <a:rPr lang="en-US" sz="825" dirty="0">
                <a:solidFill>
                  <a:srgbClr val="1C1D24"/>
                </a:solidFill>
                <a:latin typeface="IBM Plex Mono" pitchFamily="34" charset="0"/>
                <a:ea typeface="IBM Plex Mono" pitchFamily="34" charset="-122"/>
                <a:cs typeface="IBM Plex Mono" pitchFamily="34" charset="-120"/>
              </a:rPr>
              <a:t>23.42</a:t>
            </a:r>
            <a:endParaRPr lang="en-US" sz="825" dirty="0"/>
          </a:p>
        </p:txBody>
      </p:sp>
      <p:sp>
        <p:nvSpPr>
          <p:cNvPr id="63" name="Text 55"/>
          <p:cNvSpPr txBox="1"/>
          <p:nvPr/>
        </p:nvSpPr>
        <p:spPr>
          <a:xfrm>
            <a:off x="4633265" y="5693969"/>
            <a:ext cx="743407" cy="495605"/>
          </a:xfrm>
          <a:prstGeom prst="rect">
            <a:avLst/>
          </a:prstGeom>
          <a:solidFill>
            <a:srgbClr val="F3ECD9"/>
          </a:solidFill>
          <a:ln>
            <a:solidFill>
              <a:srgbClr val="FFFFFF">
                <a:alpha val="0"/>
              </a:srgbClr>
            </a:solidFill>
          </a:ln>
        </p:spPr>
        <p:txBody>
          <a:bodyPr wrap="square" lIns="0" tIns="0" rIns="0" bIns="0" rtlCol="0" anchor="ctr"/>
          <a:lstStyle/>
          <a:p>
            <a:pPr algn="ctr" indent="0" marL="0">
              <a:buNone/>
            </a:pPr>
            <a:r>
              <a:rPr lang="en-US" sz="825" dirty="0">
                <a:solidFill>
                  <a:srgbClr val="1C1D24"/>
                </a:solidFill>
                <a:latin typeface="IBM Plex Mono" pitchFamily="34" charset="0"/>
                <a:ea typeface="IBM Plex Mono" pitchFamily="34" charset="-122"/>
                <a:cs typeface="IBM Plex Mono" pitchFamily="34" charset="-120"/>
              </a:rPr>
              <a:t>23.41</a:t>
            </a:r>
            <a:endParaRPr lang="en-US" sz="825" dirty="0"/>
          </a:p>
        </p:txBody>
      </p:sp>
      <p:sp>
        <p:nvSpPr>
          <p:cNvPr id="64" name="Text 56"/>
          <p:cNvSpPr txBox="1"/>
          <p:nvPr/>
        </p:nvSpPr>
        <p:spPr>
          <a:xfrm>
            <a:off x="5386730" y="5693969"/>
            <a:ext cx="743407" cy="495605"/>
          </a:xfrm>
          <a:prstGeom prst="rect">
            <a:avLst/>
          </a:prstGeom>
          <a:solidFill>
            <a:srgbClr val="F3ECD9"/>
          </a:solidFill>
          <a:ln>
            <a:solidFill>
              <a:srgbClr val="FFFFFF">
                <a:alpha val="0"/>
              </a:srgbClr>
            </a:solidFill>
          </a:ln>
        </p:spPr>
        <p:txBody>
          <a:bodyPr wrap="square" lIns="0" tIns="0" rIns="0" bIns="0" rtlCol="0" anchor="ctr"/>
          <a:lstStyle/>
          <a:p>
            <a:pPr algn="ctr" indent="0" marL="0">
              <a:buNone/>
            </a:pPr>
            <a:r>
              <a:rPr lang="en-US" sz="825" dirty="0">
                <a:solidFill>
                  <a:srgbClr val="1C1D24"/>
                </a:solidFill>
                <a:latin typeface="IBM Plex Mono" pitchFamily="34" charset="0"/>
                <a:ea typeface="IBM Plex Mono" pitchFamily="34" charset="-122"/>
                <a:cs typeface="IBM Plex Mono" pitchFamily="34" charset="-120"/>
              </a:rPr>
              <a:t>23.43</a:t>
            </a:r>
            <a:endParaRPr lang="en-US" sz="825" dirty="0"/>
          </a:p>
        </p:txBody>
      </p:sp>
      <p:sp>
        <p:nvSpPr>
          <p:cNvPr id="65" name="Text 57"/>
          <p:cNvSpPr txBox="1"/>
          <p:nvPr/>
        </p:nvSpPr>
        <p:spPr>
          <a:xfrm>
            <a:off x="6140196" y="5693969"/>
            <a:ext cx="743407" cy="495605"/>
          </a:xfrm>
          <a:prstGeom prst="rect">
            <a:avLst/>
          </a:prstGeom>
          <a:solidFill>
            <a:srgbClr val="B4631D">
              <a:alpha val="16000"/>
            </a:srgbClr>
          </a:solidFill>
          <a:ln>
            <a:solidFill>
              <a:srgbClr val="FFFFFF">
                <a:alpha val="0"/>
              </a:srgbClr>
            </a:solidFill>
          </a:ln>
        </p:spPr>
        <p:txBody>
          <a:bodyPr wrap="square" lIns="0" tIns="0" rIns="0" bIns="0" rtlCol="0" anchor="ctr"/>
          <a:lstStyle/>
          <a:p>
            <a:pPr algn="ctr" indent="0" marL="0">
              <a:buNone/>
            </a:pPr>
            <a:r>
              <a:rPr lang="en-US" sz="825" dirty="0">
                <a:solidFill>
                  <a:srgbClr val="1C1D24"/>
                </a:solidFill>
                <a:latin typeface="IBM Plex Mono" pitchFamily="34" charset="0"/>
                <a:ea typeface="IBM Plex Mono" pitchFamily="34" charset="-122"/>
                <a:cs typeface="IBM Plex Mono" pitchFamily="34" charset="-120"/>
              </a:rPr>
              <a:t>23.46</a:t>
            </a:r>
            <a:endParaRPr lang="en-US" sz="825" dirty="0"/>
          </a:p>
        </p:txBody>
      </p:sp>
      <p:sp>
        <p:nvSpPr>
          <p:cNvPr id="66" name="Text 58"/>
          <p:cNvSpPr txBox="1"/>
          <p:nvPr/>
        </p:nvSpPr>
        <p:spPr>
          <a:xfrm>
            <a:off x="6893662" y="5693969"/>
            <a:ext cx="743407" cy="495605"/>
          </a:xfrm>
          <a:prstGeom prst="rect">
            <a:avLst/>
          </a:prstGeom>
          <a:solidFill>
            <a:srgbClr val="B4631D">
              <a:alpha val="20000"/>
            </a:srgbClr>
          </a:solidFill>
          <a:ln>
            <a:solidFill>
              <a:srgbClr val="FFFFFF">
                <a:alpha val="0"/>
              </a:srgbClr>
            </a:solidFill>
          </a:ln>
        </p:spPr>
        <p:txBody>
          <a:bodyPr wrap="square" lIns="0" tIns="0" rIns="0" bIns="0" rtlCol="0" anchor="ctr"/>
          <a:lstStyle/>
          <a:p>
            <a:pPr algn="ctr" indent="0" marL="0">
              <a:buNone/>
            </a:pPr>
            <a:r>
              <a:rPr lang="en-US" sz="825" dirty="0">
                <a:solidFill>
                  <a:srgbClr val="1C1D24"/>
                </a:solidFill>
                <a:latin typeface="IBM Plex Mono" pitchFamily="34" charset="0"/>
                <a:ea typeface="IBM Plex Mono" pitchFamily="34" charset="-122"/>
                <a:cs typeface="IBM Plex Mono" pitchFamily="34" charset="-120"/>
              </a:rPr>
              <a:t>23.52</a:t>
            </a:r>
            <a:endParaRPr lang="en-US" sz="825" dirty="0"/>
          </a:p>
        </p:txBody>
      </p:sp>
      <p:sp>
        <p:nvSpPr>
          <p:cNvPr id="67" name="Text 59"/>
          <p:cNvSpPr txBox="1"/>
          <p:nvPr/>
        </p:nvSpPr>
        <p:spPr>
          <a:xfrm>
            <a:off x="7647127" y="5693969"/>
            <a:ext cx="743407" cy="495605"/>
          </a:xfrm>
          <a:prstGeom prst="rect">
            <a:avLst/>
          </a:prstGeom>
          <a:solidFill>
            <a:srgbClr val="BFB38D">
              <a:alpha val="55000"/>
            </a:srgbClr>
          </a:solidFill>
          <a:ln w="12700">
            <a:solidFill>
              <a:srgbClr val="BFB38D"/>
            </a:solidFill>
          </a:ln>
        </p:spPr>
        <p:txBody>
          <a:bodyPr wrap="square" lIns="0" tIns="0" rIns="0" bIns="0" rtlCol="0" anchor="ctr"/>
          <a:lstStyle/>
          <a:p>
            <a:pPr algn="ctr" indent="0" marL="0">
              <a:buNone/>
            </a:pPr>
            <a:r>
              <a:rPr lang="en-US" sz="825" dirty="0">
                <a:solidFill>
                  <a:srgbClr val="665B46"/>
                </a:solidFill>
                <a:latin typeface="IBM Plex Mono" pitchFamily="34" charset="0"/>
                <a:ea typeface="IBM Plex Mono" pitchFamily="34" charset="-122"/>
                <a:cs typeface="IBM Plex Mono" pitchFamily="34" charset="-120"/>
              </a:rPr>
              <a:t>.</a:t>
            </a:r>
            <a:endParaRPr lang="en-US" sz="825" dirty="0"/>
          </a:p>
        </p:txBody>
      </p:sp>
      <p:sp>
        <p:nvSpPr>
          <p:cNvPr id="68" name="Text 60"/>
          <p:cNvSpPr txBox="1"/>
          <p:nvPr/>
        </p:nvSpPr>
        <p:spPr>
          <a:xfrm>
            <a:off x="1619402" y="6204204"/>
            <a:ext cx="743407" cy="495605"/>
          </a:xfrm>
          <a:prstGeom prst="rect">
            <a:avLst/>
          </a:prstGeom>
          <a:solidFill>
            <a:srgbClr val="BFB38D">
              <a:alpha val="55000"/>
            </a:srgbClr>
          </a:solidFill>
          <a:ln w="12700">
            <a:solidFill>
              <a:srgbClr val="BFB38D"/>
            </a:solidFill>
          </a:ln>
        </p:spPr>
        <p:txBody>
          <a:bodyPr wrap="square" lIns="0" tIns="0" rIns="0" bIns="0" rtlCol="0" anchor="ctr"/>
          <a:lstStyle/>
          <a:p>
            <a:pPr algn="ctr" indent="0" marL="0">
              <a:buNone/>
            </a:pPr>
            <a:r>
              <a:rPr lang="en-US" sz="825" dirty="0">
                <a:solidFill>
                  <a:srgbClr val="665B46"/>
                </a:solidFill>
                <a:latin typeface="IBM Plex Mono" pitchFamily="34" charset="0"/>
                <a:ea typeface="IBM Plex Mono" pitchFamily="34" charset="-122"/>
                <a:cs typeface="IBM Plex Mono" pitchFamily="34" charset="-120"/>
              </a:rPr>
              <a:t>.</a:t>
            </a:r>
            <a:endParaRPr lang="en-US" sz="825" dirty="0"/>
          </a:p>
        </p:txBody>
      </p:sp>
      <p:sp>
        <p:nvSpPr>
          <p:cNvPr id="69" name="Text 61"/>
          <p:cNvSpPr txBox="1"/>
          <p:nvPr/>
        </p:nvSpPr>
        <p:spPr>
          <a:xfrm>
            <a:off x="2372868" y="6204204"/>
            <a:ext cx="743407" cy="495605"/>
          </a:xfrm>
          <a:prstGeom prst="rect">
            <a:avLst/>
          </a:prstGeom>
          <a:solidFill>
            <a:srgbClr val="B4631D">
              <a:alpha val="20000"/>
            </a:srgbClr>
          </a:solidFill>
          <a:ln>
            <a:solidFill>
              <a:srgbClr val="FFFFFF">
                <a:alpha val="0"/>
              </a:srgbClr>
            </a:solidFill>
          </a:ln>
        </p:spPr>
        <p:txBody>
          <a:bodyPr wrap="square" lIns="0" tIns="0" rIns="0" bIns="0" rtlCol="0" anchor="ctr"/>
          <a:lstStyle/>
          <a:p>
            <a:pPr algn="ctr" indent="0" marL="0">
              <a:buNone/>
            </a:pPr>
            <a:r>
              <a:rPr lang="en-US" sz="825" dirty="0">
                <a:solidFill>
                  <a:srgbClr val="1C1D24"/>
                </a:solidFill>
                <a:latin typeface="IBM Plex Mono" pitchFamily="34" charset="0"/>
                <a:ea typeface="IBM Plex Mono" pitchFamily="34" charset="-122"/>
                <a:cs typeface="IBM Plex Mono" pitchFamily="34" charset="-120"/>
              </a:rPr>
              <a:t>23.51</a:t>
            </a:r>
            <a:endParaRPr lang="en-US" sz="825" dirty="0"/>
          </a:p>
        </p:txBody>
      </p:sp>
      <p:sp>
        <p:nvSpPr>
          <p:cNvPr id="70" name="Text 62"/>
          <p:cNvSpPr txBox="1"/>
          <p:nvPr/>
        </p:nvSpPr>
        <p:spPr>
          <a:xfrm>
            <a:off x="3126334" y="6204204"/>
            <a:ext cx="743407" cy="495605"/>
          </a:xfrm>
          <a:prstGeom prst="rect">
            <a:avLst/>
          </a:prstGeom>
          <a:solidFill>
            <a:srgbClr val="B4631D">
              <a:alpha val="22000"/>
            </a:srgbClr>
          </a:solidFill>
          <a:ln>
            <a:solidFill>
              <a:srgbClr val="FFFFFF">
                <a:alpha val="0"/>
              </a:srgbClr>
            </a:solidFill>
          </a:ln>
        </p:spPr>
        <p:txBody>
          <a:bodyPr wrap="square" lIns="0" tIns="0" rIns="0" bIns="0" rtlCol="0" anchor="ctr"/>
          <a:lstStyle/>
          <a:p>
            <a:pPr algn="ctr" indent="0" marL="0">
              <a:buNone/>
            </a:pPr>
            <a:r>
              <a:rPr lang="en-US" sz="825" dirty="0">
                <a:solidFill>
                  <a:srgbClr val="1C1D24"/>
                </a:solidFill>
                <a:latin typeface="IBM Plex Mono" pitchFamily="34" charset="0"/>
                <a:ea typeface="IBM Plex Mono" pitchFamily="34" charset="-122"/>
                <a:cs typeface="IBM Plex Mono" pitchFamily="34" charset="-120"/>
              </a:rPr>
              <a:t>23.55</a:t>
            </a:r>
            <a:endParaRPr lang="en-US" sz="825" dirty="0"/>
          </a:p>
        </p:txBody>
      </p:sp>
      <p:sp>
        <p:nvSpPr>
          <p:cNvPr id="71" name="Text 63"/>
          <p:cNvSpPr txBox="1"/>
          <p:nvPr/>
        </p:nvSpPr>
        <p:spPr>
          <a:xfrm>
            <a:off x="3879799" y="6204204"/>
            <a:ext cx="743407" cy="495605"/>
          </a:xfrm>
          <a:prstGeom prst="rect">
            <a:avLst/>
          </a:prstGeom>
          <a:solidFill>
            <a:srgbClr val="B4631D">
              <a:alpha val="20000"/>
            </a:srgbClr>
          </a:solidFill>
          <a:ln>
            <a:solidFill>
              <a:srgbClr val="FFFFFF">
                <a:alpha val="0"/>
              </a:srgbClr>
            </a:solidFill>
          </a:ln>
        </p:spPr>
        <p:txBody>
          <a:bodyPr wrap="square" lIns="0" tIns="0" rIns="0" bIns="0" rtlCol="0" anchor="ctr"/>
          <a:lstStyle/>
          <a:p>
            <a:pPr algn="ctr" indent="0" marL="0">
              <a:buNone/>
            </a:pPr>
            <a:r>
              <a:rPr lang="en-US" sz="825" dirty="0">
                <a:solidFill>
                  <a:srgbClr val="1C1D24"/>
                </a:solidFill>
                <a:latin typeface="IBM Plex Mono" pitchFamily="34" charset="0"/>
                <a:ea typeface="IBM Plex Mono" pitchFamily="34" charset="-122"/>
                <a:cs typeface="IBM Plex Mono" pitchFamily="34" charset="-120"/>
              </a:rPr>
              <a:t>23.49</a:t>
            </a:r>
            <a:endParaRPr lang="en-US" sz="825" dirty="0"/>
          </a:p>
        </p:txBody>
      </p:sp>
      <p:sp>
        <p:nvSpPr>
          <p:cNvPr id="72" name="Text 64"/>
          <p:cNvSpPr txBox="1"/>
          <p:nvPr/>
        </p:nvSpPr>
        <p:spPr>
          <a:xfrm>
            <a:off x="4633265" y="6204204"/>
            <a:ext cx="743407" cy="495605"/>
          </a:xfrm>
          <a:prstGeom prst="rect">
            <a:avLst/>
          </a:prstGeom>
          <a:solidFill>
            <a:srgbClr val="B4631D">
              <a:alpha val="10000"/>
            </a:srgbClr>
          </a:solidFill>
          <a:ln>
            <a:solidFill>
              <a:srgbClr val="FFFFFF">
                <a:alpha val="0"/>
              </a:srgbClr>
            </a:solidFill>
          </a:ln>
        </p:spPr>
        <p:txBody>
          <a:bodyPr wrap="square" lIns="0" tIns="0" rIns="0" bIns="0" rtlCol="0" anchor="ctr"/>
          <a:lstStyle/>
          <a:p>
            <a:pPr algn="ctr" indent="0" marL="0">
              <a:buNone/>
            </a:pPr>
            <a:r>
              <a:rPr lang="en-US" sz="825" dirty="0">
                <a:solidFill>
                  <a:srgbClr val="1C1D24"/>
                </a:solidFill>
                <a:latin typeface="IBM Plex Mono" pitchFamily="34" charset="0"/>
                <a:ea typeface="IBM Plex Mono" pitchFamily="34" charset="-122"/>
                <a:cs typeface="IBM Plex Mono" pitchFamily="34" charset="-120"/>
              </a:rPr>
              <a:t>23.32</a:t>
            </a:r>
            <a:endParaRPr lang="en-US" sz="825" dirty="0"/>
          </a:p>
        </p:txBody>
      </p:sp>
      <p:sp>
        <p:nvSpPr>
          <p:cNvPr id="73" name="Text 65"/>
          <p:cNvSpPr txBox="1"/>
          <p:nvPr/>
        </p:nvSpPr>
        <p:spPr>
          <a:xfrm>
            <a:off x="5386730" y="6204204"/>
            <a:ext cx="743407" cy="495605"/>
          </a:xfrm>
          <a:prstGeom prst="rect">
            <a:avLst/>
          </a:prstGeom>
          <a:solidFill>
            <a:srgbClr val="F3ECD9"/>
          </a:solidFill>
          <a:ln>
            <a:solidFill>
              <a:srgbClr val="FFFFFF">
                <a:alpha val="0"/>
              </a:srgbClr>
            </a:solidFill>
          </a:ln>
        </p:spPr>
        <p:txBody>
          <a:bodyPr wrap="square" lIns="0" tIns="0" rIns="0" bIns="0" rtlCol="0" anchor="ctr"/>
          <a:lstStyle/>
          <a:p>
            <a:pPr algn="ctr" indent="0" marL="0">
              <a:buNone/>
            </a:pPr>
            <a:r>
              <a:rPr lang="en-US" sz="825" dirty="0">
                <a:solidFill>
                  <a:srgbClr val="1C1D24"/>
                </a:solidFill>
                <a:latin typeface="IBM Plex Mono" pitchFamily="34" charset="0"/>
                <a:ea typeface="IBM Plex Mono" pitchFamily="34" charset="-122"/>
                <a:cs typeface="IBM Plex Mono" pitchFamily="34" charset="-120"/>
              </a:rPr>
              <a:t>23.43</a:t>
            </a:r>
            <a:endParaRPr lang="en-US" sz="825" dirty="0"/>
          </a:p>
        </p:txBody>
      </p:sp>
      <p:sp>
        <p:nvSpPr>
          <p:cNvPr id="74" name="Text 66"/>
          <p:cNvSpPr txBox="1"/>
          <p:nvPr/>
        </p:nvSpPr>
        <p:spPr>
          <a:xfrm>
            <a:off x="6140196" y="6204204"/>
            <a:ext cx="743407" cy="495605"/>
          </a:xfrm>
          <a:prstGeom prst="rect">
            <a:avLst/>
          </a:prstGeom>
          <a:solidFill>
            <a:srgbClr val="B4631D">
              <a:alpha val="18000"/>
            </a:srgbClr>
          </a:solidFill>
          <a:ln>
            <a:solidFill>
              <a:srgbClr val="FFFFFF">
                <a:alpha val="0"/>
              </a:srgbClr>
            </a:solidFill>
          </a:ln>
        </p:spPr>
        <p:txBody>
          <a:bodyPr wrap="square" lIns="0" tIns="0" rIns="0" bIns="0" rtlCol="0" anchor="ctr"/>
          <a:lstStyle/>
          <a:p>
            <a:pPr algn="ctr" indent="0" marL="0">
              <a:buNone/>
            </a:pPr>
            <a:r>
              <a:rPr lang="en-US" sz="825" dirty="0">
                <a:solidFill>
                  <a:srgbClr val="1C1D24"/>
                </a:solidFill>
                <a:latin typeface="IBM Plex Mono" pitchFamily="34" charset="0"/>
                <a:ea typeface="IBM Plex Mono" pitchFamily="34" charset="-122"/>
                <a:cs typeface="IBM Plex Mono" pitchFamily="34" charset="-120"/>
              </a:rPr>
              <a:t>23.45</a:t>
            </a:r>
            <a:endParaRPr lang="en-US" sz="825" dirty="0"/>
          </a:p>
        </p:txBody>
      </p:sp>
      <p:sp>
        <p:nvSpPr>
          <p:cNvPr id="75" name="Text 67"/>
          <p:cNvSpPr txBox="1"/>
          <p:nvPr/>
        </p:nvSpPr>
        <p:spPr>
          <a:xfrm>
            <a:off x="6893662" y="6204204"/>
            <a:ext cx="743407" cy="495605"/>
          </a:xfrm>
          <a:prstGeom prst="rect">
            <a:avLst/>
          </a:prstGeom>
          <a:solidFill>
            <a:srgbClr val="B4631D">
              <a:alpha val="22000"/>
            </a:srgbClr>
          </a:solidFill>
          <a:ln>
            <a:solidFill>
              <a:srgbClr val="FFFFFF">
                <a:alpha val="0"/>
              </a:srgbClr>
            </a:solidFill>
          </a:ln>
        </p:spPr>
        <p:txBody>
          <a:bodyPr wrap="square" lIns="0" tIns="0" rIns="0" bIns="0" rtlCol="0" anchor="ctr"/>
          <a:lstStyle/>
          <a:p>
            <a:pPr algn="ctr" indent="0" marL="0">
              <a:buNone/>
            </a:pPr>
            <a:r>
              <a:rPr lang="en-US" sz="825" b="1" dirty="0">
                <a:solidFill>
                  <a:srgbClr val="1C1D24"/>
                </a:solidFill>
                <a:latin typeface="IBM Plex Mono" pitchFamily="34" charset="0"/>
                <a:ea typeface="IBM Plex Mono" pitchFamily="34" charset="-122"/>
                <a:cs typeface="IBM Plex Mono" pitchFamily="34" charset="-120"/>
              </a:rPr>
              <a:t>23.78</a:t>
            </a:r>
            <a:endParaRPr lang="en-US" sz="825" dirty="0"/>
          </a:p>
        </p:txBody>
      </p:sp>
      <p:sp>
        <p:nvSpPr>
          <p:cNvPr id="76" name="Text 68"/>
          <p:cNvSpPr txBox="1"/>
          <p:nvPr/>
        </p:nvSpPr>
        <p:spPr>
          <a:xfrm>
            <a:off x="7647127" y="6204204"/>
            <a:ext cx="743407" cy="495605"/>
          </a:xfrm>
          <a:prstGeom prst="rect">
            <a:avLst/>
          </a:prstGeom>
          <a:solidFill>
            <a:srgbClr val="BFB38D">
              <a:alpha val="55000"/>
            </a:srgbClr>
          </a:solidFill>
          <a:ln w="12700">
            <a:solidFill>
              <a:srgbClr val="BFB38D"/>
            </a:solidFill>
          </a:ln>
        </p:spPr>
        <p:txBody>
          <a:bodyPr wrap="square" lIns="0" tIns="0" rIns="0" bIns="0" rtlCol="0" anchor="ctr"/>
          <a:lstStyle/>
          <a:p>
            <a:pPr algn="ctr" indent="0" marL="0">
              <a:buNone/>
            </a:pPr>
            <a:r>
              <a:rPr lang="en-US" sz="825" dirty="0">
                <a:solidFill>
                  <a:srgbClr val="665B46"/>
                </a:solidFill>
                <a:latin typeface="IBM Plex Mono" pitchFamily="34" charset="0"/>
                <a:ea typeface="IBM Plex Mono" pitchFamily="34" charset="-122"/>
                <a:cs typeface="IBM Plex Mono" pitchFamily="34" charset="-120"/>
              </a:rPr>
              <a:t>.</a:t>
            </a:r>
            <a:endParaRPr lang="en-US" sz="825" dirty="0"/>
          </a:p>
        </p:txBody>
      </p:sp>
      <p:sp>
        <p:nvSpPr>
          <p:cNvPr id="77" name="Text 69"/>
          <p:cNvSpPr txBox="1"/>
          <p:nvPr/>
        </p:nvSpPr>
        <p:spPr>
          <a:xfrm>
            <a:off x="1619402" y="6713525"/>
            <a:ext cx="743407" cy="495605"/>
          </a:xfrm>
          <a:prstGeom prst="rect">
            <a:avLst/>
          </a:prstGeom>
          <a:solidFill>
            <a:srgbClr val="BFB38D">
              <a:alpha val="55000"/>
            </a:srgbClr>
          </a:solidFill>
          <a:ln w="12700">
            <a:solidFill>
              <a:srgbClr val="BFB38D"/>
            </a:solidFill>
          </a:ln>
        </p:spPr>
        <p:txBody>
          <a:bodyPr wrap="square" lIns="0" tIns="0" rIns="0" bIns="0" rtlCol="0" anchor="ctr"/>
          <a:lstStyle/>
          <a:p>
            <a:pPr algn="ctr" indent="0" marL="0">
              <a:buNone/>
            </a:pPr>
            <a:r>
              <a:rPr lang="en-US" sz="825" dirty="0">
                <a:solidFill>
                  <a:srgbClr val="665B46"/>
                </a:solidFill>
                <a:latin typeface="IBM Plex Mono" pitchFamily="34" charset="0"/>
                <a:ea typeface="IBM Plex Mono" pitchFamily="34" charset="-122"/>
                <a:cs typeface="IBM Plex Mono" pitchFamily="34" charset="-120"/>
              </a:rPr>
              <a:t>.</a:t>
            </a:r>
            <a:endParaRPr lang="en-US" sz="825" dirty="0"/>
          </a:p>
        </p:txBody>
      </p:sp>
      <p:sp>
        <p:nvSpPr>
          <p:cNvPr id="78" name="Text 70"/>
          <p:cNvSpPr txBox="1"/>
          <p:nvPr/>
        </p:nvSpPr>
        <p:spPr>
          <a:xfrm>
            <a:off x="2372868" y="6713525"/>
            <a:ext cx="743407" cy="495605"/>
          </a:xfrm>
          <a:prstGeom prst="rect">
            <a:avLst/>
          </a:prstGeom>
          <a:solidFill>
            <a:srgbClr val="B4631D">
              <a:alpha val="10000"/>
            </a:srgbClr>
          </a:solidFill>
          <a:ln>
            <a:solidFill>
              <a:srgbClr val="FFFFFF">
                <a:alpha val="0"/>
              </a:srgbClr>
            </a:solidFill>
          </a:ln>
        </p:spPr>
        <p:txBody>
          <a:bodyPr wrap="square" lIns="0" tIns="0" rIns="0" bIns="0" rtlCol="0" anchor="ctr"/>
          <a:lstStyle/>
          <a:p>
            <a:pPr algn="ctr" indent="0" marL="0">
              <a:buNone/>
            </a:pPr>
            <a:r>
              <a:rPr lang="en-US" sz="825" dirty="0">
                <a:solidFill>
                  <a:srgbClr val="1C1D24"/>
                </a:solidFill>
                <a:latin typeface="IBM Plex Mono" pitchFamily="34" charset="0"/>
                <a:ea typeface="IBM Plex Mono" pitchFamily="34" charset="-122"/>
                <a:cs typeface="IBM Plex Mono" pitchFamily="34" charset="-120"/>
              </a:rPr>
              <a:t>23.31</a:t>
            </a:r>
            <a:endParaRPr lang="en-US" sz="825" dirty="0"/>
          </a:p>
        </p:txBody>
      </p:sp>
      <p:sp>
        <p:nvSpPr>
          <p:cNvPr id="79" name="Text 71"/>
          <p:cNvSpPr txBox="1"/>
          <p:nvPr/>
        </p:nvSpPr>
        <p:spPr>
          <a:xfrm>
            <a:off x="3126334" y="6713525"/>
            <a:ext cx="743407" cy="495605"/>
          </a:xfrm>
          <a:prstGeom prst="rect">
            <a:avLst/>
          </a:prstGeom>
          <a:solidFill>
            <a:srgbClr val="F3ECD9"/>
          </a:solidFill>
          <a:ln>
            <a:solidFill>
              <a:srgbClr val="FFFFFF">
                <a:alpha val="0"/>
              </a:srgbClr>
            </a:solidFill>
          </a:ln>
        </p:spPr>
        <p:txBody>
          <a:bodyPr wrap="square" lIns="0" tIns="0" rIns="0" bIns="0" rtlCol="0" anchor="ctr"/>
          <a:lstStyle/>
          <a:p>
            <a:pPr algn="ctr" indent="0" marL="0">
              <a:buNone/>
            </a:pPr>
            <a:r>
              <a:rPr lang="en-US" sz="825" dirty="0">
                <a:solidFill>
                  <a:srgbClr val="1C1D24"/>
                </a:solidFill>
                <a:latin typeface="IBM Plex Mono" pitchFamily="34" charset="0"/>
                <a:ea typeface="IBM Plex Mono" pitchFamily="34" charset="-122"/>
                <a:cs typeface="IBM Plex Mono" pitchFamily="34" charset="-120"/>
              </a:rPr>
              <a:t>23.40</a:t>
            </a:r>
            <a:endParaRPr lang="en-US" sz="825" dirty="0"/>
          </a:p>
        </p:txBody>
      </p:sp>
      <p:sp>
        <p:nvSpPr>
          <p:cNvPr id="80" name="Text 72"/>
          <p:cNvSpPr txBox="1"/>
          <p:nvPr/>
        </p:nvSpPr>
        <p:spPr>
          <a:xfrm>
            <a:off x="3879799" y="6713525"/>
            <a:ext cx="743407" cy="495605"/>
          </a:xfrm>
          <a:prstGeom prst="rect">
            <a:avLst/>
          </a:prstGeom>
          <a:solidFill>
            <a:srgbClr val="B4631D">
              <a:alpha val="10000"/>
            </a:srgbClr>
          </a:solidFill>
          <a:ln>
            <a:solidFill>
              <a:srgbClr val="FFFFFF">
                <a:alpha val="0"/>
              </a:srgbClr>
            </a:solidFill>
          </a:ln>
        </p:spPr>
        <p:txBody>
          <a:bodyPr wrap="square" lIns="0" tIns="0" rIns="0" bIns="0" rtlCol="0" anchor="ctr"/>
          <a:lstStyle/>
          <a:p>
            <a:pPr algn="ctr" indent="0" marL="0">
              <a:buNone/>
            </a:pPr>
            <a:r>
              <a:rPr lang="en-US" sz="825" dirty="0">
                <a:solidFill>
                  <a:srgbClr val="1C1D24"/>
                </a:solidFill>
                <a:latin typeface="IBM Plex Mono" pitchFamily="34" charset="0"/>
                <a:ea typeface="IBM Plex Mono" pitchFamily="34" charset="-122"/>
                <a:cs typeface="IBM Plex Mono" pitchFamily="34" charset="-120"/>
              </a:rPr>
              <a:t>23.32</a:t>
            </a:r>
            <a:endParaRPr lang="en-US" sz="825" dirty="0"/>
          </a:p>
        </p:txBody>
      </p:sp>
      <p:sp>
        <p:nvSpPr>
          <p:cNvPr id="81" name="Text 73"/>
          <p:cNvSpPr txBox="1"/>
          <p:nvPr/>
        </p:nvSpPr>
        <p:spPr>
          <a:xfrm>
            <a:off x="4633265" y="6713525"/>
            <a:ext cx="743407" cy="495605"/>
          </a:xfrm>
          <a:prstGeom prst="rect">
            <a:avLst/>
          </a:prstGeom>
          <a:solidFill>
            <a:srgbClr val="3C6C74">
              <a:alpha val="16000"/>
            </a:srgbClr>
          </a:solidFill>
          <a:ln>
            <a:solidFill>
              <a:srgbClr val="FFFFFF">
                <a:alpha val="0"/>
              </a:srgbClr>
            </a:solidFill>
          </a:ln>
        </p:spPr>
        <p:txBody>
          <a:bodyPr wrap="square" lIns="0" tIns="0" rIns="0" bIns="0" rtlCol="0" anchor="ctr"/>
          <a:lstStyle/>
          <a:p>
            <a:pPr algn="ctr" indent="0" marL="0">
              <a:buNone/>
            </a:pPr>
            <a:r>
              <a:rPr lang="en-US" sz="825" dirty="0">
                <a:solidFill>
                  <a:srgbClr val="1C1D24"/>
                </a:solidFill>
                <a:latin typeface="IBM Plex Mono" pitchFamily="34" charset="0"/>
                <a:ea typeface="IBM Plex Mono" pitchFamily="34" charset="-122"/>
                <a:cs typeface="IBM Plex Mono" pitchFamily="34" charset="-120"/>
              </a:rPr>
              <a:t>23.24</a:t>
            </a:r>
            <a:endParaRPr lang="en-US" sz="825" dirty="0"/>
          </a:p>
        </p:txBody>
      </p:sp>
      <p:sp>
        <p:nvSpPr>
          <p:cNvPr id="82" name="Text 74"/>
          <p:cNvSpPr txBox="1"/>
          <p:nvPr/>
        </p:nvSpPr>
        <p:spPr>
          <a:xfrm>
            <a:off x="5386730" y="6713525"/>
            <a:ext cx="743407" cy="495605"/>
          </a:xfrm>
          <a:prstGeom prst="rect">
            <a:avLst/>
          </a:prstGeom>
          <a:solidFill>
            <a:srgbClr val="B4631D">
              <a:alpha val="10000"/>
            </a:srgbClr>
          </a:solidFill>
          <a:ln>
            <a:solidFill>
              <a:srgbClr val="FFFFFF">
                <a:alpha val="0"/>
              </a:srgbClr>
            </a:solidFill>
          </a:ln>
        </p:spPr>
        <p:txBody>
          <a:bodyPr wrap="square" lIns="0" tIns="0" rIns="0" bIns="0" rtlCol="0" anchor="ctr"/>
          <a:lstStyle/>
          <a:p>
            <a:pPr algn="ctr" indent="0" marL="0">
              <a:buNone/>
            </a:pPr>
            <a:r>
              <a:rPr lang="en-US" sz="825" dirty="0">
                <a:solidFill>
                  <a:srgbClr val="1C1D24"/>
                </a:solidFill>
                <a:latin typeface="IBM Plex Mono" pitchFamily="34" charset="0"/>
                <a:ea typeface="IBM Plex Mono" pitchFamily="34" charset="-122"/>
                <a:cs typeface="IBM Plex Mono" pitchFamily="34" charset="-120"/>
              </a:rPr>
              <a:t>23.31</a:t>
            </a:r>
            <a:endParaRPr lang="en-US" sz="825" dirty="0"/>
          </a:p>
        </p:txBody>
      </p:sp>
      <p:sp>
        <p:nvSpPr>
          <p:cNvPr id="83" name="Text 75"/>
          <p:cNvSpPr txBox="1"/>
          <p:nvPr/>
        </p:nvSpPr>
        <p:spPr>
          <a:xfrm>
            <a:off x="6140196" y="6713525"/>
            <a:ext cx="743407" cy="495605"/>
          </a:xfrm>
          <a:prstGeom prst="rect">
            <a:avLst/>
          </a:prstGeom>
          <a:solidFill>
            <a:srgbClr val="B4631D">
              <a:alpha val="20000"/>
            </a:srgbClr>
          </a:solidFill>
          <a:ln>
            <a:solidFill>
              <a:srgbClr val="FFFFFF">
                <a:alpha val="0"/>
              </a:srgbClr>
            </a:solidFill>
          </a:ln>
        </p:spPr>
        <p:txBody>
          <a:bodyPr wrap="square" lIns="0" tIns="0" rIns="0" bIns="0" rtlCol="0" anchor="ctr"/>
          <a:lstStyle/>
          <a:p>
            <a:pPr algn="ctr" indent="0" marL="0">
              <a:buNone/>
            </a:pPr>
            <a:r>
              <a:rPr lang="en-US" sz="825" dirty="0">
                <a:solidFill>
                  <a:srgbClr val="1C1D24"/>
                </a:solidFill>
                <a:latin typeface="IBM Plex Mono" pitchFamily="34" charset="0"/>
                <a:ea typeface="IBM Plex Mono" pitchFamily="34" charset="-122"/>
                <a:cs typeface="IBM Plex Mono" pitchFamily="34" charset="-120"/>
              </a:rPr>
              <a:t>23.49</a:t>
            </a:r>
            <a:endParaRPr lang="en-US" sz="825" dirty="0"/>
          </a:p>
        </p:txBody>
      </p:sp>
      <p:sp>
        <p:nvSpPr>
          <p:cNvPr id="84" name="Text 76"/>
          <p:cNvSpPr txBox="1"/>
          <p:nvPr/>
        </p:nvSpPr>
        <p:spPr>
          <a:xfrm>
            <a:off x="6893662" y="6713525"/>
            <a:ext cx="743407" cy="495605"/>
          </a:xfrm>
          <a:prstGeom prst="rect">
            <a:avLst/>
          </a:prstGeom>
          <a:solidFill>
            <a:srgbClr val="B4631D">
              <a:alpha val="18000"/>
            </a:srgbClr>
          </a:solidFill>
          <a:ln>
            <a:solidFill>
              <a:srgbClr val="FFFFFF">
                <a:alpha val="0"/>
              </a:srgbClr>
            </a:solidFill>
          </a:ln>
        </p:spPr>
        <p:txBody>
          <a:bodyPr wrap="square" lIns="0" tIns="0" rIns="0" bIns="0" rtlCol="0" anchor="ctr"/>
          <a:lstStyle/>
          <a:p>
            <a:pPr algn="ctr" indent="0" marL="0">
              <a:buNone/>
            </a:pPr>
            <a:r>
              <a:rPr lang="en-US" sz="825" dirty="0">
                <a:solidFill>
                  <a:srgbClr val="1C1D24"/>
                </a:solidFill>
                <a:latin typeface="IBM Plex Mono" pitchFamily="34" charset="0"/>
                <a:ea typeface="IBM Plex Mono" pitchFamily="34" charset="-122"/>
                <a:cs typeface="IBM Plex Mono" pitchFamily="34" charset="-120"/>
              </a:rPr>
              <a:t>23.43</a:t>
            </a:r>
            <a:endParaRPr lang="en-US" sz="825" dirty="0"/>
          </a:p>
        </p:txBody>
      </p:sp>
      <p:sp>
        <p:nvSpPr>
          <p:cNvPr id="85" name="Text 77"/>
          <p:cNvSpPr txBox="1"/>
          <p:nvPr/>
        </p:nvSpPr>
        <p:spPr>
          <a:xfrm>
            <a:off x="7647127" y="6713525"/>
            <a:ext cx="743407" cy="495605"/>
          </a:xfrm>
          <a:prstGeom prst="rect">
            <a:avLst/>
          </a:prstGeom>
          <a:solidFill>
            <a:srgbClr val="BFB38D">
              <a:alpha val="55000"/>
            </a:srgbClr>
          </a:solidFill>
          <a:ln w="12700">
            <a:solidFill>
              <a:srgbClr val="BFB38D"/>
            </a:solidFill>
          </a:ln>
        </p:spPr>
        <p:txBody>
          <a:bodyPr wrap="square" lIns="0" tIns="0" rIns="0" bIns="0" rtlCol="0" anchor="ctr"/>
          <a:lstStyle/>
          <a:p>
            <a:pPr algn="ctr" indent="0" marL="0">
              <a:buNone/>
            </a:pPr>
            <a:r>
              <a:rPr lang="en-US" sz="825" dirty="0">
                <a:solidFill>
                  <a:srgbClr val="665B46"/>
                </a:solidFill>
                <a:latin typeface="IBM Plex Mono" pitchFamily="34" charset="0"/>
                <a:ea typeface="IBM Plex Mono" pitchFamily="34" charset="-122"/>
                <a:cs typeface="IBM Plex Mono" pitchFamily="34" charset="-120"/>
              </a:rPr>
              <a:t>.</a:t>
            </a:r>
            <a:endParaRPr lang="en-US" sz="825" dirty="0"/>
          </a:p>
        </p:txBody>
      </p:sp>
      <p:sp>
        <p:nvSpPr>
          <p:cNvPr id="86" name="Text 78"/>
          <p:cNvSpPr txBox="1"/>
          <p:nvPr/>
        </p:nvSpPr>
        <p:spPr>
          <a:xfrm>
            <a:off x="1619402" y="7223760"/>
            <a:ext cx="743407" cy="495605"/>
          </a:xfrm>
          <a:prstGeom prst="rect">
            <a:avLst/>
          </a:prstGeom>
          <a:solidFill>
            <a:srgbClr val="BFB38D">
              <a:alpha val="55000"/>
            </a:srgbClr>
          </a:solidFill>
          <a:ln w="12700">
            <a:solidFill>
              <a:srgbClr val="BFB38D"/>
            </a:solidFill>
          </a:ln>
        </p:spPr>
        <p:txBody>
          <a:bodyPr wrap="square" lIns="0" tIns="0" rIns="0" bIns="0" rtlCol="0" anchor="ctr"/>
          <a:lstStyle/>
          <a:p>
            <a:pPr algn="ctr" indent="0" marL="0">
              <a:buNone/>
            </a:pPr>
            <a:r>
              <a:rPr lang="en-US" sz="825" dirty="0">
                <a:solidFill>
                  <a:srgbClr val="665B46"/>
                </a:solidFill>
                <a:latin typeface="IBM Plex Mono" pitchFamily="34" charset="0"/>
                <a:ea typeface="IBM Plex Mono" pitchFamily="34" charset="-122"/>
                <a:cs typeface="IBM Plex Mono" pitchFamily="34" charset="-120"/>
              </a:rPr>
              <a:t>.</a:t>
            </a:r>
            <a:endParaRPr lang="en-US" sz="825" dirty="0"/>
          </a:p>
        </p:txBody>
      </p:sp>
      <p:sp>
        <p:nvSpPr>
          <p:cNvPr id="87" name="Text 79"/>
          <p:cNvSpPr txBox="1"/>
          <p:nvPr/>
        </p:nvSpPr>
        <p:spPr>
          <a:xfrm>
            <a:off x="2372868" y="7223760"/>
            <a:ext cx="743407" cy="495605"/>
          </a:xfrm>
          <a:prstGeom prst="rect">
            <a:avLst/>
          </a:prstGeom>
          <a:solidFill>
            <a:srgbClr val="BFB38D">
              <a:alpha val="55000"/>
            </a:srgbClr>
          </a:solidFill>
          <a:ln w="12700">
            <a:solidFill>
              <a:srgbClr val="BFB38D"/>
            </a:solidFill>
          </a:ln>
        </p:spPr>
        <p:txBody>
          <a:bodyPr wrap="square" lIns="0" tIns="0" rIns="0" bIns="0" rtlCol="0" anchor="ctr"/>
          <a:lstStyle/>
          <a:p>
            <a:pPr algn="ctr" indent="0" marL="0">
              <a:buNone/>
            </a:pPr>
            <a:r>
              <a:rPr lang="en-US" sz="825" dirty="0">
                <a:solidFill>
                  <a:srgbClr val="665B46"/>
                </a:solidFill>
                <a:latin typeface="IBM Plex Mono" pitchFamily="34" charset="0"/>
                <a:ea typeface="IBM Plex Mono" pitchFamily="34" charset="-122"/>
                <a:cs typeface="IBM Plex Mono" pitchFamily="34" charset="-120"/>
              </a:rPr>
              <a:t>.</a:t>
            </a:r>
            <a:endParaRPr lang="en-US" sz="825" dirty="0"/>
          </a:p>
        </p:txBody>
      </p:sp>
      <p:sp>
        <p:nvSpPr>
          <p:cNvPr id="88" name="Text 80"/>
          <p:cNvSpPr txBox="1"/>
          <p:nvPr/>
        </p:nvSpPr>
        <p:spPr>
          <a:xfrm>
            <a:off x="3126334" y="7223760"/>
            <a:ext cx="743407" cy="495605"/>
          </a:xfrm>
          <a:prstGeom prst="rect">
            <a:avLst/>
          </a:prstGeom>
          <a:solidFill>
            <a:srgbClr val="BFB38D">
              <a:alpha val="55000"/>
            </a:srgbClr>
          </a:solidFill>
          <a:ln w="12700">
            <a:solidFill>
              <a:srgbClr val="BFB38D"/>
            </a:solidFill>
          </a:ln>
        </p:spPr>
        <p:txBody>
          <a:bodyPr wrap="square" lIns="0" tIns="0" rIns="0" bIns="0" rtlCol="0" anchor="ctr"/>
          <a:lstStyle/>
          <a:p>
            <a:pPr algn="ctr" indent="0" marL="0">
              <a:buNone/>
            </a:pPr>
            <a:r>
              <a:rPr lang="en-US" sz="825" dirty="0">
                <a:solidFill>
                  <a:srgbClr val="665B46"/>
                </a:solidFill>
                <a:latin typeface="IBM Plex Mono" pitchFamily="34" charset="0"/>
                <a:ea typeface="IBM Plex Mono" pitchFamily="34" charset="-122"/>
                <a:cs typeface="IBM Plex Mono" pitchFamily="34" charset="-120"/>
              </a:rPr>
              <a:t>.</a:t>
            </a:r>
            <a:endParaRPr lang="en-US" sz="825" dirty="0"/>
          </a:p>
        </p:txBody>
      </p:sp>
      <p:sp>
        <p:nvSpPr>
          <p:cNvPr id="89" name="Text 81"/>
          <p:cNvSpPr txBox="1"/>
          <p:nvPr/>
        </p:nvSpPr>
        <p:spPr>
          <a:xfrm>
            <a:off x="3879799" y="7223760"/>
            <a:ext cx="743407" cy="495605"/>
          </a:xfrm>
          <a:prstGeom prst="rect">
            <a:avLst/>
          </a:prstGeom>
          <a:solidFill>
            <a:srgbClr val="BFB38D">
              <a:alpha val="55000"/>
            </a:srgbClr>
          </a:solidFill>
          <a:ln w="12700">
            <a:solidFill>
              <a:srgbClr val="BFB38D"/>
            </a:solidFill>
          </a:ln>
        </p:spPr>
        <p:txBody>
          <a:bodyPr wrap="square" lIns="0" tIns="0" rIns="0" bIns="0" rtlCol="0" anchor="ctr"/>
          <a:lstStyle/>
          <a:p>
            <a:pPr algn="ctr" indent="0" marL="0">
              <a:buNone/>
            </a:pPr>
            <a:r>
              <a:rPr lang="en-US" sz="825" dirty="0">
                <a:solidFill>
                  <a:srgbClr val="665B46"/>
                </a:solidFill>
                <a:latin typeface="IBM Plex Mono" pitchFamily="34" charset="0"/>
                <a:ea typeface="IBM Plex Mono" pitchFamily="34" charset="-122"/>
                <a:cs typeface="IBM Plex Mono" pitchFamily="34" charset="-120"/>
              </a:rPr>
              <a:t>.</a:t>
            </a:r>
            <a:endParaRPr lang="en-US" sz="825" dirty="0"/>
          </a:p>
        </p:txBody>
      </p:sp>
      <p:sp>
        <p:nvSpPr>
          <p:cNvPr id="90" name="Text 82"/>
          <p:cNvSpPr txBox="1"/>
          <p:nvPr/>
        </p:nvSpPr>
        <p:spPr>
          <a:xfrm>
            <a:off x="4633265" y="7223760"/>
            <a:ext cx="743407" cy="495605"/>
          </a:xfrm>
          <a:prstGeom prst="rect">
            <a:avLst/>
          </a:prstGeom>
          <a:solidFill>
            <a:srgbClr val="BFB38D">
              <a:alpha val="55000"/>
            </a:srgbClr>
          </a:solidFill>
          <a:ln w="12700">
            <a:solidFill>
              <a:srgbClr val="BFB38D"/>
            </a:solidFill>
          </a:ln>
        </p:spPr>
        <p:txBody>
          <a:bodyPr wrap="square" lIns="0" tIns="0" rIns="0" bIns="0" rtlCol="0" anchor="ctr"/>
          <a:lstStyle/>
          <a:p>
            <a:pPr algn="ctr" indent="0" marL="0">
              <a:buNone/>
            </a:pPr>
            <a:r>
              <a:rPr lang="en-US" sz="825" dirty="0">
                <a:solidFill>
                  <a:srgbClr val="665B46"/>
                </a:solidFill>
                <a:latin typeface="IBM Plex Mono" pitchFamily="34" charset="0"/>
                <a:ea typeface="IBM Plex Mono" pitchFamily="34" charset="-122"/>
                <a:cs typeface="IBM Plex Mono" pitchFamily="34" charset="-120"/>
              </a:rPr>
              <a:t>.</a:t>
            </a:r>
            <a:endParaRPr lang="en-US" sz="825" dirty="0"/>
          </a:p>
        </p:txBody>
      </p:sp>
      <p:sp>
        <p:nvSpPr>
          <p:cNvPr id="91" name="Text 83"/>
          <p:cNvSpPr txBox="1"/>
          <p:nvPr/>
        </p:nvSpPr>
        <p:spPr>
          <a:xfrm>
            <a:off x="5386730" y="7223760"/>
            <a:ext cx="743407" cy="495605"/>
          </a:xfrm>
          <a:prstGeom prst="rect">
            <a:avLst/>
          </a:prstGeom>
          <a:solidFill>
            <a:srgbClr val="BFB38D">
              <a:alpha val="55000"/>
            </a:srgbClr>
          </a:solidFill>
          <a:ln w="12700">
            <a:solidFill>
              <a:srgbClr val="BFB38D"/>
            </a:solidFill>
          </a:ln>
        </p:spPr>
        <p:txBody>
          <a:bodyPr wrap="square" lIns="0" tIns="0" rIns="0" bIns="0" rtlCol="0" anchor="ctr"/>
          <a:lstStyle/>
          <a:p>
            <a:pPr algn="ctr" indent="0" marL="0">
              <a:buNone/>
            </a:pPr>
            <a:r>
              <a:rPr lang="en-US" sz="825" dirty="0">
                <a:solidFill>
                  <a:srgbClr val="665B46"/>
                </a:solidFill>
                <a:latin typeface="IBM Plex Mono" pitchFamily="34" charset="0"/>
                <a:ea typeface="IBM Plex Mono" pitchFamily="34" charset="-122"/>
                <a:cs typeface="IBM Plex Mono" pitchFamily="34" charset="-120"/>
              </a:rPr>
              <a:t>.</a:t>
            </a:r>
            <a:endParaRPr lang="en-US" sz="825" dirty="0"/>
          </a:p>
        </p:txBody>
      </p:sp>
      <p:sp>
        <p:nvSpPr>
          <p:cNvPr id="92" name="Text 84"/>
          <p:cNvSpPr txBox="1"/>
          <p:nvPr/>
        </p:nvSpPr>
        <p:spPr>
          <a:xfrm>
            <a:off x="6140196" y="7223760"/>
            <a:ext cx="743407" cy="495605"/>
          </a:xfrm>
          <a:prstGeom prst="rect">
            <a:avLst/>
          </a:prstGeom>
          <a:solidFill>
            <a:srgbClr val="BFB38D">
              <a:alpha val="55000"/>
            </a:srgbClr>
          </a:solidFill>
          <a:ln w="12700">
            <a:solidFill>
              <a:srgbClr val="BFB38D"/>
            </a:solidFill>
          </a:ln>
        </p:spPr>
        <p:txBody>
          <a:bodyPr wrap="square" lIns="0" tIns="0" rIns="0" bIns="0" rtlCol="0" anchor="ctr"/>
          <a:lstStyle/>
          <a:p>
            <a:pPr algn="ctr" indent="0" marL="0">
              <a:buNone/>
            </a:pPr>
            <a:r>
              <a:rPr lang="en-US" sz="825" dirty="0">
                <a:solidFill>
                  <a:srgbClr val="665B46"/>
                </a:solidFill>
                <a:latin typeface="IBM Plex Mono" pitchFamily="34" charset="0"/>
                <a:ea typeface="IBM Plex Mono" pitchFamily="34" charset="-122"/>
                <a:cs typeface="IBM Plex Mono" pitchFamily="34" charset="-120"/>
              </a:rPr>
              <a:t>.</a:t>
            </a:r>
            <a:endParaRPr lang="en-US" sz="825" dirty="0"/>
          </a:p>
        </p:txBody>
      </p:sp>
      <p:sp>
        <p:nvSpPr>
          <p:cNvPr id="93" name="Text 85"/>
          <p:cNvSpPr txBox="1"/>
          <p:nvPr/>
        </p:nvSpPr>
        <p:spPr>
          <a:xfrm>
            <a:off x="6893662" y="7223760"/>
            <a:ext cx="743407" cy="495605"/>
          </a:xfrm>
          <a:prstGeom prst="rect">
            <a:avLst/>
          </a:prstGeom>
          <a:solidFill>
            <a:srgbClr val="BFB38D">
              <a:alpha val="55000"/>
            </a:srgbClr>
          </a:solidFill>
          <a:ln w="12700">
            <a:solidFill>
              <a:srgbClr val="BFB38D"/>
            </a:solidFill>
          </a:ln>
        </p:spPr>
        <p:txBody>
          <a:bodyPr wrap="square" lIns="0" tIns="0" rIns="0" bIns="0" rtlCol="0" anchor="ctr"/>
          <a:lstStyle/>
          <a:p>
            <a:pPr algn="ctr" indent="0" marL="0">
              <a:buNone/>
            </a:pPr>
            <a:r>
              <a:rPr lang="en-US" sz="825" dirty="0">
                <a:solidFill>
                  <a:srgbClr val="665B46"/>
                </a:solidFill>
                <a:latin typeface="IBM Plex Mono" pitchFamily="34" charset="0"/>
                <a:ea typeface="IBM Plex Mono" pitchFamily="34" charset="-122"/>
                <a:cs typeface="IBM Plex Mono" pitchFamily="34" charset="-120"/>
              </a:rPr>
              <a:t>.</a:t>
            </a:r>
            <a:endParaRPr lang="en-US" sz="825" dirty="0"/>
          </a:p>
        </p:txBody>
      </p:sp>
      <p:sp>
        <p:nvSpPr>
          <p:cNvPr id="94" name="Text 86"/>
          <p:cNvSpPr txBox="1"/>
          <p:nvPr/>
        </p:nvSpPr>
        <p:spPr>
          <a:xfrm>
            <a:off x="7647127" y="7223760"/>
            <a:ext cx="743407" cy="495605"/>
          </a:xfrm>
          <a:prstGeom prst="rect">
            <a:avLst/>
          </a:prstGeom>
          <a:solidFill>
            <a:srgbClr val="BFB38D">
              <a:alpha val="55000"/>
            </a:srgbClr>
          </a:solidFill>
          <a:ln w="12700">
            <a:solidFill>
              <a:srgbClr val="BFB38D"/>
            </a:solidFill>
          </a:ln>
        </p:spPr>
        <p:txBody>
          <a:bodyPr wrap="square" lIns="0" tIns="0" rIns="0" bIns="0" rtlCol="0" anchor="ctr"/>
          <a:lstStyle/>
          <a:p>
            <a:pPr algn="ctr" indent="0" marL="0">
              <a:buNone/>
            </a:pPr>
            <a:r>
              <a:rPr lang="en-US" sz="825" dirty="0">
                <a:solidFill>
                  <a:srgbClr val="665B46"/>
                </a:solidFill>
                <a:latin typeface="IBM Plex Mono" pitchFamily="34" charset="0"/>
                <a:ea typeface="IBM Plex Mono" pitchFamily="34" charset="-122"/>
                <a:cs typeface="IBM Plex Mono" pitchFamily="34" charset="-120"/>
              </a:rPr>
              <a:t>.</a:t>
            </a:r>
            <a:endParaRPr lang="en-US" sz="825" dirty="0"/>
          </a:p>
        </p:txBody>
      </p:sp>
      <p:sp>
        <p:nvSpPr>
          <p:cNvPr id="95" name="Text 87"/>
          <p:cNvSpPr txBox="1"/>
          <p:nvPr/>
        </p:nvSpPr>
        <p:spPr>
          <a:xfrm>
            <a:off x="0" y="1904695"/>
            <a:ext cx="372161" cy="2286000"/>
          </a:xfrm>
          <a:prstGeom prst="rect">
            <a:avLst/>
          </a:prstGeom>
          <a:noFill/>
          <a:ln/>
        </p:spPr>
        <p:txBody>
          <a:bodyPr wrap="square" lIns="0" tIns="0" rIns="0" bIns="0" rtlCol="0" anchor="ctr"/>
          <a:lstStyle/>
          <a:p>
            <a:pPr algn="l" indent="0" marL="0">
              <a:lnSpc>
                <a:spcPct val="100000"/>
              </a:lnSpc>
              <a:buNone/>
            </a:pPr>
            <a:r>
              <a:rPr lang="en-US" sz="825" spc="264" kern="0" dirty="0">
                <a:solidFill>
                  <a:srgbClr val="D6C79C"/>
                </a:solidFill>
                <a:latin typeface="IBM Plex Mono" pitchFamily="34" charset="0"/>
                <a:ea typeface="IBM Plex Mono" pitchFamily="34" charset="-122"/>
                <a:cs typeface="IBM Plex Mono" pitchFamily="34" charset="-120"/>
              </a:rPr>
              <a:t>SECTION 10 / 11</a:t>
            </a:r>
            <a:endParaRPr lang="en-US" sz="825" dirty="0"/>
          </a:p>
        </p:txBody>
      </p:sp>
      <p:sp>
        <p:nvSpPr>
          <p:cNvPr id="96" name="Text 88"/>
          <p:cNvSpPr txBox="1"/>
          <p:nvPr/>
        </p:nvSpPr>
        <p:spPr>
          <a:xfrm>
            <a:off x="0" y="5333695"/>
            <a:ext cx="391363" cy="1905610"/>
          </a:xfrm>
          <a:prstGeom prst="rect">
            <a:avLst/>
          </a:prstGeom>
          <a:noFill/>
          <a:ln/>
        </p:spPr>
        <p:txBody>
          <a:bodyPr wrap="square" lIns="0" tIns="0" rIns="0" bIns="0" rtlCol="0" anchor="ctr"/>
          <a:lstStyle/>
          <a:p>
            <a:pPr algn="l" indent="0" marL="0">
              <a:lnSpc>
                <a:spcPct val="100000"/>
              </a:lnSpc>
              <a:buNone/>
            </a:pPr>
            <a:r>
              <a:rPr lang="en-US" sz="975" spc="215" kern="0" dirty="0">
                <a:solidFill>
                  <a:srgbClr val="EFE6D3"/>
                </a:solidFill>
                <a:latin typeface="Noto Sans KR" pitchFamily="34" charset="0"/>
                <a:ea typeface="Noto Sans KR" pitchFamily="34" charset="-122"/>
                <a:cs typeface="Noto Sans KR" pitchFamily="34" charset="-120"/>
              </a:rPr>
              <a:t>MAP</a:t>
            </a:r>
            <a:endParaRPr lang="en-US" sz="975" dirty="0"/>
          </a:p>
        </p:txBody>
      </p:sp>
      <p:sp>
        <p:nvSpPr>
          <p:cNvPr id="97" name="Text 89"/>
          <p:cNvSpPr txBox="1"/>
          <p:nvPr/>
        </p:nvSpPr>
        <p:spPr>
          <a:xfrm>
            <a:off x="1333195" y="571500"/>
            <a:ext cx="12764110" cy="143561"/>
          </a:xfrm>
          <a:prstGeom prst="rect">
            <a:avLst/>
          </a:prstGeom>
          <a:noFill/>
          <a:ln/>
        </p:spPr>
        <p:txBody>
          <a:bodyPr wrap="none" lIns="0" tIns="0" rIns="0" bIns="0" rtlCol="0" anchor="ctr"/>
          <a:lstStyle/>
          <a:p>
            <a:pPr algn="l" indent="0" marL="0">
              <a:buNone/>
            </a:pPr>
            <a:r>
              <a:rPr lang="en-US" sz="900" spc="288" kern="0" dirty="0">
                <a:solidFill>
                  <a:srgbClr val="3D7251"/>
                </a:solidFill>
                <a:latin typeface="IBM Plex Mono" pitchFamily="34" charset="0"/>
                <a:ea typeface="IBM Plex Mono" pitchFamily="34" charset="-122"/>
                <a:cs typeface="IBM Plex Mono" pitchFamily="34" charset="-120"/>
              </a:rPr>
              <a:t>AASI · 9×9 wafer map · 69 active of 81</a:t>
            </a:r>
            <a:endParaRPr lang="en-US" sz="900" dirty="0"/>
          </a:p>
        </p:txBody>
      </p:sp>
      <p:sp>
        <p:nvSpPr>
          <p:cNvPr id="98" name="Text 90"/>
          <p:cNvSpPr txBox="1"/>
          <p:nvPr/>
        </p:nvSpPr>
        <p:spPr>
          <a:xfrm>
            <a:off x="1333195" y="847649"/>
            <a:ext cx="12764110" cy="467258"/>
          </a:xfrm>
          <a:prstGeom prst="rect">
            <a:avLst/>
          </a:prstGeom>
          <a:noFill/>
          <a:ln/>
        </p:spPr>
        <p:txBody>
          <a:bodyPr wrap="none" lIns="0" tIns="0" rIns="0" bIns="0" rtlCol="0" anchor="ctr"/>
          <a:lstStyle/>
          <a:p>
            <a:pPr algn="l" indent="0" marL="0">
              <a:buNone/>
            </a:pPr>
            <a:r>
              <a:rPr lang="en-US" sz="3450" b="1" spc="-34" kern="0" dirty="0">
                <a:solidFill>
                  <a:srgbClr val="1C1D24"/>
                </a:solidFill>
                <a:latin typeface="Noto Sans KR" pitchFamily="34" charset="0"/>
                <a:ea typeface="Noto Sans KR" pitchFamily="34" charset="-122"/>
                <a:cs typeface="Noto Sans KR" pitchFamily="34" charset="-120"/>
              </a:rPr>
              <a:t>in-wafer 균일성 + 69pt wafer map</a:t>
            </a:r>
            <a:endParaRPr lang="en-US" sz="3450" dirty="0"/>
          </a:p>
        </p:txBody>
      </p:sp>
      <p:pic>
        <p:nvPicPr>
          <p:cNvPr id="99" name="Image 5" descr="gen-dedup-761d4fd6e7dc3de7b6acca5c62ab11d2.png">    </p:cNvPr>
          <p:cNvPicPr>
            <a:picLocks noChangeAspect="1"/>
          </p:cNvPicPr>
          <p:nvPr/>
        </p:nvPicPr>
        <p:blipFill>
          <a:blip r:embed="rId6"/>
          <a:srcRect l="-2083" r="-2083" t="0" b="0"/>
          <a:stretch/>
        </p:blipFill>
        <p:spPr>
          <a:xfrm>
            <a:off x="1333195" y="1516990"/>
            <a:ext cx="12763195" cy="9144"/>
          </a:xfrm>
          <a:prstGeom prst="rect">
            <a:avLst/>
          </a:prstGeom>
        </p:spPr>
      </p:pic>
      <p:sp>
        <p:nvSpPr>
          <p:cNvPr id="100" name="Text 91"/>
          <p:cNvSpPr txBox="1"/>
          <p:nvPr/>
        </p:nvSpPr>
        <p:spPr>
          <a:xfrm>
            <a:off x="14688007" y="413309"/>
            <a:ext cx="3143707" cy="625450"/>
          </a:xfrm>
          <a:prstGeom prst="rect">
            <a:avLst/>
          </a:prstGeom>
          <a:noFill/>
          <a:ln/>
        </p:spPr>
        <p:txBody>
          <a:bodyPr wrap="square" lIns="0" tIns="0" rIns="0" bIns="0" rtlCol="0" anchor="t"/>
          <a:lstStyle/>
          <a:p>
            <a:pPr algn="r" indent="0" marL="0">
              <a:lnSpc>
                <a:spcPts val="1560"/>
              </a:lnSpc>
              <a:buNone/>
            </a:pPr>
            <a:r>
              <a:rPr lang="en-US" sz="975" spc="98" kern="0" dirty="0">
                <a:solidFill>
                  <a:srgbClr val="665B46"/>
                </a:solidFill>
                <a:latin typeface="IBM Plex Mono" pitchFamily="34" charset="0"/>
                <a:ea typeface="IBM Plex Mono" pitchFamily="34" charset="-122"/>
                <a:cs typeface="IBM Plex Mono" pitchFamily="34" charset="-120"/>
              </a:rPr>
              <a:t>DOC · BEOL-12</a:t>
            </a:r>
            <a:pPr algn="r" indent="0" marL="0">
              <a:lnSpc>
                <a:spcPts val="1560"/>
              </a:lnSpc>
              <a:buNone/>
            </a:pPr>
            <a:endParaRPr lang="en-US" sz="975" dirty="0"/>
          </a:p>
          <a:p>
            <a:pPr algn="r" indent="0" marL="0">
              <a:lnSpc>
                <a:spcPts val="1560"/>
              </a:lnSpc>
              <a:buNone/>
            </a:pPr>
            <a:r>
              <a:rPr lang="en-US" sz="975" spc="98" kern="0" dirty="0">
                <a:solidFill>
                  <a:srgbClr val="3D7251"/>
                </a:solidFill>
                <a:latin typeface="IBM Plex Mono" pitchFamily="34" charset="0"/>
                <a:ea typeface="IBM Plex Mono" pitchFamily="34" charset="-122"/>
                <a:cs typeface="IBM Plex Mono" pitchFamily="34" charset="-120"/>
              </a:rPr>
              <a:t>FILE 12 / 20</a:t>
            </a:r>
            <a:pPr algn="r" indent="0" marL="0">
              <a:lnSpc>
                <a:spcPts val="1560"/>
              </a:lnSpc>
              <a:buNone/>
            </a:pPr>
            <a:endParaRPr lang="en-US" sz="975" dirty="0"/>
          </a:p>
          <a:p>
            <a:pPr algn="r" indent="0" marL="0">
              <a:lnSpc>
                <a:spcPts val="1560"/>
              </a:lnSpc>
              <a:buNone/>
            </a:pPr>
            <a:r>
              <a:rPr lang="en-US" sz="975" spc="98" kern="0" dirty="0">
                <a:solidFill>
                  <a:srgbClr val="665B46"/>
                </a:solidFill>
                <a:latin typeface="IBM Plex Mono" pitchFamily="34" charset="0"/>
                <a:ea typeface="IBM Plex Mono" pitchFamily="34" charset="-122"/>
                <a:cs typeface="IBM Plex Mono" pitchFamily="34" charset="-120"/>
              </a:rPr>
              <a:t>REV.0 · DUMMY</a:t>
            </a:r>
            <a:endParaRPr lang="en-US" sz="975" dirty="0"/>
          </a:p>
        </p:txBody>
      </p:sp>
      <p:sp>
        <p:nvSpPr>
          <p:cNvPr id="101" name="Text 92"/>
          <p:cNvSpPr txBox="1"/>
          <p:nvPr/>
        </p:nvSpPr>
        <p:spPr>
          <a:xfrm>
            <a:off x="1580998" y="2057400"/>
            <a:ext cx="3048610" cy="133502"/>
          </a:xfrm>
          <a:prstGeom prst="rect">
            <a:avLst/>
          </a:prstGeom>
          <a:noFill/>
          <a:ln/>
        </p:spPr>
        <p:txBody>
          <a:bodyPr wrap="none" lIns="0" tIns="0" rIns="0" bIns="0" rtlCol="0" anchor="ctr"/>
          <a:lstStyle/>
          <a:p>
            <a:pPr algn="l" indent="0" marL="0">
              <a:buNone/>
            </a:pPr>
            <a:r>
              <a:rPr lang="en-US" sz="825" spc="165" kern="0" dirty="0">
                <a:solidFill>
                  <a:srgbClr val="B4631D"/>
                </a:solidFill>
                <a:latin typeface="IBM Plex Mono" pitchFamily="34" charset="0"/>
                <a:ea typeface="IBM Plex Mono" pitchFamily="34" charset="-122"/>
                <a:cs typeface="IBM Plex Mono" pitchFamily="34" charset="-120"/>
              </a:rPr>
              <a:t>FEATURED · W03</a:t>
            </a:r>
            <a:endParaRPr lang="en-US" sz="825" dirty="0"/>
          </a:p>
        </p:txBody>
      </p:sp>
      <p:sp>
        <p:nvSpPr>
          <p:cNvPr id="102" name="Text 93"/>
          <p:cNvSpPr txBox="1"/>
          <p:nvPr/>
        </p:nvSpPr>
        <p:spPr>
          <a:xfrm>
            <a:off x="1580998" y="2229307"/>
            <a:ext cx="3048610" cy="247802"/>
          </a:xfrm>
          <a:prstGeom prst="rect">
            <a:avLst/>
          </a:prstGeom>
          <a:noFill/>
          <a:ln/>
        </p:spPr>
        <p:txBody>
          <a:bodyPr wrap="none" lIns="0" tIns="0" rIns="0" bIns="0" rtlCol="0" anchor="ctr"/>
          <a:lstStyle/>
          <a:p>
            <a:pPr algn="l" indent="0" marL="0">
              <a:buNone/>
            </a:pPr>
            <a:r>
              <a:rPr lang="en-US" sz="1350" b="1" dirty="0">
                <a:solidFill>
                  <a:srgbClr val="1C1D24"/>
                </a:solidFill>
                <a:latin typeface="Noto Sans KR" pitchFamily="34" charset="0"/>
                <a:ea typeface="Noto Sans KR" pitchFamily="34" charset="-122"/>
                <a:cs typeface="Noto Sans KR" pitchFamily="34" charset="-120"/>
              </a:rPr>
              <a:t>9×9 wafer map · AASI</a:t>
            </a:r>
            <a:endParaRPr lang="en-US" sz="1350" dirty="0"/>
          </a:p>
        </p:txBody>
      </p:sp>
      <p:sp>
        <p:nvSpPr>
          <p:cNvPr id="103" name="Text 94"/>
          <p:cNvSpPr txBox="1"/>
          <p:nvPr/>
        </p:nvSpPr>
        <p:spPr>
          <a:xfrm>
            <a:off x="1580998" y="2533802"/>
            <a:ext cx="5715000" cy="133502"/>
          </a:xfrm>
          <a:prstGeom prst="rect">
            <a:avLst/>
          </a:prstGeom>
          <a:noFill/>
          <a:ln/>
        </p:spPr>
        <p:txBody>
          <a:bodyPr wrap="none" lIns="0" tIns="0" rIns="0" bIns="0" rtlCol="0" anchor="ctr"/>
          <a:lstStyle/>
          <a:p>
            <a:pPr algn="l" indent="0" marL="0">
              <a:buNone/>
            </a:pPr>
            <a:r>
              <a:rPr lang="en-US" sz="825" spc="149" kern="0" dirty="0">
                <a:solidFill>
                  <a:srgbClr val="665B46"/>
                </a:solidFill>
                <a:latin typeface="IBM Plex Mono" pitchFamily="34" charset="0"/>
                <a:ea typeface="IBM Plex Mono" pitchFamily="34" charset="-122"/>
                <a:cs typeface="IBM Plex Mono" pitchFamily="34" charset="-120"/>
              </a:rPr>
              <a:t>center / mid / edge binning</a:t>
            </a:r>
            <a:endParaRPr lang="en-US" sz="825" dirty="0"/>
          </a:p>
        </p:txBody>
      </p:sp>
      <p:pic>
        <p:nvPicPr>
          <p:cNvPr id="104" name="Image 6" descr="gen-dedup-48dd5d742a1df15af8b0949266bef1dd.png">    </p:cNvPr>
          <p:cNvPicPr>
            <a:picLocks noChangeAspect="1"/>
          </p:cNvPicPr>
          <p:nvPr/>
        </p:nvPicPr>
        <p:blipFill>
          <a:blip r:embed="rId7"/>
          <a:srcRect l="-2083" r="-2083" t="0" b="0"/>
          <a:stretch/>
        </p:blipFill>
        <p:spPr>
          <a:xfrm>
            <a:off x="1580998" y="2723998"/>
            <a:ext cx="5715000" cy="9144"/>
          </a:xfrm>
          <a:prstGeom prst="rect">
            <a:avLst/>
          </a:prstGeom>
        </p:spPr>
      </p:pic>
      <p:sp>
        <p:nvSpPr>
          <p:cNvPr id="105" name="Text 95"/>
          <p:cNvSpPr txBox="1"/>
          <p:nvPr/>
        </p:nvSpPr>
        <p:spPr>
          <a:xfrm>
            <a:off x="1580998" y="2686507"/>
            <a:ext cx="743407" cy="191110"/>
          </a:xfrm>
          <a:prstGeom prst="rect">
            <a:avLst/>
          </a:prstGeom>
          <a:solidFill>
            <a:srgbClr val="F3ECD9"/>
          </a:solidFill>
          <a:ln>
            <a:solidFill>
              <a:srgbClr val="FFFFFF">
                <a:alpha val="0"/>
              </a:srgbClr>
            </a:solidFill>
          </a:ln>
        </p:spPr>
        <p:txBody>
          <a:bodyPr wrap="none" lIns="63500" tIns="25400" rIns="63500" bIns="25400" rtlCol="0" anchor="ctr"/>
          <a:lstStyle/>
          <a:p>
            <a:pPr algn="l" indent="0" marL="0">
              <a:buNone/>
            </a:pPr>
            <a:r>
              <a:rPr lang="en-US" sz="825" dirty="0">
                <a:solidFill>
                  <a:srgbClr val="665B46"/>
                </a:solidFill>
                <a:latin typeface="IBM Plex Mono" pitchFamily="34" charset="0"/>
                <a:ea typeface="IBM Plex Mono" pitchFamily="34" charset="-122"/>
                <a:cs typeface="IBM Plex Mono" pitchFamily="34" charset="-120"/>
              </a:rPr>
              <a:t>mean 23.41</a:t>
            </a:r>
            <a:endParaRPr lang="en-US" sz="825" dirty="0"/>
          </a:p>
        </p:txBody>
      </p:sp>
      <p:sp>
        <p:nvSpPr>
          <p:cNvPr id="106" name="Text 96"/>
          <p:cNvSpPr txBox="1"/>
          <p:nvPr/>
        </p:nvSpPr>
        <p:spPr>
          <a:xfrm>
            <a:off x="2457907" y="2686507"/>
            <a:ext cx="562356" cy="191110"/>
          </a:xfrm>
          <a:prstGeom prst="rect">
            <a:avLst/>
          </a:prstGeom>
          <a:solidFill>
            <a:srgbClr val="F3ECD9"/>
          </a:solidFill>
          <a:ln>
            <a:solidFill>
              <a:srgbClr val="FFFFFF">
                <a:alpha val="0"/>
              </a:srgbClr>
            </a:solidFill>
          </a:ln>
        </p:spPr>
        <p:txBody>
          <a:bodyPr wrap="none" lIns="63500" tIns="25400" rIns="63500" bIns="25400" rtlCol="0" anchor="ctr"/>
          <a:lstStyle/>
          <a:p>
            <a:pPr algn="l" indent="0" marL="0">
              <a:buNone/>
            </a:pPr>
            <a:r>
              <a:rPr lang="en-US" sz="825" dirty="0">
                <a:solidFill>
                  <a:srgbClr val="665B46"/>
                </a:solidFill>
                <a:latin typeface="IBM Plex Mono" pitchFamily="34" charset="0"/>
                <a:ea typeface="IBM Plex Mono" pitchFamily="34" charset="-122"/>
                <a:cs typeface="IBM Plex Mono" pitchFamily="34" charset="-120"/>
              </a:rPr>
              <a:t>3σ 0.62</a:t>
            </a:r>
            <a:endParaRPr lang="en-US" sz="825" dirty="0"/>
          </a:p>
        </p:txBody>
      </p:sp>
      <p:sp>
        <p:nvSpPr>
          <p:cNvPr id="107" name="Text 97"/>
          <p:cNvSpPr txBox="1"/>
          <p:nvPr/>
        </p:nvSpPr>
        <p:spPr>
          <a:xfrm>
            <a:off x="3145536" y="2686507"/>
            <a:ext cx="1191463" cy="191110"/>
          </a:xfrm>
          <a:prstGeom prst="rect">
            <a:avLst/>
          </a:prstGeom>
          <a:solidFill>
            <a:srgbClr val="F3ECD9"/>
          </a:solidFill>
          <a:ln>
            <a:solidFill>
              <a:srgbClr val="FFFFFF">
                <a:alpha val="0"/>
              </a:srgbClr>
            </a:solidFill>
          </a:ln>
        </p:spPr>
        <p:txBody>
          <a:bodyPr wrap="none" lIns="63500" tIns="25400" rIns="63500" bIns="25400" rtlCol="0" anchor="ctr"/>
          <a:lstStyle/>
          <a:p>
            <a:pPr algn="l" indent="0" marL="0">
              <a:buNone/>
            </a:pPr>
            <a:r>
              <a:rPr lang="en-US" sz="825" dirty="0">
                <a:solidFill>
                  <a:srgbClr val="665B46"/>
                </a:solidFill>
                <a:latin typeface="IBM Plex Mono" pitchFamily="34" charset="0"/>
                <a:ea typeface="IBM Plex Mono" pitchFamily="34" charset="-122"/>
                <a:cs typeface="IBM Plex Mono" pitchFamily="34" charset="-120"/>
              </a:rPr>
              <a:t>range 23.05–23.78</a:t>
            </a:r>
            <a:endParaRPr lang="en-US" sz="825" dirty="0"/>
          </a:p>
        </p:txBody>
      </p:sp>
      <p:sp>
        <p:nvSpPr>
          <p:cNvPr id="108" name="Text 98"/>
          <p:cNvSpPr txBox="1"/>
          <p:nvPr/>
        </p:nvSpPr>
        <p:spPr>
          <a:xfrm>
            <a:off x="1524305" y="7905902"/>
            <a:ext cx="6954012" cy="152705"/>
          </a:xfrm>
          <a:prstGeom prst="rect">
            <a:avLst/>
          </a:prstGeom>
          <a:noFill/>
          <a:ln/>
        </p:spPr>
        <p:txBody>
          <a:bodyPr wrap="none" lIns="0" tIns="0" rIns="0" bIns="0" rtlCol="0" anchor="ctr"/>
          <a:lstStyle/>
          <a:p>
            <a:pPr algn="l" indent="0" marL="0">
              <a:buNone/>
            </a:pPr>
            <a:r>
              <a:rPr lang="en-US" sz="825" dirty="0">
                <a:solidFill>
                  <a:srgbClr val="36322A"/>
                </a:solidFill>
                <a:latin typeface="IBM Plex Mono" pitchFamily="34" charset="0"/>
                <a:ea typeface="IBM Plex Mono" pitchFamily="34" charset="-122"/>
                <a:cs typeface="IBM Plex Mono" pitchFamily="34" charset="-120"/>
              </a:rPr>
              <a:t>lower </a:t>
            </a:r>
            <a:pPr algn="l" indent="0" marL="0">
              <a:buNone/>
            </a:pPr>
            <a:r>
              <a:rPr lang="en-US" sz="825" dirty="0">
                <a:solidFill>
                  <a:srgbClr val="36322A"/>
                </a:solidFill>
                <a:latin typeface="IBM Plex Mono" pitchFamily="34" charset="0"/>
                <a:ea typeface="IBM Plex Mono" pitchFamily="34" charset="-122"/>
                <a:cs typeface="IBM Plex Mono" pitchFamily="34" charset="-120"/>
              </a:rPr>
              <a:t>at target </a:t>
            </a:r>
            <a:pPr algn="l" indent="0" marL="0">
              <a:buNone/>
            </a:pPr>
            <a:r>
              <a:rPr lang="en-US" sz="825" dirty="0">
                <a:solidFill>
                  <a:srgbClr val="36322A"/>
                </a:solidFill>
                <a:latin typeface="IBM Plex Mono" pitchFamily="34" charset="0"/>
                <a:ea typeface="IBM Plex Mono" pitchFamily="34" charset="-122"/>
                <a:cs typeface="IBM Plex Mono" pitchFamily="34" charset="-120"/>
              </a:rPr>
              <a:t>higher </a:t>
            </a:r>
            <a:pPr algn="l" indent="0" marL="0">
              <a:buNone/>
            </a:pPr>
            <a:r>
              <a:rPr lang="en-US" sz="825" dirty="0">
                <a:solidFill>
                  <a:srgbClr val="36322A"/>
                </a:solidFill>
                <a:latin typeface="IBM Plex Mono" pitchFamily="34" charset="0"/>
                <a:ea typeface="IBM Plex Mono" pitchFamily="34" charset="-122"/>
                <a:cs typeface="IBM Plex Mono" pitchFamily="34" charset="-120"/>
              </a:rPr>
              <a:t>edge excluded (12) </a:t>
            </a:r>
            <a:pPr algn="l" indent="0" marL="0">
              <a:buNone/>
            </a:pPr>
            <a:r>
              <a:rPr lang="en-US" sz="825" dirty="0">
                <a:solidFill>
                  <a:srgbClr val="665B46"/>
                </a:solidFill>
                <a:latin typeface="IBM Plex Mono" pitchFamily="34" charset="0"/>
                <a:ea typeface="IBM Plex Mono" pitchFamily="34" charset="-122"/>
                <a:cs typeface="IBM Plex Mono" pitchFamily="34" charset="-120"/>
              </a:rPr>
              <a:t>AASI · nm</a:t>
            </a:r>
            <a:endParaRPr lang="en-US" sz="825" dirty="0"/>
          </a:p>
        </p:txBody>
      </p:sp>
      <p:sp>
        <p:nvSpPr>
          <p:cNvPr id="109" name="Text 99"/>
          <p:cNvSpPr txBox="1"/>
          <p:nvPr/>
        </p:nvSpPr>
        <p:spPr>
          <a:xfrm>
            <a:off x="9201607" y="2057400"/>
            <a:ext cx="5715000" cy="133502"/>
          </a:xfrm>
          <a:prstGeom prst="rect">
            <a:avLst/>
          </a:prstGeom>
          <a:noFill/>
          <a:ln/>
        </p:spPr>
        <p:txBody>
          <a:bodyPr wrap="none" lIns="0" tIns="0" rIns="0" bIns="0" rtlCol="0" anchor="ctr"/>
          <a:lstStyle/>
          <a:p>
            <a:pPr algn="l" indent="0" marL="0">
              <a:buNone/>
            </a:pPr>
            <a:r>
              <a:rPr lang="en-US" sz="825" spc="231" kern="0" dirty="0">
                <a:solidFill>
                  <a:srgbClr val="3D7251"/>
                </a:solidFill>
                <a:latin typeface="IBM Plex Mono" pitchFamily="34" charset="0"/>
                <a:ea typeface="IBM Plex Mono" pitchFamily="34" charset="-122"/>
                <a:cs typeface="IBM Plex Mono" pitchFamily="34" charset="-120"/>
              </a:rPr>
              <a:t>WITHIN-WAFER UNIFORMITY</a:t>
            </a:r>
            <a:endParaRPr lang="en-US" sz="825" dirty="0"/>
          </a:p>
        </p:txBody>
      </p:sp>
      <p:sp>
        <p:nvSpPr>
          <p:cNvPr id="110" name="Text 100"/>
          <p:cNvSpPr txBox="1"/>
          <p:nvPr/>
        </p:nvSpPr>
        <p:spPr>
          <a:xfrm>
            <a:off x="9201607" y="2247595"/>
            <a:ext cx="5715000" cy="277063"/>
          </a:xfrm>
          <a:prstGeom prst="rect">
            <a:avLst/>
          </a:prstGeom>
          <a:noFill/>
          <a:ln/>
        </p:spPr>
        <p:txBody>
          <a:bodyPr wrap="none" lIns="0" tIns="0" rIns="0" bIns="0" rtlCol="0" anchor="ctr"/>
          <a:lstStyle/>
          <a:p>
            <a:pPr algn="l" indent="0" marL="0">
              <a:buNone/>
            </a:pPr>
            <a:r>
              <a:rPr lang="en-US" sz="1500" b="1" dirty="0">
                <a:solidFill>
                  <a:srgbClr val="1C1D24"/>
                </a:solidFill>
                <a:latin typeface="Noto Sans KR" pitchFamily="34" charset="0"/>
                <a:ea typeface="Noto Sans KR" pitchFamily="34" charset="-122"/>
                <a:cs typeface="Noto Sans KR" pitchFamily="34" charset="-120"/>
              </a:rPr>
              <a:t>3 wafer × AASI · WIWNU%, range, bin</a:t>
            </a:r>
            <a:endParaRPr lang="en-US" sz="15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9201607" y="2533802"/>
          <a:ext cx="7620610" cy="1914754"/>
        </p:xfrm>
        <a:graphic>
          <a:graphicData uri="http://schemas.openxmlformats.org/drawingml/2006/table">
            <a:tbl>
              <a:tblPr/>
              <a:tblGrid>
                <a:gridCol w="4053535"/>
                <a:gridCol w="1188720"/>
                <a:gridCol w="1188720"/>
                <a:gridCol w="1188720"/>
              </a:tblGrid>
              <a:tr h="319126">
                <a:tc>
                  <a:txBody>
                    <a:bodyPr/>
                    <a:lstStyle/>
                    <a:p>
                      <a:pPr algn="l" indent="0" marL="0">
                        <a:buNone/>
                      </a:pPr>
                      <a:r>
                        <a:rPr lang="en-US" sz="825" dirty="0">
                          <a:solidFill>
                            <a:srgbClr val="EFE6D3"/>
                          </a:solidFill>
                          <a:latin typeface="IBM Plex Mono" pitchFamily="34" charset="0"/>
                          <a:ea typeface="IBM Plex Mono" pitchFamily="34" charset="-122"/>
                          <a:cs typeface="IBM Plex Mono" pitchFamily="34" charset="-120"/>
                        </a:rPr>
                        <a:t>METRIC</a:t>
                      </a:r>
                      <a:endParaRPr lang="en-US" sz="825" dirty="0">
                        <a:latin typeface="IBM Plex Mono" charset="0"/>
                        <a:ea typeface="IBM Plex Mono" charset="0"/>
                        <a:cs typeface="IBM Plex Mono" charset="0"/>
                      </a:endParaRPr>
                    </a:p>
                  </a:txBody>
                  <a:tcPr marL="75895" marR="75895"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26201A"/>
                    </a:solidFill>
                  </a:tcPr>
                </a:tc>
                <a:tc>
                  <a:txBody>
                    <a:bodyPr/>
                    <a:lstStyle/>
                    <a:p>
                      <a:pPr algn="r" indent="0" marL="0">
                        <a:buNone/>
                      </a:pPr>
                      <a:r>
                        <a:rPr lang="en-US" sz="825" dirty="0">
                          <a:solidFill>
                            <a:srgbClr val="EFE6D3"/>
                          </a:solidFill>
                          <a:latin typeface="IBM Plex Mono" pitchFamily="34" charset="0"/>
                          <a:ea typeface="IBM Plex Mono" pitchFamily="34" charset="-122"/>
                          <a:cs typeface="IBM Plex Mono" pitchFamily="34" charset="-120"/>
                        </a:rPr>
                        <a:t>W03</a:t>
                      </a:r>
                      <a:endParaRPr lang="en-US" sz="825" dirty="0">
                        <a:latin typeface="IBM Plex Mono" charset="0"/>
                        <a:ea typeface="IBM Plex Mono" charset="0"/>
                        <a:cs typeface="IBM Plex Mono" charset="0"/>
                      </a:endParaRPr>
                    </a:p>
                  </a:txBody>
                  <a:tcPr marL="75895" marR="75895"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26201A"/>
                    </a:solidFill>
                  </a:tcPr>
                </a:tc>
                <a:tc>
                  <a:txBody>
                    <a:bodyPr/>
                    <a:lstStyle/>
                    <a:p>
                      <a:pPr algn="r" indent="0" marL="0">
                        <a:buNone/>
                      </a:pPr>
                      <a:r>
                        <a:rPr lang="en-US" sz="825" dirty="0">
                          <a:solidFill>
                            <a:srgbClr val="EFE6D3"/>
                          </a:solidFill>
                          <a:latin typeface="IBM Plex Mono" pitchFamily="34" charset="0"/>
                          <a:ea typeface="IBM Plex Mono" pitchFamily="34" charset="-122"/>
                          <a:cs typeface="IBM Plex Mono" pitchFamily="34" charset="-120"/>
                        </a:rPr>
                        <a:t>W07</a:t>
                      </a:r>
                      <a:endParaRPr lang="en-US" sz="825" dirty="0">
                        <a:latin typeface="IBM Plex Mono" charset="0"/>
                        <a:ea typeface="IBM Plex Mono" charset="0"/>
                        <a:cs typeface="IBM Plex Mono" charset="0"/>
                      </a:endParaRPr>
                    </a:p>
                  </a:txBody>
                  <a:tcPr marL="75895" marR="75895"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26201A"/>
                    </a:solidFill>
                  </a:tcPr>
                </a:tc>
                <a:tc>
                  <a:txBody>
                    <a:bodyPr/>
                    <a:lstStyle/>
                    <a:p>
                      <a:pPr algn="r" indent="0" marL="0">
                        <a:buNone/>
                      </a:pPr>
                      <a:r>
                        <a:rPr lang="en-US" sz="825" dirty="0">
                          <a:solidFill>
                            <a:srgbClr val="EFE6D3"/>
                          </a:solidFill>
                          <a:latin typeface="IBM Plex Mono" pitchFamily="34" charset="0"/>
                          <a:ea typeface="IBM Plex Mono" pitchFamily="34" charset="-122"/>
                          <a:cs typeface="IBM Plex Mono" pitchFamily="34" charset="-120"/>
                        </a:rPr>
                        <a:t>W11</a:t>
                      </a:r>
                      <a:endParaRPr lang="en-US" sz="825" dirty="0">
                        <a:latin typeface="IBM Plex Mono" charset="0"/>
                        <a:ea typeface="IBM Plex Mono" charset="0"/>
                        <a:cs typeface="IBM Plex Mono" charset="0"/>
                      </a:endParaRPr>
                    </a:p>
                  </a:txBody>
                  <a:tcPr marL="75895" marR="75895"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26201A"/>
                    </a:solidFill>
                  </a:tcPr>
                </a:tc>
              </a:tr>
              <a:tr h="319126">
                <a:tc>
                  <a:txBody>
                    <a:bodyPr/>
                    <a:lstStyle/>
                    <a:p>
                      <a:pPr indent="0" marL="0">
                        <a:buNone/>
                      </a:pPr>
                      <a:r>
                        <a:rPr lang="en-US" sz="975" dirty="0">
                          <a:solidFill>
                            <a:srgbClr val="1C1D24"/>
                          </a:solidFill>
                          <a:latin typeface="IBM Plex Mono" pitchFamily="34" charset="0"/>
                          <a:ea typeface="IBM Plex Mono" pitchFamily="34" charset="-122"/>
                          <a:cs typeface="IBM Plex Mono" pitchFamily="34" charset="-120"/>
                        </a:rPr>
                        <a:t>WIWNU % (=3σ/mean×100)</a:t>
                      </a:r>
                      <a:endParaRPr lang="en-US" sz="975" dirty="0">
                        <a:latin typeface="IBM Plex Mono" charset="0"/>
                        <a:ea typeface="IBM Plex Mono" charset="0"/>
                        <a:cs typeface="IBM Plex Mono" charset="0"/>
                      </a:endParaRPr>
                    </a:p>
                  </a:txBody>
                  <a:tcPr marL="75895" marR="75895"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975" dirty="0">
                          <a:solidFill>
                            <a:srgbClr val="1C1D24"/>
                          </a:solidFill>
                          <a:latin typeface="IBM Plex Mono" pitchFamily="34" charset="0"/>
                          <a:ea typeface="IBM Plex Mono" pitchFamily="34" charset="-122"/>
                          <a:cs typeface="IBM Plex Mono" pitchFamily="34" charset="-120"/>
                        </a:rPr>
                        <a:t>2.65</a:t>
                      </a:r>
                      <a:endParaRPr lang="en-US" sz="975" dirty="0">
                        <a:latin typeface="IBM Plex Mono" charset="0"/>
                        <a:ea typeface="IBM Plex Mono" charset="0"/>
                        <a:cs typeface="IBM Plex Mono" charset="0"/>
                      </a:endParaRPr>
                    </a:p>
                  </a:txBody>
                  <a:tcPr marL="75895" marR="75895"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975" b="1" dirty="0">
                          <a:solidFill>
                            <a:srgbClr val="2C5B62"/>
                          </a:solidFill>
                          <a:latin typeface="IBM Plex Mono" pitchFamily="34" charset="0"/>
                          <a:ea typeface="IBM Plex Mono" pitchFamily="34" charset="-122"/>
                          <a:cs typeface="IBM Plex Mono" pitchFamily="34" charset="-120"/>
                        </a:rPr>
                        <a:t>2.48</a:t>
                      </a:r>
                      <a:endParaRPr lang="en-US" sz="975" dirty="0">
                        <a:latin typeface="IBM Plex Mono" charset="0"/>
                        <a:ea typeface="IBM Plex Mono" charset="0"/>
                        <a:cs typeface="IBM Plex Mono" charset="0"/>
                      </a:endParaRPr>
                    </a:p>
                  </a:txBody>
                  <a:tcPr marL="75895" marR="75895"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975" dirty="0">
                          <a:solidFill>
                            <a:srgbClr val="1C1D24"/>
                          </a:solidFill>
                          <a:latin typeface="IBM Plex Mono" pitchFamily="34" charset="0"/>
                          <a:ea typeface="IBM Plex Mono" pitchFamily="34" charset="-122"/>
                          <a:cs typeface="IBM Plex Mono" pitchFamily="34" charset="-120"/>
                        </a:rPr>
                        <a:t>3.03</a:t>
                      </a:r>
                      <a:endParaRPr lang="en-US" sz="975" dirty="0">
                        <a:latin typeface="IBM Plex Mono" charset="0"/>
                        <a:ea typeface="IBM Plex Mono" charset="0"/>
                        <a:cs typeface="IBM Plex Mono" charset="0"/>
                      </a:endParaRPr>
                    </a:p>
                  </a:txBody>
                  <a:tcPr marL="75895" marR="75895"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r h="319126">
                <a:tc>
                  <a:txBody>
                    <a:bodyPr/>
                    <a:lstStyle/>
                    <a:p>
                      <a:pPr indent="0" marL="0">
                        <a:buNone/>
                      </a:pPr>
                      <a:r>
                        <a:rPr lang="en-US" sz="975" dirty="0">
                          <a:solidFill>
                            <a:srgbClr val="1C1D24"/>
                          </a:solidFill>
                          <a:latin typeface="IBM Plex Mono" pitchFamily="34" charset="0"/>
                          <a:ea typeface="IBM Plex Mono" pitchFamily="34" charset="-122"/>
                          <a:cs typeface="IBM Plex Mono" pitchFamily="34" charset="-120"/>
                        </a:rPr>
                        <a:t>range nm (max−min)</a:t>
                      </a:r>
                      <a:endParaRPr lang="en-US" sz="975" dirty="0">
                        <a:latin typeface="IBM Plex Mono" charset="0"/>
                        <a:ea typeface="IBM Plex Mono" charset="0"/>
                        <a:cs typeface="IBM Plex Mono" charset="0"/>
                      </a:endParaRPr>
                    </a:p>
                  </a:txBody>
                  <a:tcPr marL="75895" marR="75895"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8DEC4">
                        <a:alpha val="40000"/>
                      </a:srgbClr>
                    </a:solidFill>
                  </a:tcPr>
                </a:tc>
                <a:tc>
                  <a:txBody>
                    <a:bodyPr/>
                    <a:lstStyle/>
                    <a:p>
                      <a:pPr algn="r" indent="0" marL="0">
                        <a:buNone/>
                      </a:pPr>
                      <a:r>
                        <a:rPr lang="en-US" sz="975" dirty="0">
                          <a:solidFill>
                            <a:srgbClr val="1C1D24"/>
                          </a:solidFill>
                          <a:latin typeface="IBM Plex Mono" pitchFamily="34" charset="0"/>
                          <a:ea typeface="IBM Plex Mono" pitchFamily="34" charset="-122"/>
                          <a:cs typeface="IBM Plex Mono" pitchFamily="34" charset="-120"/>
                        </a:rPr>
                        <a:t>0.73</a:t>
                      </a:r>
                      <a:endParaRPr lang="en-US" sz="975" dirty="0">
                        <a:latin typeface="IBM Plex Mono" charset="0"/>
                        <a:ea typeface="IBM Plex Mono" charset="0"/>
                        <a:cs typeface="IBM Plex Mono" charset="0"/>
                      </a:endParaRPr>
                    </a:p>
                  </a:txBody>
                  <a:tcPr marL="75895" marR="75895"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8DEC4">
                        <a:alpha val="40000"/>
                      </a:srgbClr>
                    </a:solidFill>
                  </a:tcPr>
                </a:tc>
                <a:tc>
                  <a:txBody>
                    <a:bodyPr/>
                    <a:lstStyle/>
                    <a:p>
                      <a:pPr algn="r" indent="0" marL="0">
                        <a:buNone/>
                      </a:pPr>
                      <a:r>
                        <a:rPr lang="en-US" sz="975" dirty="0">
                          <a:solidFill>
                            <a:srgbClr val="1C1D24"/>
                          </a:solidFill>
                          <a:latin typeface="IBM Plex Mono" pitchFamily="34" charset="0"/>
                          <a:ea typeface="IBM Plex Mono" pitchFamily="34" charset="-122"/>
                          <a:cs typeface="IBM Plex Mono" pitchFamily="34" charset="-120"/>
                        </a:rPr>
                        <a:t>0.73</a:t>
                      </a:r>
                      <a:endParaRPr lang="en-US" sz="975" dirty="0">
                        <a:latin typeface="IBM Plex Mono" charset="0"/>
                        <a:ea typeface="IBM Plex Mono" charset="0"/>
                        <a:cs typeface="IBM Plex Mono" charset="0"/>
                      </a:endParaRPr>
                    </a:p>
                  </a:txBody>
                  <a:tcPr marL="75895" marR="75895"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8DEC4">
                        <a:alpha val="40000"/>
                      </a:srgbClr>
                    </a:solidFill>
                  </a:tcPr>
                </a:tc>
                <a:tc>
                  <a:txBody>
                    <a:bodyPr/>
                    <a:lstStyle/>
                    <a:p>
                      <a:pPr algn="r" indent="0" marL="0">
                        <a:buNone/>
                      </a:pPr>
                      <a:r>
                        <a:rPr lang="en-US" sz="975" dirty="0">
                          <a:solidFill>
                            <a:srgbClr val="1C1D24"/>
                          </a:solidFill>
                          <a:latin typeface="IBM Plex Mono" pitchFamily="34" charset="0"/>
                          <a:ea typeface="IBM Plex Mono" pitchFamily="34" charset="-122"/>
                          <a:cs typeface="IBM Plex Mono" pitchFamily="34" charset="-120"/>
                        </a:rPr>
                        <a:t>0.97</a:t>
                      </a:r>
                      <a:endParaRPr lang="en-US" sz="975" dirty="0">
                        <a:latin typeface="IBM Plex Mono" charset="0"/>
                        <a:ea typeface="IBM Plex Mono" charset="0"/>
                        <a:cs typeface="IBM Plex Mono" charset="0"/>
                      </a:endParaRPr>
                    </a:p>
                  </a:txBody>
                  <a:tcPr marL="75895" marR="75895"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8DEC4">
                        <a:alpha val="40000"/>
                      </a:srgbClr>
                    </a:solidFill>
                  </a:tcPr>
                </a:tc>
              </a:tr>
              <a:tr h="319126">
                <a:tc>
                  <a:txBody>
                    <a:bodyPr/>
                    <a:lstStyle/>
                    <a:p>
                      <a:pPr indent="0" marL="0">
                        <a:buNone/>
                      </a:pPr>
                      <a:r>
                        <a:rPr lang="en-US" sz="975" dirty="0">
                          <a:solidFill>
                            <a:srgbClr val="1C1D24"/>
                          </a:solidFill>
                          <a:latin typeface="IBM Plex Mono" pitchFamily="34" charset="0"/>
                          <a:ea typeface="IBM Plex Mono" pitchFamily="34" charset="-122"/>
                          <a:cs typeface="IBM Plex Mono" pitchFamily="34" charset="-120"/>
                        </a:rPr>
                        <a:t>center die mean</a:t>
                      </a:r>
                      <a:endParaRPr lang="en-US" sz="975" dirty="0">
                        <a:latin typeface="IBM Plex Mono" charset="0"/>
                        <a:ea typeface="IBM Plex Mono" charset="0"/>
                        <a:cs typeface="IBM Plex Mono" charset="0"/>
                      </a:endParaRPr>
                    </a:p>
                  </a:txBody>
                  <a:tcPr marL="75895" marR="75895"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975" dirty="0">
                          <a:solidFill>
                            <a:srgbClr val="1C1D24"/>
                          </a:solidFill>
                          <a:latin typeface="IBM Plex Mono" pitchFamily="34" charset="0"/>
                          <a:ea typeface="IBM Plex Mono" pitchFamily="34" charset="-122"/>
                          <a:cs typeface="IBM Plex Mono" pitchFamily="34" charset="-120"/>
                        </a:rPr>
                        <a:t>23.40</a:t>
                      </a:r>
                      <a:endParaRPr lang="en-US" sz="975" dirty="0">
                        <a:latin typeface="IBM Plex Mono" charset="0"/>
                        <a:ea typeface="IBM Plex Mono" charset="0"/>
                        <a:cs typeface="IBM Plex Mono" charset="0"/>
                      </a:endParaRPr>
                    </a:p>
                  </a:txBody>
                  <a:tcPr marL="75895" marR="75895"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975" dirty="0">
                          <a:solidFill>
                            <a:srgbClr val="1C1D24"/>
                          </a:solidFill>
                          <a:latin typeface="IBM Plex Mono" pitchFamily="34" charset="0"/>
                          <a:ea typeface="IBM Plex Mono" pitchFamily="34" charset="-122"/>
                          <a:cs typeface="IBM Plex Mono" pitchFamily="34" charset="-120"/>
                        </a:rPr>
                        <a:t>23.39</a:t>
                      </a:r>
                      <a:endParaRPr lang="en-US" sz="975" dirty="0">
                        <a:latin typeface="IBM Plex Mono" charset="0"/>
                        <a:ea typeface="IBM Plex Mono" charset="0"/>
                        <a:cs typeface="IBM Plex Mono" charset="0"/>
                      </a:endParaRPr>
                    </a:p>
                  </a:txBody>
                  <a:tcPr marL="75895" marR="75895"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975" dirty="0">
                          <a:solidFill>
                            <a:srgbClr val="1C1D24"/>
                          </a:solidFill>
                          <a:latin typeface="IBM Plex Mono" pitchFamily="34" charset="0"/>
                          <a:ea typeface="IBM Plex Mono" pitchFamily="34" charset="-122"/>
                          <a:cs typeface="IBM Plex Mono" pitchFamily="34" charset="-120"/>
                        </a:rPr>
                        <a:t>23.42</a:t>
                      </a:r>
                      <a:endParaRPr lang="en-US" sz="975" dirty="0">
                        <a:latin typeface="IBM Plex Mono" charset="0"/>
                        <a:ea typeface="IBM Plex Mono" charset="0"/>
                        <a:cs typeface="IBM Plex Mono" charset="0"/>
                      </a:endParaRPr>
                    </a:p>
                  </a:txBody>
                  <a:tcPr marL="75895" marR="75895"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r h="319126">
                <a:tc>
                  <a:txBody>
                    <a:bodyPr/>
                    <a:lstStyle/>
                    <a:p>
                      <a:pPr indent="0" marL="0">
                        <a:buNone/>
                      </a:pPr>
                      <a:r>
                        <a:rPr lang="en-US" sz="975" dirty="0">
                          <a:solidFill>
                            <a:srgbClr val="1C1D24"/>
                          </a:solidFill>
                          <a:latin typeface="IBM Plex Mono" pitchFamily="34" charset="0"/>
                          <a:ea typeface="IBM Plex Mono" pitchFamily="34" charset="-122"/>
                          <a:cs typeface="IBM Plex Mono" pitchFamily="34" charset="-120"/>
                        </a:rPr>
                        <a:t>edge die mean</a:t>
                      </a:r>
                      <a:endParaRPr lang="en-US" sz="975" dirty="0">
                        <a:latin typeface="IBM Plex Mono" charset="0"/>
                        <a:ea typeface="IBM Plex Mono" charset="0"/>
                        <a:cs typeface="IBM Plex Mono" charset="0"/>
                      </a:endParaRPr>
                    </a:p>
                  </a:txBody>
                  <a:tcPr marL="75895" marR="75895"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8DEC4">
                        <a:alpha val="40000"/>
                      </a:srgbClr>
                    </a:solidFill>
                  </a:tcPr>
                </a:tc>
                <a:tc>
                  <a:txBody>
                    <a:bodyPr/>
                    <a:lstStyle/>
                    <a:p>
                      <a:pPr algn="r" indent="0" marL="0">
                        <a:buNone/>
                      </a:pPr>
                      <a:r>
                        <a:rPr lang="en-US" sz="975" dirty="0">
                          <a:solidFill>
                            <a:srgbClr val="1C1D24"/>
                          </a:solidFill>
                          <a:latin typeface="IBM Plex Mono" pitchFamily="34" charset="0"/>
                          <a:ea typeface="IBM Plex Mono" pitchFamily="34" charset="-122"/>
                          <a:cs typeface="IBM Plex Mono" pitchFamily="34" charset="-120"/>
                        </a:rPr>
                        <a:t>23.43</a:t>
                      </a:r>
                      <a:endParaRPr lang="en-US" sz="975" dirty="0">
                        <a:latin typeface="IBM Plex Mono" charset="0"/>
                        <a:ea typeface="IBM Plex Mono" charset="0"/>
                        <a:cs typeface="IBM Plex Mono" charset="0"/>
                      </a:endParaRPr>
                    </a:p>
                  </a:txBody>
                  <a:tcPr marL="75895" marR="75895"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8DEC4">
                        <a:alpha val="40000"/>
                      </a:srgbClr>
                    </a:solidFill>
                  </a:tcPr>
                </a:tc>
                <a:tc>
                  <a:txBody>
                    <a:bodyPr/>
                    <a:lstStyle/>
                    <a:p>
                      <a:pPr algn="r" indent="0" marL="0">
                        <a:buNone/>
                      </a:pPr>
                      <a:r>
                        <a:rPr lang="en-US" sz="975" dirty="0">
                          <a:solidFill>
                            <a:srgbClr val="1C1D24"/>
                          </a:solidFill>
                          <a:latin typeface="IBM Plex Mono" pitchFamily="34" charset="0"/>
                          <a:ea typeface="IBM Plex Mono" pitchFamily="34" charset="-122"/>
                          <a:cs typeface="IBM Plex Mono" pitchFamily="34" charset="-120"/>
                        </a:rPr>
                        <a:t>23.37</a:t>
                      </a:r>
                      <a:endParaRPr lang="en-US" sz="975" dirty="0">
                        <a:latin typeface="IBM Plex Mono" charset="0"/>
                        <a:ea typeface="IBM Plex Mono" charset="0"/>
                        <a:cs typeface="IBM Plex Mono" charset="0"/>
                      </a:endParaRPr>
                    </a:p>
                  </a:txBody>
                  <a:tcPr marL="75895" marR="75895"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8DEC4">
                        <a:alpha val="40000"/>
                      </a:srgbClr>
                    </a:solidFill>
                  </a:tcPr>
                </a:tc>
                <a:tc>
                  <a:txBody>
                    <a:bodyPr/>
                    <a:lstStyle/>
                    <a:p>
                      <a:pPr algn="r" indent="0" marL="0">
                        <a:buNone/>
                      </a:pPr>
                      <a:r>
                        <a:rPr lang="en-US" sz="975" dirty="0">
                          <a:solidFill>
                            <a:srgbClr val="1C1D24"/>
                          </a:solidFill>
                          <a:latin typeface="IBM Plex Mono" pitchFamily="34" charset="0"/>
                          <a:ea typeface="IBM Plex Mono" pitchFamily="34" charset="-122"/>
                          <a:cs typeface="IBM Plex Mono" pitchFamily="34" charset="-120"/>
                        </a:rPr>
                        <a:t>23.46</a:t>
                      </a:r>
                      <a:endParaRPr lang="en-US" sz="975" dirty="0">
                        <a:latin typeface="IBM Plex Mono" charset="0"/>
                        <a:ea typeface="IBM Plex Mono" charset="0"/>
                        <a:cs typeface="IBM Plex Mono" charset="0"/>
                      </a:endParaRPr>
                    </a:p>
                  </a:txBody>
                  <a:tcPr marL="75895" marR="75895"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8DEC4">
                        <a:alpha val="40000"/>
                      </a:srgbClr>
                    </a:solidFill>
                  </a:tcPr>
                </a:tc>
              </a:tr>
              <a:tr h="319126">
                <a:tc>
                  <a:txBody>
                    <a:bodyPr/>
                    <a:lstStyle/>
                    <a:p>
                      <a:pPr indent="0" marL="0">
                        <a:buNone/>
                      </a:pPr>
                      <a:r>
                        <a:rPr lang="en-US" sz="975" dirty="0">
                          <a:solidFill>
                            <a:srgbClr val="1C1D24"/>
                          </a:solidFill>
                          <a:latin typeface="IBM Plex Mono" pitchFamily="34" charset="0"/>
                          <a:ea typeface="IBM Plex Mono" pitchFamily="34" charset="-122"/>
                          <a:cs typeface="IBM Plex Mono" pitchFamily="34" charset="-120"/>
                        </a:rPr>
                        <a:t>edge − center</a:t>
                      </a:r>
                      <a:endParaRPr lang="en-US" sz="975" dirty="0">
                        <a:latin typeface="IBM Plex Mono" charset="0"/>
                        <a:ea typeface="IBM Plex Mono" charset="0"/>
                        <a:cs typeface="IBM Plex Mono" charset="0"/>
                      </a:endParaRPr>
                    </a:p>
                  </a:txBody>
                  <a:tcPr marL="75895" marR="75895"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975" dirty="0">
                          <a:solidFill>
                            <a:srgbClr val="C25028"/>
                          </a:solidFill>
                          <a:latin typeface="IBM Plex Mono" pitchFamily="34" charset="0"/>
                          <a:ea typeface="IBM Plex Mono" pitchFamily="34" charset="-122"/>
                          <a:cs typeface="IBM Plex Mono" pitchFamily="34" charset="-120"/>
                        </a:rPr>
                        <a:t>+0.03</a:t>
                      </a:r>
                      <a:endParaRPr lang="en-US" sz="975" dirty="0">
                        <a:latin typeface="IBM Plex Mono" charset="0"/>
                        <a:ea typeface="IBM Plex Mono" charset="0"/>
                        <a:cs typeface="IBM Plex Mono" charset="0"/>
                      </a:endParaRPr>
                    </a:p>
                  </a:txBody>
                  <a:tcPr marL="75895" marR="75895"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975" dirty="0">
                          <a:solidFill>
                            <a:srgbClr val="665B46"/>
                          </a:solidFill>
                          <a:latin typeface="IBM Plex Mono" pitchFamily="34" charset="0"/>
                          <a:ea typeface="IBM Plex Mono" pitchFamily="34" charset="-122"/>
                          <a:cs typeface="IBM Plex Mono" pitchFamily="34" charset="-120"/>
                        </a:rPr>
                        <a:t>−0.02</a:t>
                      </a:r>
                      <a:endParaRPr lang="en-US" sz="975" dirty="0">
                        <a:latin typeface="IBM Plex Mono" charset="0"/>
                        <a:ea typeface="IBM Plex Mono" charset="0"/>
                        <a:cs typeface="IBM Plex Mono" charset="0"/>
                      </a:endParaRPr>
                    </a:p>
                  </a:txBody>
                  <a:tcPr marL="75895" marR="75895"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975" dirty="0">
                          <a:solidFill>
                            <a:srgbClr val="C25028"/>
                          </a:solidFill>
                          <a:latin typeface="IBM Plex Mono" pitchFamily="34" charset="0"/>
                          <a:ea typeface="IBM Plex Mono" pitchFamily="34" charset="-122"/>
                          <a:cs typeface="IBM Plex Mono" pitchFamily="34" charset="-120"/>
                        </a:rPr>
                        <a:t>+0.04</a:t>
                      </a:r>
                      <a:endParaRPr lang="en-US" sz="975" dirty="0">
                        <a:latin typeface="IBM Plex Mono" charset="0"/>
                        <a:ea typeface="IBM Plex Mono" charset="0"/>
                        <a:cs typeface="IBM Plex Mono" charset="0"/>
                      </a:endParaRPr>
                    </a:p>
                  </a:txBody>
                  <a:tcPr marL="75895" marR="75895"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bl>
          </a:graphicData>
        </a:graphic>
      </p:graphicFrame>
      <p:sp>
        <p:nvSpPr>
          <p:cNvPr id="112" name="Text 101"/>
          <p:cNvSpPr txBox="1"/>
          <p:nvPr/>
        </p:nvSpPr>
        <p:spPr>
          <a:xfrm>
            <a:off x="9201607" y="4858207"/>
            <a:ext cx="7620610" cy="133502"/>
          </a:xfrm>
          <a:prstGeom prst="rect">
            <a:avLst/>
          </a:prstGeom>
          <a:noFill/>
          <a:ln/>
        </p:spPr>
        <p:txBody>
          <a:bodyPr wrap="none" lIns="0" tIns="0" rIns="0" bIns="0" rtlCol="0" anchor="ctr"/>
          <a:lstStyle/>
          <a:p>
            <a:pPr algn="l" indent="0" marL="0">
              <a:buNone/>
            </a:pPr>
            <a:r>
              <a:rPr lang="en-US" sz="825" spc="231" kern="0" dirty="0">
                <a:solidFill>
                  <a:srgbClr val="2C5B62"/>
                </a:solidFill>
                <a:latin typeface="IBM Plex Mono" pitchFamily="34" charset="0"/>
                <a:ea typeface="IBM Plex Mono" pitchFamily="34" charset="-122"/>
                <a:cs typeface="IBM Plex Mono" pitchFamily="34" charset="-120"/>
              </a:rPr>
              <a:t>3-WAFER MAPS · 7×7 mini preview</a:t>
            </a:r>
            <a:endParaRPr lang="en-US" sz="825" dirty="0"/>
          </a:p>
        </p:txBody>
      </p:sp>
      <p:sp>
        <p:nvSpPr>
          <p:cNvPr id="113" name="Text 102"/>
          <p:cNvSpPr txBox="1"/>
          <p:nvPr/>
        </p:nvSpPr>
        <p:spPr>
          <a:xfrm>
            <a:off x="9201607" y="5048402"/>
            <a:ext cx="7620610" cy="247802"/>
          </a:xfrm>
          <a:prstGeom prst="rect">
            <a:avLst/>
          </a:prstGeom>
          <a:noFill/>
          <a:ln/>
        </p:spPr>
        <p:txBody>
          <a:bodyPr wrap="none" lIns="0" tIns="0" rIns="0" bIns="0" rtlCol="0" anchor="ctr"/>
          <a:lstStyle/>
          <a:p>
            <a:pPr algn="l" indent="0" marL="0">
              <a:buNone/>
            </a:pPr>
            <a:r>
              <a:rPr lang="en-US" sz="1350" b="1" dirty="0">
                <a:solidFill>
                  <a:srgbClr val="1C1D24"/>
                </a:solidFill>
                <a:latin typeface="Noto Sans KR" pitchFamily="34" charset="0"/>
                <a:ea typeface="Noto Sans KR" pitchFamily="34" charset="-122"/>
                <a:cs typeface="Noto Sans KR" pitchFamily="34" charset="-120"/>
              </a:rPr>
              <a:t>side-by-side previews</a:t>
            </a:r>
            <a:endParaRPr lang="en-US" sz="1350" dirty="0"/>
          </a:p>
        </p:txBody>
      </p:sp>
      <p:sp>
        <p:nvSpPr>
          <p:cNvPr id="114" name="Text 103"/>
          <p:cNvSpPr txBox="1"/>
          <p:nvPr/>
        </p:nvSpPr>
        <p:spPr>
          <a:xfrm>
            <a:off x="9201607" y="5315407"/>
            <a:ext cx="2286000" cy="133502"/>
          </a:xfrm>
          <a:prstGeom prst="rect">
            <a:avLst/>
          </a:prstGeom>
          <a:noFill/>
          <a:ln/>
        </p:spPr>
        <p:txBody>
          <a:bodyPr wrap="none" lIns="0" tIns="0" rIns="0" bIns="0" rtlCol="0" anchor="ctr"/>
          <a:lstStyle/>
          <a:p>
            <a:pPr algn="l" indent="0" marL="0">
              <a:buNone/>
            </a:pPr>
            <a:r>
              <a:rPr lang="en-US" sz="825" dirty="0">
                <a:solidFill>
                  <a:srgbClr val="B4631D"/>
                </a:solidFill>
                <a:latin typeface="IBM Plex Mono" pitchFamily="34" charset="0"/>
                <a:ea typeface="IBM Plex Mono" pitchFamily="34" charset="-122"/>
                <a:cs typeface="IBM Plex Mono" pitchFamily="34" charset="-120"/>
              </a:rPr>
              <a:t>W03 · 350°C</a:t>
            </a:r>
            <a:endParaRPr lang="en-US" sz="825" dirty="0"/>
          </a:p>
        </p:txBody>
      </p:sp>
      <p:sp>
        <p:nvSpPr>
          <p:cNvPr id="115" name="Shape 104"/>
          <p:cNvSpPr/>
          <p:nvPr/>
        </p:nvSpPr>
        <p:spPr>
          <a:xfrm>
            <a:off x="9201607" y="5486400"/>
            <a:ext cx="323698" cy="228600"/>
          </a:xfrm>
          <a:prstGeom prst="rect">
            <a:avLst/>
          </a:prstGeom>
          <a:solidFill>
            <a:srgbClr val="3C6C74">
              <a:alpha val="20000"/>
            </a:srgbClr>
          </a:solidFill>
          <a:ln w="12700">
            <a:solidFill>
              <a:srgbClr val="FFFFFF">
                <a:alpha val="0"/>
              </a:srgbClr>
            </a:solidFill>
            <a:prstDash val="solid"/>
          </a:ln>
        </p:spPr>
      </p:sp>
      <p:sp>
        <p:nvSpPr>
          <p:cNvPr id="116" name="Shape 105"/>
          <p:cNvSpPr/>
          <p:nvPr/>
        </p:nvSpPr>
        <p:spPr>
          <a:xfrm>
            <a:off x="9528962" y="5486400"/>
            <a:ext cx="323698" cy="228600"/>
          </a:xfrm>
          <a:prstGeom prst="rect">
            <a:avLst/>
          </a:prstGeom>
          <a:solidFill>
            <a:srgbClr val="F3ECD9"/>
          </a:solidFill>
          <a:ln w="12700">
            <a:solidFill>
              <a:srgbClr val="FFFFFF">
                <a:alpha val="0"/>
              </a:srgbClr>
            </a:solidFill>
            <a:prstDash val="solid"/>
          </a:ln>
        </p:spPr>
      </p:sp>
      <p:sp>
        <p:nvSpPr>
          <p:cNvPr id="117" name="Shape 106"/>
          <p:cNvSpPr/>
          <p:nvPr/>
        </p:nvSpPr>
        <p:spPr>
          <a:xfrm>
            <a:off x="9857232" y="5486400"/>
            <a:ext cx="323698" cy="228600"/>
          </a:xfrm>
          <a:prstGeom prst="rect">
            <a:avLst/>
          </a:prstGeom>
          <a:solidFill>
            <a:srgbClr val="B4631D">
              <a:alpha val="10000"/>
            </a:srgbClr>
          </a:solidFill>
          <a:ln w="12700">
            <a:solidFill>
              <a:srgbClr val="FFFFFF">
                <a:alpha val="0"/>
              </a:srgbClr>
            </a:solidFill>
            <a:prstDash val="solid"/>
          </a:ln>
        </p:spPr>
      </p:sp>
      <p:sp>
        <p:nvSpPr>
          <p:cNvPr id="118" name="Shape 107"/>
          <p:cNvSpPr/>
          <p:nvPr/>
        </p:nvSpPr>
        <p:spPr>
          <a:xfrm>
            <a:off x="10184587" y="5486400"/>
            <a:ext cx="323698" cy="228600"/>
          </a:xfrm>
          <a:prstGeom prst="rect">
            <a:avLst/>
          </a:prstGeom>
          <a:solidFill>
            <a:srgbClr val="B4631D">
              <a:alpha val="20000"/>
            </a:srgbClr>
          </a:solidFill>
          <a:ln w="12700">
            <a:solidFill>
              <a:srgbClr val="FFFFFF">
                <a:alpha val="0"/>
              </a:srgbClr>
            </a:solidFill>
            <a:prstDash val="solid"/>
          </a:ln>
        </p:spPr>
      </p:sp>
      <p:sp>
        <p:nvSpPr>
          <p:cNvPr id="119" name="Shape 108"/>
          <p:cNvSpPr/>
          <p:nvPr/>
        </p:nvSpPr>
        <p:spPr>
          <a:xfrm>
            <a:off x="10512857" y="5486400"/>
            <a:ext cx="323698" cy="228600"/>
          </a:xfrm>
          <a:prstGeom prst="rect">
            <a:avLst/>
          </a:prstGeom>
          <a:solidFill>
            <a:srgbClr val="F3ECD9"/>
          </a:solidFill>
          <a:ln w="12700">
            <a:solidFill>
              <a:srgbClr val="FFFFFF">
                <a:alpha val="0"/>
              </a:srgbClr>
            </a:solidFill>
            <a:prstDash val="solid"/>
          </a:ln>
        </p:spPr>
      </p:sp>
      <p:sp>
        <p:nvSpPr>
          <p:cNvPr id="120" name="Shape 109"/>
          <p:cNvSpPr/>
          <p:nvPr/>
        </p:nvSpPr>
        <p:spPr>
          <a:xfrm>
            <a:off x="10841126" y="5486400"/>
            <a:ext cx="323698" cy="228600"/>
          </a:xfrm>
          <a:prstGeom prst="rect">
            <a:avLst/>
          </a:prstGeom>
          <a:solidFill>
            <a:srgbClr val="F3ECD9"/>
          </a:solidFill>
          <a:ln w="12700">
            <a:solidFill>
              <a:srgbClr val="FFFFFF">
                <a:alpha val="0"/>
              </a:srgbClr>
            </a:solidFill>
            <a:prstDash val="solid"/>
          </a:ln>
        </p:spPr>
      </p:sp>
      <p:sp>
        <p:nvSpPr>
          <p:cNvPr id="121" name="Shape 110"/>
          <p:cNvSpPr/>
          <p:nvPr/>
        </p:nvSpPr>
        <p:spPr>
          <a:xfrm>
            <a:off x="11168482" y="5486400"/>
            <a:ext cx="323698" cy="228600"/>
          </a:xfrm>
          <a:prstGeom prst="rect">
            <a:avLst/>
          </a:prstGeom>
          <a:solidFill>
            <a:srgbClr val="3C6C74">
              <a:alpha val="20000"/>
            </a:srgbClr>
          </a:solidFill>
          <a:ln w="12700">
            <a:solidFill>
              <a:srgbClr val="FFFFFF">
                <a:alpha val="0"/>
              </a:srgbClr>
            </a:solidFill>
            <a:prstDash val="solid"/>
          </a:ln>
        </p:spPr>
      </p:sp>
      <p:sp>
        <p:nvSpPr>
          <p:cNvPr id="122" name="Shape 111"/>
          <p:cNvSpPr/>
          <p:nvPr/>
        </p:nvSpPr>
        <p:spPr>
          <a:xfrm>
            <a:off x="9201607" y="5724144"/>
            <a:ext cx="323698" cy="228600"/>
          </a:xfrm>
          <a:prstGeom prst="rect">
            <a:avLst/>
          </a:prstGeom>
          <a:solidFill>
            <a:srgbClr val="F3ECD9"/>
          </a:solidFill>
          <a:ln w="12700">
            <a:solidFill>
              <a:srgbClr val="FFFFFF">
                <a:alpha val="0"/>
              </a:srgbClr>
            </a:solidFill>
            <a:prstDash val="solid"/>
          </a:ln>
        </p:spPr>
      </p:sp>
      <p:sp>
        <p:nvSpPr>
          <p:cNvPr id="123" name="Shape 112"/>
          <p:cNvSpPr/>
          <p:nvPr/>
        </p:nvSpPr>
        <p:spPr>
          <a:xfrm>
            <a:off x="9528962" y="5724144"/>
            <a:ext cx="323698" cy="228600"/>
          </a:xfrm>
          <a:prstGeom prst="rect">
            <a:avLst/>
          </a:prstGeom>
          <a:solidFill>
            <a:srgbClr val="3C6C74">
              <a:alpha val="10000"/>
            </a:srgbClr>
          </a:solidFill>
          <a:ln w="12700">
            <a:solidFill>
              <a:srgbClr val="FFFFFF">
                <a:alpha val="0"/>
              </a:srgbClr>
            </a:solidFill>
            <a:prstDash val="solid"/>
          </a:ln>
        </p:spPr>
      </p:sp>
      <p:sp>
        <p:nvSpPr>
          <p:cNvPr id="124" name="Shape 113"/>
          <p:cNvSpPr/>
          <p:nvPr/>
        </p:nvSpPr>
        <p:spPr>
          <a:xfrm>
            <a:off x="9857232" y="5724144"/>
            <a:ext cx="323698" cy="228600"/>
          </a:xfrm>
          <a:prstGeom prst="rect">
            <a:avLst/>
          </a:prstGeom>
          <a:solidFill>
            <a:srgbClr val="F3ECD9"/>
          </a:solidFill>
          <a:ln w="12700">
            <a:solidFill>
              <a:srgbClr val="FFFFFF">
                <a:alpha val="0"/>
              </a:srgbClr>
            </a:solidFill>
            <a:prstDash val="solid"/>
          </a:ln>
        </p:spPr>
      </p:sp>
      <p:sp>
        <p:nvSpPr>
          <p:cNvPr id="125" name="Shape 114"/>
          <p:cNvSpPr/>
          <p:nvPr/>
        </p:nvSpPr>
        <p:spPr>
          <a:xfrm>
            <a:off x="10184587" y="5724144"/>
            <a:ext cx="323698" cy="228600"/>
          </a:xfrm>
          <a:prstGeom prst="rect">
            <a:avLst/>
          </a:prstGeom>
          <a:solidFill>
            <a:srgbClr val="B4631D">
              <a:alpha val="10000"/>
            </a:srgbClr>
          </a:solidFill>
          <a:ln w="12700">
            <a:solidFill>
              <a:srgbClr val="FFFFFF">
                <a:alpha val="0"/>
              </a:srgbClr>
            </a:solidFill>
            <a:prstDash val="solid"/>
          </a:ln>
        </p:spPr>
      </p:sp>
      <p:sp>
        <p:nvSpPr>
          <p:cNvPr id="126" name="Shape 115"/>
          <p:cNvSpPr/>
          <p:nvPr/>
        </p:nvSpPr>
        <p:spPr>
          <a:xfrm>
            <a:off x="10512857" y="5724144"/>
            <a:ext cx="323698" cy="228600"/>
          </a:xfrm>
          <a:prstGeom prst="rect">
            <a:avLst/>
          </a:prstGeom>
          <a:solidFill>
            <a:srgbClr val="F3ECD9"/>
          </a:solidFill>
          <a:ln w="12700">
            <a:solidFill>
              <a:srgbClr val="FFFFFF">
                <a:alpha val="0"/>
              </a:srgbClr>
            </a:solidFill>
            <a:prstDash val="solid"/>
          </a:ln>
        </p:spPr>
      </p:sp>
      <p:sp>
        <p:nvSpPr>
          <p:cNvPr id="127" name="Shape 116"/>
          <p:cNvSpPr/>
          <p:nvPr/>
        </p:nvSpPr>
        <p:spPr>
          <a:xfrm>
            <a:off x="10841126" y="5724144"/>
            <a:ext cx="323698" cy="228600"/>
          </a:xfrm>
          <a:prstGeom prst="rect">
            <a:avLst/>
          </a:prstGeom>
          <a:solidFill>
            <a:srgbClr val="3C6C74">
              <a:alpha val="10000"/>
            </a:srgbClr>
          </a:solidFill>
          <a:ln w="12700">
            <a:solidFill>
              <a:srgbClr val="FFFFFF">
                <a:alpha val="0"/>
              </a:srgbClr>
            </a:solidFill>
            <a:prstDash val="solid"/>
          </a:ln>
        </p:spPr>
      </p:sp>
      <p:sp>
        <p:nvSpPr>
          <p:cNvPr id="128" name="Shape 117"/>
          <p:cNvSpPr/>
          <p:nvPr/>
        </p:nvSpPr>
        <p:spPr>
          <a:xfrm>
            <a:off x="11168482" y="5724144"/>
            <a:ext cx="323698" cy="228600"/>
          </a:xfrm>
          <a:prstGeom prst="rect">
            <a:avLst/>
          </a:prstGeom>
          <a:solidFill>
            <a:srgbClr val="F3ECD9"/>
          </a:solidFill>
          <a:ln w="12700">
            <a:solidFill>
              <a:srgbClr val="FFFFFF">
                <a:alpha val="0"/>
              </a:srgbClr>
            </a:solidFill>
            <a:prstDash val="solid"/>
          </a:ln>
        </p:spPr>
      </p:sp>
      <p:sp>
        <p:nvSpPr>
          <p:cNvPr id="129" name="Shape 118"/>
          <p:cNvSpPr/>
          <p:nvPr/>
        </p:nvSpPr>
        <p:spPr>
          <a:xfrm>
            <a:off x="9201607" y="5962802"/>
            <a:ext cx="323698" cy="228600"/>
          </a:xfrm>
          <a:prstGeom prst="rect">
            <a:avLst/>
          </a:prstGeom>
          <a:solidFill>
            <a:srgbClr val="F3ECD9"/>
          </a:solidFill>
          <a:ln w="12700">
            <a:solidFill>
              <a:srgbClr val="FFFFFF">
                <a:alpha val="0"/>
              </a:srgbClr>
            </a:solidFill>
            <a:prstDash val="solid"/>
          </a:ln>
        </p:spPr>
      </p:sp>
      <p:sp>
        <p:nvSpPr>
          <p:cNvPr id="130" name="Shape 119"/>
          <p:cNvSpPr/>
          <p:nvPr/>
        </p:nvSpPr>
        <p:spPr>
          <a:xfrm>
            <a:off x="9528962" y="5962802"/>
            <a:ext cx="323698" cy="228600"/>
          </a:xfrm>
          <a:prstGeom prst="rect">
            <a:avLst/>
          </a:prstGeom>
          <a:solidFill>
            <a:srgbClr val="F3ECD9"/>
          </a:solidFill>
          <a:ln w="12700">
            <a:solidFill>
              <a:srgbClr val="FFFFFF">
                <a:alpha val="0"/>
              </a:srgbClr>
            </a:solidFill>
            <a:prstDash val="solid"/>
          </a:ln>
        </p:spPr>
      </p:sp>
      <p:sp>
        <p:nvSpPr>
          <p:cNvPr id="131" name="Shape 120"/>
          <p:cNvSpPr/>
          <p:nvPr/>
        </p:nvSpPr>
        <p:spPr>
          <a:xfrm>
            <a:off x="9857232" y="5962802"/>
            <a:ext cx="323698" cy="228600"/>
          </a:xfrm>
          <a:prstGeom prst="rect">
            <a:avLst/>
          </a:prstGeom>
          <a:solidFill>
            <a:srgbClr val="F3ECD9"/>
          </a:solidFill>
          <a:ln w="12700">
            <a:solidFill>
              <a:srgbClr val="FFFFFF">
                <a:alpha val="0"/>
              </a:srgbClr>
            </a:solidFill>
            <a:prstDash val="solid"/>
          </a:ln>
        </p:spPr>
      </p:sp>
      <p:sp>
        <p:nvSpPr>
          <p:cNvPr id="132" name="Shape 121"/>
          <p:cNvSpPr/>
          <p:nvPr/>
        </p:nvSpPr>
        <p:spPr>
          <a:xfrm>
            <a:off x="10184587" y="5962802"/>
            <a:ext cx="323698" cy="228600"/>
          </a:xfrm>
          <a:prstGeom prst="rect">
            <a:avLst/>
          </a:prstGeom>
          <a:solidFill>
            <a:srgbClr val="F3ECD9"/>
          </a:solidFill>
          <a:ln w="12700">
            <a:solidFill>
              <a:srgbClr val="FFFFFF">
                <a:alpha val="0"/>
              </a:srgbClr>
            </a:solidFill>
            <a:prstDash val="solid"/>
          </a:ln>
        </p:spPr>
      </p:sp>
      <p:sp>
        <p:nvSpPr>
          <p:cNvPr id="133" name="Shape 122"/>
          <p:cNvSpPr/>
          <p:nvPr/>
        </p:nvSpPr>
        <p:spPr>
          <a:xfrm>
            <a:off x="10512857" y="5962802"/>
            <a:ext cx="323698" cy="228600"/>
          </a:xfrm>
          <a:prstGeom prst="rect">
            <a:avLst/>
          </a:prstGeom>
          <a:solidFill>
            <a:srgbClr val="B4631D">
              <a:alpha val="20000"/>
            </a:srgbClr>
          </a:solidFill>
          <a:ln w="12700">
            <a:solidFill>
              <a:srgbClr val="FFFFFF">
                <a:alpha val="0"/>
              </a:srgbClr>
            </a:solidFill>
            <a:prstDash val="solid"/>
          </a:ln>
        </p:spPr>
      </p:sp>
      <p:sp>
        <p:nvSpPr>
          <p:cNvPr id="134" name="Shape 123"/>
          <p:cNvSpPr/>
          <p:nvPr/>
        </p:nvSpPr>
        <p:spPr>
          <a:xfrm>
            <a:off x="10841126" y="5962802"/>
            <a:ext cx="323698" cy="228600"/>
          </a:xfrm>
          <a:prstGeom prst="rect">
            <a:avLst/>
          </a:prstGeom>
          <a:solidFill>
            <a:srgbClr val="F3ECD9"/>
          </a:solidFill>
          <a:ln w="12700">
            <a:solidFill>
              <a:srgbClr val="FFFFFF">
                <a:alpha val="0"/>
              </a:srgbClr>
            </a:solidFill>
            <a:prstDash val="solid"/>
          </a:ln>
        </p:spPr>
      </p:sp>
      <p:sp>
        <p:nvSpPr>
          <p:cNvPr id="135" name="Shape 124"/>
          <p:cNvSpPr/>
          <p:nvPr/>
        </p:nvSpPr>
        <p:spPr>
          <a:xfrm>
            <a:off x="11168482" y="5962802"/>
            <a:ext cx="323698" cy="228600"/>
          </a:xfrm>
          <a:prstGeom prst="rect">
            <a:avLst/>
          </a:prstGeom>
          <a:solidFill>
            <a:srgbClr val="B4631D">
              <a:alpha val="10000"/>
            </a:srgbClr>
          </a:solidFill>
          <a:ln w="12700">
            <a:solidFill>
              <a:srgbClr val="FFFFFF">
                <a:alpha val="0"/>
              </a:srgbClr>
            </a:solidFill>
            <a:prstDash val="solid"/>
          </a:ln>
        </p:spPr>
      </p:sp>
      <p:sp>
        <p:nvSpPr>
          <p:cNvPr id="136" name="Shape 125"/>
          <p:cNvSpPr/>
          <p:nvPr/>
        </p:nvSpPr>
        <p:spPr>
          <a:xfrm>
            <a:off x="9201607" y="6200546"/>
            <a:ext cx="323698" cy="228600"/>
          </a:xfrm>
          <a:prstGeom prst="rect">
            <a:avLst/>
          </a:prstGeom>
          <a:solidFill>
            <a:srgbClr val="B4631D">
              <a:alpha val="10000"/>
            </a:srgbClr>
          </a:solidFill>
          <a:ln w="12700">
            <a:solidFill>
              <a:srgbClr val="FFFFFF">
                <a:alpha val="0"/>
              </a:srgbClr>
            </a:solidFill>
            <a:prstDash val="solid"/>
          </a:ln>
        </p:spPr>
      </p:sp>
      <p:sp>
        <p:nvSpPr>
          <p:cNvPr id="137" name="Shape 126"/>
          <p:cNvSpPr/>
          <p:nvPr/>
        </p:nvSpPr>
        <p:spPr>
          <a:xfrm>
            <a:off x="9528962" y="6200546"/>
            <a:ext cx="323698" cy="228600"/>
          </a:xfrm>
          <a:prstGeom prst="rect">
            <a:avLst/>
          </a:prstGeom>
          <a:solidFill>
            <a:srgbClr val="F3ECD9"/>
          </a:solidFill>
          <a:ln w="12700">
            <a:solidFill>
              <a:srgbClr val="FFFFFF">
                <a:alpha val="0"/>
              </a:srgbClr>
            </a:solidFill>
            <a:prstDash val="solid"/>
          </a:ln>
        </p:spPr>
      </p:sp>
      <p:sp>
        <p:nvSpPr>
          <p:cNvPr id="138" name="Shape 127"/>
          <p:cNvSpPr/>
          <p:nvPr/>
        </p:nvSpPr>
        <p:spPr>
          <a:xfrm>
            <a:off x="9857232" y="6200546"/>
            <a:ext cx="323698" cy="228600"/>
          </a:xfrm>
          <a:prstGeom prst="rect">
            <a:avLst/>
          </a:prstGeom>
          <a:solidFill>
            <a:srgbClr val="F3ECD9"/>
          </a:solidFill>
          <a:ln w="12700">
            <a:solidFill>
              <a:srgbClr val="FFFFFF">
                <a:alpha val="0"/>
              </a:srgbClr>
            </a:solidFill>
            <a:prstDash val="solid"/>
          </a:ln>
        </p:spPr>
      </p:sp>
      <p:sp>
        <p:nvSpPr>
          <p:cNvPr id="139" name="Shape 128"/>
          <p:cNvSpPr/>
          <p:nvPr/>
        </p:nvSpPr>
        <p:spPr>
          <a:xfrm>
            <a:off x="10184587" y="6200546"/>
            <a:ext cx="323698" cy="228600"/>
          </a:xfrm>
          <a:prstGeom prst="rect">
            <a:avLst/>
          </a:prstGeom>
          <a:solidFill>
            <a:srgbClr val="F3ECD9"/>
          </a:solidFill>
          <a:ln w="12700">
            <a:solidFill>
              <a:srgbClr val="FFFFFF">
                <a:alpha val="0"/>
              </a:srgbClr>
            </a:solidFill>
            <a:prstDash val="solid"/>
          </a:ln>
        </p:spPr>
      </p:sp>
      <p:sp>
        <p:nvSpPr>
          <p:cNvPr id="140" name="Shape 129"/>
          <p:cNvSpPr/>
          <p:nvPr/>
        </p:nvSpPr>
        <p:spPr>
          <a:xfrm>
            <a:off x="10512857" y="6200546"/>
            <a:ext cx="323698" cy="228600"/>
          </a:xfrm>
          <a:prstGeom prst="rect">
            <a:avLst/>
          </a:prstGeom>
          <a:solidFill>
            <a:srgbClr val="F3ECD9"/>
          </a:solidFill>
          <a:ln w="12700">
            <a:solidFill>
              <a:srgbClr val="FFFFFF">
                <a:alpha val="0"/>
              </a:srgbClr>
            </a:solidFill>
            <a:prstDash val="solid"/>
          </a:ln>
        </p:spPr>
      </p:sp>
      <p:sp>
        <p:nvSpPr>
          <p:cNvPr id="141" name="Shape 130"/>
          <p:cNvSpPr/>
          <p:nvPr/>
        </p:nvSpPr>
        <p:spPr>
          <a:xfrm>
            <a:off x="10841126" y="6200546"/>
            <a:ext cx="323698" cy="228600"/>
          </a:xfrm>
          <a:prstGeom prst="rect">
            <a:avLst/>
          </a:prstGeom>
          <a:solidFill>
            <a:srgbClr val="F3ECD9"/>
          </a:solidFill>
          <a:ln w="12700">
            <a:solidFill>
              <a:srgbClr val="FFFFFF">
                <a:alpha val="0"/>
              </a:srgbClr>
            </a:solidFill>
            <a:prstDash val="solid"/>
          </a:ln>
        </p:spPr>
      </p:sp>
      <p:sp>
        <p:nvSpPr>
          <p:cNvPr id="142" name="Shape 131"/>
          <p:cNvSpPr/>
          <p:nvPr/>
        </p:nvSpPr>
        <p:spPr>
          <a:xfrm>
            <a:off x="11168482" y="6200546"/>
            <a:ext cx="323698" cy="228600"/>
          </a:xfrm>
          <a:prstGeom prst="rect">
            <a:avLst/>
          </a:prstGeom>
          <a:solidFill>
            <a:srgbClr val="3C6C74">
              <a:alpha val="18000"/>
            </a:srgbClr>
          </a:solidFill>
          <a:ln w="12700">
            <a:solidFill>
              <a:srgbClr val="FFFFFF">
                <a:alpha val="0"/>
              </a:srgbClr>
            </a:solidFill>
            <a:prstDash val="solid"/>
          </a:ln>
        </p:spPr>
      </p:sp>
      <p:sp>
        <p:nvSpPr>
          <p:cNvPr id="143" name="Shape 132"/>
          <p:cNvSpPr/>
          <p:nvPr/>
        </p:nvSpPr>
        <p:spPr>
          <a:xfrm>
            <a:off x="9201607" y="6439205"/>
            <a:ext cx="323698" cy="228600"/>
          </a:xfrm>
          <a:prstGeom prst="rect">
            <a:avLst/>
          </a:prstGeom>
          <a:solidFill>
            <a:srgbClr val="3C6C74">
              <a:alpha val="16000"/>
            </a:srgbClr>
          </a:solidFill>
          <a:ln w="12700">
            <a:solidFill>
              <a:srgbClr val="FFFFFF">
                <a:alpha val="0"/>
              </a:srgbClr>
            </a:solidFill>
            <a:prstDash val="solid"/>
          </a:ln>
        </p:spPr>
      </p:sp>
      <p:sp>
        <p:nvSpPr>
          <p:cNvPr id="144" name="Shape 133"/>
          <p:cNvSpPr/>
          <p:nvPr/>
        </p:nvSpPr>
        <p:spPr>
          <a:xfrm>
            <a:off x="9528962" y="6439205"/>
            <a:ext cx="323698" cy="228600"/>
          </a:xfrm>
          <a:prstGeom prst="rect">
            <a:avLst/>
          </a:prstGeom>
          <a:solidFill>
            <a:srgbClr val="F3ECD9"/>
          </a:solidFill>
          <a:ln w="12700">
            <a:solidFill>
              <a:srgbClr val="FFFFFF">
                <a:alpha val="0"/>
              </a:srgbClr>
            </a:solidFill>
            <a:prstDash val="solid"/>
          </a:ln>
        </p:spPr>
      </p:sp>
      <p:sp>
        <p:nvSpPr>
          <p:cNvPr id="145" name="Shape 134"/>
          <p:cNvSpPr/>
          <p:nvPr/>
        </p:nvSpPr>
        <p:spPr>
          <a:xfrm>
            <a:off x="9857232" y="6439205"/>
            <a:ext cx="323698" cy="228600"/>
          </a:xfrm>
          <a:prstGeom prst="rect">
            <a:avLst/>
          </a:prstGeom>
          <a:solidFill>
            <a:srgbClr val="F3ECD9"/>
          </a:solidFill>
          <a:ln w="12700">
            <a:solidFill>
              <a:srgbClr val="FFFFFF">
                <a:alpha val="0"/>
              </a:srgbClr>
            </a:solidFill>
            <a:prstDash val="solid"/>
          </a:ln>
        </p:spPr>
      </p:sp>
      <p:sp>
        <p:nvSpPr>
          <p:cNvPr id="146" name="Shape 135"/>
          <p:cNvSpPr/>
          <p:nvPr/>
        </p:nvSpPr>
        <p:spPr>
          <a:xfrm>
            <a:off x="10184587" y="6439205"/>
            <a:ext cx="323698" cy="228600"/>
          </a:xfrm>
          <a:prstGeom prst="rect">
            <a:avLst/>
          </a:prstGeom>
          <a:solidFill>
            <a:srgbClr val="F3ECD9"/>
          </a:solidFill>
          <a:ln w="12700">
            <a:solidFill>
              <a:srgbClr val="FFFFFF">
                <a:alpha val="0"/>
              </a:srgbClr>
            </a:solidFill>
            <a:prstDash val="solid"/>
          </a:ln>
        </p:spPr>
      </p:sp>
      <p:sp>
        <p:nvSpPr>
          <p:cNvPr id="147" name="Shape 136"/>
          <p:cNvSpPr/>
          <p:nvPr/>
        </p:nvSpPr>
        <p:spPr>
          <a:xfrm>
            <a:off x="10512857" y="6439205"/>
            <a:ext cx="323698" cy="228600"/>
          </a:xfrm>
          <a:prstGeom prst="rect">
            <a:avLst/>
          </a:prstGeom>
          <a:solidFill>
            <a:srgbClr val="F3ECD9"/>
          </a:solidFill>
          <a:ln w="12700">
            <a:solidFill>
              <a:srgbClr val="FFFFFF">
                <a:alpha val="0"/>
              </a:srgbClr>
            </a:solidFill>
            <a:prstDash val="solid"/>
          </a:ln>
        </p:spPr>
      </p:sp>
      <p:sp>
        <p:nvSpPr>
          <p:cNvPr id="148" name="Shape 137"/>
          <p:cNvSpPr/>
          <p:nvPr/>
        </p:nvSpPr>
        <p:spPr>
          <a:xfrm>
            <a:off x="10841126" y="6439205"/>
            <a:ext cx="323698" cy="228600"/>
          </a:xfrm>
          <a:prstGeom prst="rect">
            <a:avLst/>
          </a:prstGeom>
          <a:solidFill>
            <a:srgbClr val="B4631D">
              <a:alpha val="10000"/>
            </a:srgbClr>
          </a:solidFill>
          <a:ln w="12700">
            <a:solidFill>
              <a:srgbClr val="FFFFFF">
                <a:alpha val="0"/>
              </a:srgbClr>
            </a:solidFill>
            <a:prstDash val="solid"/>
          </a:ln>
        </p:spPr>
      </p:sp>
      <p:sp>
        <p:nvSpPr>
          <p:cNvPr id="149" name="Shape 138"/>
          <p:cNvSpPr/>
          <p:nvPr/>
        </p:nvSpPr>
        <p:spPr>
          <a:xfrm>
            <a:off x="11168482" y="6439205"/>
            <a:ext cx="323698" cy="228600"/>
          </a:xfrm>
          <a:prstGeom prst="rect">
            <a:avLst/>
          </a:prstGeom>
          <a:solidFill>
            <a:srgbClr val="B4631D">
              <a:alpha val="20000"/>
            </a:srgbClr>
          </a:solidFill>
          <a:ln w="12700">
            <a:solidFill>
              <a:srgbClr val="FFFFFF">
                <a:alpha val="0"/>
              </a:srgbClr>
            </a:solidFill>
            <a:prstDash val="solid"/>
          </a:ln>
        </p:spPr>
      </p:sp>
      <p:sp>
        <p:nvSpPr>
          <p:cNvPr id="150" name="Shape 139"/>
          <p:cNvSpPr/>
          <p:nvPr/>
        </p:nvSpPr>
        <p:spPr>
          <a:xfrm>
            <a:off x="9201607" y="6676949"/>
            <a:ext cx="323698" cy="228600"/>
          </a:xfrm>
          <a:prstGeom prst="rect">
            <a:avLst/>
          </a:prstGeom>
          <a:solidFill>
            <a:srgbClr val="F3ECD9"/>
          </a:solidFill>
          <a:ln w="12700">
            <a:solidFill>
              <a:srgbClr val="FFFFFF">
                <a:alpha val="0"/>
              </a:srgbClr>
            </a:solidFill>
            <a:prstDash val="solid"/>
          </a:ln>
        </p:spPr>
      </p:sp>
      <p:sp>
        <p:nvSpPr>
          <p:cNvPr id="151" name="Shape 140"/>
          <p:cNvSpPr/>
          <p:nvPr/>
        </p:nvSpPr>
        <p:spPr>
          <a:xfrm>
            <a:off x="9528962" y="6676949"/>
            <a:ext cx="323698" cy="228600"/>
          </a:xfrm>
          <a:prstGeom prst="rect">
            <a:avLst/>
          </a:prstGeom>
          <a:solidFill>
            <a:srgbClr val="B4631D">
              <a:alpha val="16000"/>
            </a:srgbClr>
          </a:solidFill>
          <a:ln w="12700">
            <a:solidFill>
              <a:srgbClr val="FFFFFF">
                <a:alpha val="0"/>
              </a:srgbClr>
            </a:solidFill>
            <a:prstDash val="solid"/>
          </a:ln>
        </p:spPr>
      </p:sp>
      <p:sp>
        <p:nvSpPr>
          <p:cNvPr id="152" name="Shape 141"/>
          <p:cNvSpPr/>
          <p:nvPr/>
        </p:nvSpPr>
        <p:spPr>
          <a:xfrm>
            <a:off x="9857232" y="6676949"/>
            <a:ext cx="323698" cy="228600"/>
          </a:xfrm>
          <a:prstGeom prst="rect">
            <a:avLst/>
          </a:prstGeom>
          <a:solidFill>
            <a:srgbClr val="B4631D">
              <a:alpha val="20000"/>
            </a:srgbClr>
          </a:solidFill>
          <a:ln w="12700">
            <a:solidFill>
              <a:srgbClr val="FFFFFF">
                <a:alpha val="0"/>
              </a:srgbClr>
            </a:solidFill>
            <a:prstDash val="solid"/>
          </a:ln>
        </p:spPr>
      </p:sp>
      <p:sp>
        <p:nvSpPr>
          <p:cNvPr id="153" name="Shape 142"/>
          <p:cNvSpPr/>
          <p:nvPr/>
        </p:nvSpPr>
        <p:spPr>
          <a:xfrm>
            <a:off x="10184587" y="6676949"/>
            <a:ext cx="323698" cy="228600"/>
          </a:xfrm>
          <a:prstGeom prst="rect">
            <a:avLst/>
          </a:prstGeom>
          <a:solidFill>
            <a:srgbClr val="F3ECD9"/>
          </a:solidFill>
          <a:ln w="12700">
            <a:solidFill>
              <a:srgbClr val="FFFFFF">
                <a:alpha val="0"/>
              </a:srgbClr>
            </a:solidFill>
            <a:prstDash val="solid"/>
          </a:ln>
        </p:spPr>
      </p:sp>
      <p:sp>
        <p:nvSpPr>
          <p:cNvPr id="154" name="Shape 143"/>
          <p:cNvSpPr/>
          <p:nvPr/>
        </p:nvSpPr>
        <p:spPr>
          <a:xfrm>
            <a:off x="10512857" y="6676949"/>
            <a:ext cx="323698" cy="228600"/>
          </a:xfrm>
          <a:prstGeom prst="rect">
            <a:avLst/>
          </a:prstGeom>
          <a:solidFill>
            <a:srgbClr val="B4631D">
              <a:alpha val="10000"/>
            </a:srgbClr>
          </a:solidFill>
          <a:ln w="12700">
            <a:solidFill>
              <a:srgbClr val="FFFFFF">
                <a:alpha val="0"/>
              </a:srgbClr>
            </a:solidFill>
            <a:prstDash val="solid"/>
          </a:ln>
        </p:spPr>
      </p:sp>
      <p:sp>
        <p:nvSpPr>
          <p:cNvPr id="155" name="Shape 144"/>
          <p:cNvSpPr/>
          <p:nvPr/>
        </p:nvSpPr>
        <p:spPr>
          <a:xfrm>
            <a:off x="10841126" y="6676949"/>
            <a:ext cx="323698" cy="228600"/>
          </a:xfrm>
          <a:prstGeom prst="rect">
            <a:avLst/>
          </a:prstGeom>
          <a:solidFill>
            <a:srgbClr val="F3ECD9"/>
          </a:solidFill>
          <a:ln w="12700">
            <a:solidFill>
              <a:srgbClr val="FFFFFF">
                <a:alpha val="0"/>
              </a:srgbClr>
            </a:solidFill>
            <a:prstDash val="solid"/>
          </a:ln>
        </p:spPr>
      </p:sp>
      <p:sp>
        <p:nvSpPr>
          <p:cNvPr id="156" name="Shape 145"/>
          <p:cNvSpPr/>
          <p:nvPr/>
        </p:nvSpPr>
        <p:spPr>
          <a:xfrm>
            <a:off x="11168482" y="6676949"/>
            <a:ext cx="323698" cy="228600"/>
          </a:xfrm>
          <a:prstGeom prst="rect">
            <a:avLst/>
          </a:prstGeom>
          <a:solidFill>
            <a:srgbClr val="3C6C74">
              <a:alpha val="16000"/>
            </a:srgbClr>
          </a:solidFill>
          <a:ln w="12700">
            <a:solidFill>
              <a:srgbClr val="FFFFFF">
                <a:alpha val="0"/>
              </a:srgbClr>
            </a:solidFill>
            <a:prstDash val="solid"/>
          </a:ln>
        </p:spPr>
      </p:sp>
      <p:sp>
        <p:nvSpPr>
          <p:cNvPr id="157" name="Shape 146"/>
          <p:cNvSpPr/>
          <p:nvPr/>
        </p:nvSpPr>
        <p:spPr>
          <a:xfrm>
            <a:off x="9201607" y="6915607"/>
            <a:ext cx="323698" cy="228600"/>
          </a:xfrm>
          <a:prstGeom prst="rect">
            <a:avLst/>
          </a:prstGeom>
          <a:solidFill>
            <a:srgbClr val="3C6C74">
              <a:alpha val="20000"/>
            </a:srgbClr>
          </a:solidFill>
          <a:ln w="12700">
            <a:solidFill>
              <a:srgbClr val="FFFFFF">
                <a:alpha val="0"/>
              </a:srgbClr>
            </a:solidFill>
            <a:prstDash val="solid"/>
          </a:ln>
        </p:spPr>
      </p:sp>
      <p:sp>
        <p:nvSpPr>
          <p:cNvPr id="158" name="Shape 147"/>
          <p:cNvSpPr/>
          <p:nvPr/>
        </p:nvSpPr>
        <p:spPr>
          <a:xfrm>
            <a:off x="9528962" y="6915607"/>
            <a:ext cx="323698" cy="228600"/>
          </a:xfrm>
          <a:prstGeom prst="rect">
            <a:avLst/>
          </a:prstGeom>
          <a:solidFill>
            <a:srgbClr val="F3ECD9"/>
          </a:solidFill>
          <a:ln w="12700">
            <a:solidFill>
              <a:srgbClr val="FFFFFF">
                <a:alpha val="0"/>
              </a:srgbClr>
            </a:solidFill>
            <a:prstDash val="solid"/>
          </a:ln>
        </p:spPr>
      </p:sp>
      <p:sp>
        <p:nvSpPr>
          <p:cNvPr id="159" name="Shape 148"/>
          <p:cNvSpPr/>
          <p:nvPr/>
        </p:nvSpPr>
        <p:spPr>
          <a:xfrm>
            <a:off x="9857232" y="6915607"/>
            <a:ext cx="323698" cy="228600"/>
          </a:xfrm>
          <a:prstGeom prst="rect">
            <a:avLst/>
          </a:prstGeom>
          <a:solidFill>
            <a:srgbClr val="F3ECD9"/>
          </a:solidFill>
          <a:ln w="12700">
            <a:solidFill>
              <a:srgbClr val="FFFFFF">
                <a:alpha val="0"/>
              </a:srgbClr>
            </a:solidFill>
            <a:prstDash val="solid"/>
          </a:ln>
        </p:spPr>
      </p:sp>
      <p:sp>
        <p:nvSpPr>
          <p:cNvPr id="160" name="Shape 149"/>
          <p:cNvSpPr/>
          <p:nvPr/>
        </p:nvSpPr>
        <p:spPr>
          <a:xfrm>
            <a:off x="10184587" y="6915607"/>
            <a:ext cx="323698" cy="228600"/>
          </a:xfrm>
          <a:prstGeom prst="rect">
            <a:avLst/>
          </a:prstGeom>
          <a:solidFill>
            <a:srgbClr val="B4631D">
              <a:alpha val="10000"/>
            </a:srgbClr>
          </a:solidFill>
          <a:ln w="12700">
            <a:solidFill>
              <a:srgbClr val="FFFFFF">
                <a:alpha val="0"/>
              </a:srgbClr>
            </a:solidFill>
            <a:prstDash val="solid"/>
          </a:ln>
        </p:spPr>
      </p:sp>
      <p:sp>
        <p:nvSpPr>
          <p:cNvPr id="161" name="Shape 150"/>
          <p:cNvSpPr/>
          <p:nvPr/>
        </p:nvSpPr>
        <p:spPr>
          <a:xfrm>
            <a:off x="10512857" y="6915607"/>
            <a:ext cx="323698" cy="228600"/>
          </a:xfrm>
          <a:prstGeom prst="rect">
            <a:avLst/>
          </a:prstGeom>
          <a:solidFill>
            <a:srgbClr val="3C6C74">
              <a:alpha val="10000"/>
            </a:srgbClr>
          </a:solidFill>
          <a:ln w="12700">
            <a:solidFill>
              <a:srgbClr val="FFFFFF">
                <a:alpha val="0"/>
              </a:srgbClr>
            </a:solidFill>
            <a:prstDash val="solid"/>
          </a:ln>
        </p:spPr>
      </p:sp>
      <p:sp>
        <p:nvSpPr>
          <p:cNvPr id="162" name="Shape 151"/>
          <p:cNvSpPr/>
          <p:nvPr/>
        </p:nvSpPr>
        <p:spPr>
          <a:xfrm>
            <a:off x="10841126" y="6915607"/>
            <a:ext cx="323698" cy="228600"/>
          </a:xfrm>
          <a:prstGeom prst="rect">
            <a:avLst/>
          </a:prstGeom>
          <a:solidFill>
            <a:srgbClr val="B4631D">
              <a:alpha val="20000"/>
            </a:srgbClr>
          </a:solidFill>
          <a:ln w="12700">
            <a:solidFill>
              <a:srgbClr val="FFFFFF">
                <a:alpha val="0"/>
              </a:srgbClr>
            </a:solidFill>
            <a:prstDash val="solid"/>
          </a:ln>
        </p:spPr>
      </p:sp>
      <p:sp>
        <p:nvSpPr>
          <p:cNvPr id="163" name="Shape 152"/>
          <p:cNvSpPr/>
          <p:nvPr/>
        </p:nvSpPr>
        <p:spPr>
          <a:xfrm>
            <a:off x="11168482" y="6915607"/>
            <a:ext cx="323698" cy="228600"/>
          </a:xfrm>
          <a:prstGeom prst="rect">
            <a:avLst/>
          </a:prstGeom>
          <a:solidFill>
            <a:srgbClr val="3C6C74">
              <a:alpha val="10000"/>
            </a:srgbClr>
          </a:solidFill>
          <a:ln w="12700">
            <a:solidFill>
              <a:srgbClr val="FFFFFF">
                <a:alpha val="0"/>
              </a:srgbClr>
            </a:solidFill>
            <a:prstDash val="solid"/>
          </a:ln>
        </p:spPr>
      </p:sp>
      <p:sp>
        <p:nvSpPr>
          <p:cNvPr id="164" name="Text 153"/>
          <p:cNvSpPr txBox="1"/>
          <p:nvPr/>
        </p:nvSpPr>
        <p:spPr>
          <a:xfrm>
            <a:off x="11677802" y="5315407"/>
            <a:ext cx="2286000" cy="133502"/>
          </a:xfrm>
          <a:prstGeom prst="rect">
            <a:avLst/>
          </a:prstGeom>
          <a:noFill/>
          <a:ln/>
        </p:spPr>
        <p:txBody>
          <a:bodyPr wrap="none" lIns="0" tIns="0" rIns="0" bIns="0" rtlCol="0" anchor="ctr"/>
          <a:lstStyle/>
          <a:p>
            <a:pPr algn="l" indent="0" marL="0">
              <a:buNone/>
            </a:pPr>
            <a:r>
              <a:rPr lang="en-US" sz="825" dirty="0">
                <a:solidFill>
                  <a:srgbClr val="C25028"/>
                </a:solidFill>
                <a:latin typeface="IBM Plex Mono" pitchFamily="34" charset="0"/>
                <a:ea typeface="IBM Plex Mono" pitchFamily="34" charset="-122"/>
                <a:cs typeface="IBM Plex Mono" pitchFamily="34" charset="-120"/>
              </a:rPr>
              <a:t>W07 · 400°C</a:t>
            </a:r>
            <a:endParaRPr lang="en-US" sz="825" dirty="0"/>
          </a:p>
        </p:txBody>
      </p:sp>
      <p:sp>
        <p:nvSpPr>
          <p:cNvPr id="165" name="Shape 154"/>
          <p:cNvSpPr/>
          <p:nvPr/>
        </p:nvSpPr>
        <p:spPr>
          <a:xfrm>
            <a:off x="11677802" y="5486400"/>
            <a:ext cx="323698" cy="228600"/>
          </a:xfrm>
          <a:prstGeom prst="rect">
            <a:avLst/>
          </a:prstGeom>
          <a:solidFill>
            <a:srgbClr val="3C6C74">
              <a:alpha val="20000"/>
            </a:srgbClr>
          </a:solidFill>
          <a:ln w="12700">
            <a:solidFill>
              <a:srgbClr val="FFFFFF">
                <a:alpha val="0"/>
              </a:srgbClr>
            </a:solidFill>
            <a:prstDash val="solid"/>
          </a:ln>
        </p:spPr>
      </p:sp>
      <p:sp>
        <p:nvSpPr>
          <p:cNvPr id="166" name="Shape 155"/>
          <p:cNvSpPr/>
          <p:nvPr/>
        </p:nvSpPr>
        <p:spPr>
          <a:xfrm>
            <a:off x="12005158" y="5486400"/>
            <a:ext cx="323698" cy="228600"/>
          </a:xfrm>
          <a:prstGeom prst="rect">
            <a:avLst/>
          </a:prstGeom>
          <a:solidFill>
            <a:srgbClr val="3C6C74">
              <a:alpha val="10000"/>
            </a:srgbClr>
          </a:solidFill>
          <a:ln w="12700">
            <a:solidFill>
              <a:srgbClr val="FFFFFF">
                <a:alpha val="0"/>
              </a:srgbClr>
            </a:solidFill>
            <a:prstDash val="solid"/>
          </a:ln>
        </p:spPr>
      </p:sp>
      <p:sp>
        <p:nvSpPr>
          <p:cNvPr id="167" name="Shape 156"/>
          <p:cNvSpPr/>
          <p:nvPr/>
        </p:nvSpPr>
        <p:spPr>
          <a:xfrm>
            <a:off x="12333427" y="5486400"/>
            <a:ext cx="323698" cy="228600"/>
          </a:xfrm>
          <a:prstGeom prst="rect">
            <a:avLst/>
          </a:prstGeom>
          <a:solidFill>
            <a:srgbClr val="F3ECD9"/>
          </a:solidFill>
          <a:ln w="12700">
            <a:solidFill>
              <a:srgbClr val="FFFFFF">
                <a:alpha val="0"/>
              </a:srgbClr>
            </a:solidFill>
            <a:prstDash val="solid"/>
          </a:ln>
        </p:spPr>
      </p:sp>
      <p:sp>
        <p:nvSpPr>
          <p:cNvPr id="168" name="Shape 157"/>
          <p:cNvSpPr/>
          <p:nvPr/>
        </p:nvSpPr>
        <p:spPr>
          <a:xfrm>
            <a:off x="12661697" y="5486400"/>
            <a:ext cx="323698" cy="228600"/>
          </a:xfrm>
          <a:prstGeom prst="rect">
            <a:avLst/>
          </a:prstGeom>
          <a:solidFill>
            <a:srgbClr val="B4631D">
              <a:alpha val="10000"/>
            </a:srgbClr>
          </a:solidFill>
          <a:ln w="12700">
            <a:solidFill>
              <a:srgbClr val="FFFFFF">
                <a:alpha val="0"/>
              </a:srgbClr>
            </a:solidFill>
            <a:prstDash val="solid"/>
          </a:ln>
        </p:spPr>
      </p:sp>
      <p:sp>
        <p:nvSpPr>
          <p:cNvPr id="169" name="Shape 158"/>
          <p:cNvSpPr/>
          <p:nvPr/>
        </p:nvSpPr>
        <p:spPr>
          <a:xfrm>
            <a:off x="12989052" y="5486400"/>
            <a:ext cx="323698" cy="228600"/>
          </a:xfrm>
          <a:prstGeom prst="rect">
            <a:avLst/>
          </a:prstGeom>
          <a:solidFill>
            <a:srgbClr val="F3ECD9"/>
          </a:solidFill>
          <a:ln w="12700">
            <a:solidFill>
              <a:srgbClr val="FFFFFF">
                <a:alpha val="0"/>
              </a:srgbClr>
            </a:solidFill>
            <a:prstDash val="solid"/>
          </a:ln>
        </p:spPr>
      </p:sp>
      <p:sp>
        <p:nvSpPr>
          <p:cNvPr id="170" name="Shape 159"/>
          <p:cNvSpPr/>
          <p:nvPr/>
        </p:nvSpPr>
        <p:spPr>
          <a:xfrm>
            <a:off x="13317322" y="5486400"/>
            <a:ext cx="323698" cy="228600"/>
          </a:xfrm>
          <a:prstGeom prst="rect">
            <a:avLst/>
          </a:prstGeom>
          <a:solidFill>
            <a:srgbClr val="F3ECD9"/>
          </a:solidFill>
          <a:ln w="12700">
            <a:solidFill>
              <a:srgbClr val="FFFFFF">
                <a:alpha val="0"/>
              </a:srgbClr>
            </a:solidFill>
            <a:prstDash val="solid"/>
          </a:ln>
        </p:spPr>
      </p:sp>
      <p:sp>
        <p:nvSpPr>
          <p:cNvPr id="171" name="Shape 160"/>
          <p:cNvSpPr/>
          <p:nvPr/>
        </p:nvSpPr>
        <p:spPr>
          <a:xfrm>
            <a:off x="13645591" y="5486400"/>
            <a:ext cx="323698" cy="228600"/>
          </a:xfrm>
          <a:prstGeom prst="rect">
            <a:avLst/>
          </a:prstGeom>
          <a:solidFill>
            <a:srgbClr val="3C6C74">
              <a:alpha val="20000"/>
            </a:srgbClr>
          </a:solidFill>
          <a:ln w="12700">
            <a:solidFill>
              <a:srgbClr val="FFFFFF">
                <a:alpha val="0"/>
              </a:srgbClr>
            </a:solidFill>
            <a:prstDash val="solid"/>
          </a:ln>
        </p:spPr>
      </p:sp>
      <p:sp>
        <p:nvSpPr>
          <p:cNvPr id="172" name="Shape 161"/>
          <p:cNvSpPr/>
          <p:nvPr/>
        </p:nvSpPr>
        <p:spPr>
          <a:xfrm>
            <a:off x="11677802" y="5724144"/>
            <a:ext cx="323698" cy="228600"/>
          </a:xfrm>
          <a:prstGeom prst="rect">
            <a:avLst/>
          </a:prstGeom>
          <a:solidFill>
            <a:srgbClr val="F3ECD9"/>
          </a:solidFill>
          <a:ln w="12700">
            <a:solidFill>
              <a:srgbClr val="FFFFFF">
                <a:alpha val="0"/>
              </a:srgbClr>
            </a:solidFill>
            <a:prstDash val="solid"/>
          </a:ln>
        </p:spPr>
      </p:sp>
      <p:sp>
        <p:nvSpPr>
          <p:cNvPr id="173" name="Shape 162"/>
          <p:cNvSpPr/>
          <p:nvPr/>
        </p:nvSpPr>
        <p:spPr>
          <a:xfrm>
            <a:off x="12005158" y="5724144"/>
            <a:ext cx="323698" cy="228600"/>
          </a:xfrm>
          <a:prstGeom prst="rect">
            <a:avLst/>
          </a:prstGeom>
          <a:solidFill>
            <a:srgbClr val="F3ECD9"/>
          </a:solidFill>
          <a:ln w="12700">
            <a:solidFill>
              <a:srgbClr val="FFFFFF">
                <a:alpha val="0"/>
              </a:srgbClr>
            </a:solidFill>
            <a:prstDash val="solid"/>
          </a:ln>
        </p:spPr>
      </p:sp>
      <p:sp>
        <p:nvSpPr>
          <p:cNvPr id="174" name="Shape 163"/>
          <p:cNvSpPr/>
          <p:nvPr/>
        </p:nvSpPr>
        <p:spPr>
          <a:xfrm>
            <a:off x="12333427" y="5724144"/>
            <a:ext cx="323698" cy="228600"/>
          </a:xfrm>
          <a:prstGeom prst="rect">
            <a:avLst/>
          </a:prstGeom>
          <a:solidFill>
            <a:srgbClr val="F3ECD9"/>
          </a:solidFill>
          <a:ln w="12700">
            <a:solidFill>
              <a:srgbClr val="FFFFFF">
                <a:alpha val="0"/>
              </a:srgbClr>
            </a:solidFill>
            <a:prstDash val="solid"/>
          </a:ln>
        </p:spPr>
      </p:sp>
      <p:sp>
        <p:nvSpPr>
          <p:cNvPr id="175" name="Shape 164"/>
          <p:cNvSpPr/>
          <p:nvPr/>
        </p:nvSpPr>
        <p:spPr>
          <a:xfrm>
            <a:off x="12661697" y="5724144"/>
            <a:ext cx="323698" cy="228600"/>
          </a:xfrm>
          <a:prstGeom prst="rect">
            <a:avLst/>
          </a:prstGeom>
          <a:solidFill>
            <a:srgbClr val="F3ECD9"/>
          </a:solidFill>
          <a:ln w="12700">
            <a:solidFill>
              <a:srgbClr val="FFFFFF">
                <a:alpha val="0"/>
              </a:srgbClr>
            </a:solidFill>
            <a:prstDash val="solid"/>
          </a:ln>
        </p:spPr>
      </p:sp>
      <p:sp>
        <p:nvSpPr>
          <p:cNvPr id="176" name="Shape 165"/>
          <p:cNvSpPr/>
          <p:nvPr/>
        </p:nvSpPr>
        <p:spPr>
          <a:xfrm>
            <a:off x="12989052" y="5724144"/>
            <a:ext cx="323698" cy="228600"/>
          </a:xfrm>
          <a:prstGeom prst="rect">
            <a:avLst/>
          </a:prstGeom>
          <a:solidFill>
            <a:srgbClr val="3C6C74">
              <a:alpha val="10000"/>
            </a:srgbClr>
          </a:solidFill>
          <a:ln w="12700">
            <a:solidFill>
              <a:srgbClr val="FFFFFF">
                <a:alpha val="0"/>
              </a:srgbClr>
            </a:solidFill>
            <a:prstDash val="solid"/>
          </a:ln>
        </p:spPr>
      </p:sp>
      <p:sp>
        <p:nvSpPr>
          <p:cNvPr id="177" name="Shape 166"/>
          <p:cNvSpPr/>
          <p:nvPr/>
        </p:nvSpPr>
        <p:spPr>
          <a:xfrm>
            <a:off x="13317322" y="5724144"/>
            <a:ext cx="323698" cy="228600"/>
          </a:xfrm>
          <a:prstGeom prst="rect">
            <a:avLst/>
          </a:prstGeom>
          <a:solidFill>
            <a:srgbClr val="F3ECD9"/>
          </a:solidFill>
          <a:ln w="12700">
            <a:solidFill>
              <a:srgbClr val="FFFFFF">
                <a:alpha val="0"/>
              </a:srgbClr>
            </a:solidFill>
            <a:prstDash val="solid"/>
          </a:ln>
        </p:spPr>
      </p:sp>
      <p:sp>
        <p:nvSpPr>
          <p:cNvPr id="178" name="Shape 167"/>
          <p:cNvSpPr/>
          <p:nvPr/>
        </p:nvSpPr>
        <p:spPr>
          <a:xfrm>
            <a:off x="13645591" y="5724144"/>
            <a:ext cx="323698" cy="228600"/>
          </a:xfrm>
          <a:prstGeom prst="rect">
            <a:avLst/>
          </a:prstGeom>
          <a:solidFill>
            <a:srgbClr val="F3ECD9"/>
          </a:solidFill>
          <a:ln w="12700">
            <a:solidFill>
              <a:srgbClr val="FFFFFF">
                <a:alpha val="0"/>
              </a:srgbClr>
            </a:solidFill>
            <a:prstDash val="solid"/>
          </a:ln>
        </p:spPr>
      </p:sp>
      <p:sp>
        <p:nvSpPr>
          <p:cNvPr id="179" name="Shape 168"/>
          <p:cNvSpPr/>
          <p:nvPr/>
        </p:nvSpPr>
        <p:spPr>
          <a:xfrm>
            <a:off x="11677802" y="5962802"/>
            <a:ext cx="323698" cy="228600"/>
          </a:xfrm>
          <a:prstGeom prst="rect">
            <a:avLst/>
          </a:prstGeom>
          <a:solidFill>
            <a:srgbClr val="F3ECD9"/>
          </a:solidFill>
          <a:ln w="12700">
            <a:solidFill>
              <a:srgbClr val="FFFFFF">
                <a:alpha val="0"/>
              </a:srgbClr>
            </a:solidFill>
            <a:prstDash val="solid"/>
          </a:ln>
        </p:spPr>
      </p:sp>
      <p:sp>
        <p:nvSpPr>
          <p:cNvPr id="180" name="Shape 169"/>
          <p:cNvSpPr/>
          <p:nvPr/>
        </p:nvSpPr>
        <p:spPr>
          <a:xfrm>
            <a:off x="12005158" y="5962802"/>
            <a:ext cx="323698" cy="228600"/>
          </a:xfrm>
          <a:prstGeom prst="rect">
            <a:avLst/>
          </a:prstGeom>
          <a:solidFill>
            <a:srgbClr val="F3ECD9"/>
          </a:solidFill>
          <a:ln w="12700">
            <a:solidFill>
              <a:srgbClr val="FFFFFF">
                <a:alpha val="0"/>
              </a:srgbClr>
            </a:solidFill>
            <a:prstDash val="solid"/>
          </a:ln>
        </p:spPr>
      </p:sp>
      <p:sp>
        <p:nvSpPr>
          <p:cNvPr id="181" name="Shape 170"/>
          <p:cNvSpPr/>
          <p:nvPr/>
        </p:nvSpPr>
        <p:spPr>
          <a:xfrm>
            <a:off x="12333427" y="5962802"/>
            <a:ext cx="323698" cy="228600"/>
          </a:xfrm>
          <a:prstGeom prst="rect">
            <a:avLst/>
          </a:prstGeom>
          <a:solidFill>
            <a:srgbClr val="F3ECD9"/>
          </a:solidFill>
          <a:ln w="12700">
            <a:solidFill>
              <a:srgbClr val="FFFFFF">
                <a:alpha val="0"/>
              </a:srgbClr>
            </a:solidFill>
            <a:prstDash val="solid"/>
          </a:ln>
        </p:spPr>
      </p:sp>
      <p:sp>
        <p:nvSpPr>
          <p:cNvPr id="182" name="Shape 171"/>
          <p:cNvSpPr/>
          <p:nvPr/>
        </p:nvSpPr>
        <p:spPr>
          <a:xfrm>
            <a:off x="12661697" y="5962802"/>
            <a:ext cx="323698" cy="228600"/>
          </a:xfrm>
          <a:prstGeom prst="rect">
            <a:avLst/>
          </a:prstGeom>
          <a:solidFill>
            <a:srgbClr val="F3ECD9"/>
          </a:solidFill>
          <a:ln w="12700">
            <a:solidFill>
              <a:srgbClr val="FFFFFF">
                <a:alpha val="0"/>
              </a:srgbClr>
            </a:solidFill>
            <a:prstDash val="solid"/>
          </a:ln>
        </p:spPr>
      </p:sp>
      <p:sp>
        <p:nvSpPr>
          <p:cNvPr id="183" name="Shape 172"/>
          <p:cNvSpPr/>
          <p:nvPr/>
        </p:nvSpPr>
        <p:spPr>
          <a:xfrm>
            <a:off x="12989052" y="5962802"/>
            <a:ext cx="323698" cy="228600"/>
          </a:xfrm>
          <a:prstGeom prst="rect">
            <a:avLst/>
          </a:prstGeom>
          <a:solidFill>
            <a:srgbClr val="F3ECD9"/>
          </a:solidFill>
          <a:ln w="12700">
            <a:solidFill>
              <a:srgbClr val="FFFFFF">
                <a:alpha val="0"/>
              </a:srgbClr>
            </a:solidFill>
            <a:prstDash val="solid"/>
          </a:ln>
        </p:spPr>
      </p:sp>
      <p:sp>
        <p:nvSpPr>
          <p:cNvPr id="184" name="Shape 173"/>
          <p:cNvSpPr/>
          <p:nvPr/>
        </p:nvSpPr>
        <p:spPr>
          <a:xfrm>
            <a:off x="13317322" y="5962802"/>
            <a:ext cx="323698" cy="228600"/>
          </a:xfrm>
          <a:prstGeom prst="rect">
            <a:avLst/>
          </a:prstGeom>
          <a:solidFill>
            <a:srgbClr val="B4631D">
              <a:alpha val="10000"/>
            </a:srgbClr>
          </a:solidFill>
          <a:ln w="12700">
            <a:solidFill>
              <a:srgbClr val="FFFFFF">
                <a:alpha val="0"/>
              </a:srgbClr>
            </a:solidFill>
            <a:prstDash val="solid"/>
          </a:ln>
        </p:spPr>
      </p:sp>
      <p:sp>
        <p:nvSpPr>
          <p:cNvPr id="185" name="Shape 174"/>
          <p:cNvSpPr/>
          <p:nvPr/>
        </p:nvSpPr>
        <p:spPr>
          <a:xfrm>
            <a:off x="13645591" y="5962802"/>
            <a:ext cx="323698" cy="228600"/>
          </a:xfrm>
          <a:prstGeom prst="rect">
            <a:avLst/>
          </a:prstGeom>
          <a:solidFill>
            <a:srgbClr val="F3ECD9"/>
          </a:solidFill>
          <a:ln w="12700">
            <a:solidFill>
              <a:srgbClr val="FFFFFF">
                <a:alpha val="0"/>
              </a:srgbClr>
            </a:solidFill>
            <a:prstDash val="solid"/>
          </a:ln>
        </p:spPr>
      </p:sp>
      <p:sp>
        <p:nvSpPr>
          <p:cNvPr id="186" name="Shape 175"/>
          <p:cNvSpPr/>
          <p:nvPr/>
        </p:nvSpPr>
        <p:spPr>
          <a:xfrm>
            <a:off x="11677802" y="6200546"/>
            <a:ext cx="323698" cy="228600"/>
          </a:xfrm>
          <a:prstGeom prst="rect">
            <a:avLst/>
          </a:prstGeom>
          <a:solidFill>
            <a:srgbClr val="F3ECD9"/>
          </a:solidFill>
          <a:ln w="12700">
            <a:solidFill>
              <a:srgbClr val="FFFFFF">
                <a:alpha val="0"/>
              </a:srgbClr>
            </a:solidFill>
            <a:prstDash val="solid"/>
          </a:ln>
        </p:spPr>
      </p:sp>
      <p:sp>
        <p:nvSpPr>
          <p:cNvPr id="187" name="Shape 176"/>
          <p:cNvSpPr/>
          <p:nvPr/>
        </p:nvSpPr>
        <p:spPr>
          <a:xfrm>
            <a:off x="12005158" y="6200546"/>
            <a:ext cx="323698" cy="228600"/>
          </a:xfrm>
          <a:prstGeom prst="rect">
            <a:avLst/>
          </a:prstGeom>
          <a:solidFill>
            <a:srgbClr val="F3ECD9"/>
          </a:solidFill>
          <a:ln w="12700">
            <a:solidFill>
              <a:srgbClr val="FFFFFF">
                <a:alpha val="0"/>
              </a:srgbClr>
            </a:solidFill>
            <a:prstDash val="solid"/>
          </a:ln>
        </p:spPr>
      </p:sp>
      <p:sp>
        <p:nvSpPr>
          <p:cNvPr id="188" name="Shape 177"/>
          <p:cNvSpPr/>
          <p:nvPr/>
        </p:nvSpPr>
        <p:spPr>
          <a:xfrm>
            <a:off x="12333427" y="6200546"/>
            <a:ext cx="323698" cy="228600"/>
          </a:xfrm>
          <a:prstGeom prst="rect">
            <a:avLst/>
          </a:prstGeom>
          <a:solidFill>
            <a:srgbClr val="F3ECD9"/>
          </a:solidFill>
          <a:ln w="12700">
            <a:solidFill>
              <a:srgbClr val="FFFFFF">
                <a:alpha val="0"/>
              </a:srgbClr>
            </a:solidFill>
            <a:prstDash val="solid"/>
          </a:ln>
        </p:spPr>
      </p:sp>
      <p:sp>
        <p:nvSpPr>
          <p:cNvPr id="189" name="Shape 178"/>
          <p:cNvSpPr/>
          <p:nvPr/>
        </p:nvSpPr>
        <p:spPr>
          <a:xfrm>
            <a:off x="12661697" y="6200546"/>
            <a:ext cx="323698" cy="228600"/>
          </a:xfrm>
          <a:prstGeom prst="rect">
            <a:avLst/>
          </a:prstGeom>
          <a:solidFill>
            <a:srgbClr val="F3ECD9"/>
          </a:solidFill>
          <a:ln w="12700">
            <a:solidFill>
              <a:srgbClr val="FFFFFF">
                <a:alpha val="0"/>
              </a:srgbClr>
            </a:solidFill>
            <a:prstDash val="solid"/>
          </a:ln>
        </p:spPr>
      </p:sp>
      <p:sp>
        <p:nvSpPr>
          <p:cNvPr id="190" name="Shape 179"/>
          <p:cNvSpPr/>
          <p:nvPr/>
        </p:nvSpPr>
        <p:spPr>
          <a:xfrm>
            <a:off x="12989052" y="6200546"/>
            <a:ext cx="323698" cy="228600"/>
          </a:xfrm>
          <a:prstGeom prst="rect">
            <a:avLst/>
          </a:prstGeom>
          <a:solidFill>
            <a:srgbClr val="F3ECD9"/>
          </a:solidFill>
          <a:ln w="12700">
            <a:solidFill>
              <a:srgbClr val="FFFFFF">
                <a:alpha val="0"/>
              </a:srgbClr>
            </a:solidFill>
            <a:prstDash val="solid"/>
          </a:ln>
        </p:spPr>
      </p:sp>
      <p:sp>
        <p:nvSpPr>
          <p:cNvPr id="191" name="Shape 180"/>
          <p:cNvSpPr/>
          <p:nvPr/>
        </p:nvSpPr>
        <p:spPr>
          <a:xfrm>
            <a:off x="13317322" y="6200546"/>
            <a:ext cx="323698" cy="228600"/>
          </a:xfrm>
          <a:prstGeom prst="rect">
            <a:avLst/>
          </a:prstGeom>
          <a:solidFill>
            <a:srgbClr val="F3ECD9"/>
          </a:solidFill>
          <a:ln w="12700">
            <a:solidFill>
              <a:srgbClr val="FFFFFF">
                <a:alpha val="0"/>
              </a:srgbClr>
            </a:solidFill>
            <a:prstDash val="solid"/>
          </a:ln>
        </p:spPr>
      </p:sp>
      <p:sp>
        <p:nvSpPr>
          <p:cNvPr id="192" name="Shape 181"/>
          <p:cNvSpPr/>
          <p:nvPr/>
        </p:nvSpPr>
        <p:spPr>
          <a:xfrm>
            <a:off x="13645591" y="6200546"/>
            <a:ext cx="323698" cy="228600"/>
          </a:xfrm>
          <a:prstGeom prst="rect">
            <a:avLst/>
          </a:prstGeom>
          <a:solidFill>
            <a:srgbClr val="B4631D">
              <a:alpha val="10000"/>
            </a:srgbClr>
          </a:solidFill>
          <a:ln w="12700">
            <a:solidFill>
              <a:srgbClr val="FFFFFF">
                <a:alpha val="0"/>
              </a:srgbClr>
            </a:solidFill>
            <a:prstDash val="solid"/>
          </a:ln>
        </p:spPr>
      </p:sp>
      <p:sp>
        <p:nvSpPr>
          <p:cNvPr id="193" name="Shape 182"/>
          <p:cNvSpPr/>
          <p:nvPr/>
        </p:nvSpPr>
        <p:spPr>
          <a:xfrm>
            <a:off x="11677802" y="6439205"/>
            <a:ext cx="323698" cy="228600"/>
          </a:xfrm>
          <a:prstGeom prst="rect">
            <a:avLst/>
          </a:prstGeom>
          <a:solidFill>
            <a:srgbClr val="3C6C74">
              <a:alpha val="10000"/>
            </a:srgbClr>
          </a:solidFill>
          <a:ln w="12700">
            <a:solidFill>
              <a:srgbClr val="FFFFFF">
                <a:alpha val="0"/>
              </a:srgbClr>
            </a:solidFill>
            <a:prstDash val="solid"/>
          </a:ln>
        </p:spPr>
      </p:sp>
      <p:sp>
        <p:nvSpPr>
          <p:cNvPr id="194" name="Shape 183"/>
          <p:cNvSpPr/>
          <p:nvPr/>
        </p:nvSpPr>
        <p:spPr>
          <a:xfrm>
            <a:off x="12005158" y="6439205"/>
            <a:ext cx="323698" cy="228600"/>
          </a:xfrm>
          <a:prstGeom prst="rect">
            <a:avLst/>
          </a:prstGeom>
          <a:solidFill>
            <a:srgbClr val="3C6C74">
              <a:alpha val="16000"/>
            </a:srgbClr>
          </a:solidFill>
          <a:ln w="12700">
            <a:solidFill>
              <a:srgbClr val="FFFFFF">
                <a:alpha val="0"/>
              </a:srgbClr>
            </a:solidFill>
            <a:prstDash val="solid"/>
          </a:ln>
        </p:spPr>
      </p:sp>
      <p:sp>
        <p:nvSpPr>
          <p:cNvPr id="195" name="Shape 184"/>
          <p:cNvSpPr/>
          <p:nvPr/>
        </p:nvSpPr>
        <p:spPr>
          <a:xfrm>
            <a:off x="12333427" y="6439205"/>
            <a:ext cx="323698" cy="228600"/>
          </a:xfrm>
          <a:prstGeom prst="rect">
            <a:avLst/>
          </a:prstGeom>
          <a:solidFill>
            <a:srgbClr val="F3ECD9"/>
          </a:solidFill>
          <a:ln w="12700">
            <a:solidFill>
              <a:srgbClr val="FFFFFF">
                <a:alpha val="0"/>
              </a:srgbClr>
            </a:solidFill>
            <a:prstDash val="solid"/>
          </a:ln>
        </p:spPr>
      </p:sp>
      <p:sp>
        <p:nvSpPr>
          <p:cNvPr id="196" name="Shape 185"/>
          <p:cNvSpPr/>
          <p:nvPr/>
        </p:nvSpPr>
        <p:spPr>
          <a:xfrm>
            <a:off x="12661697" y="6439205"/>
            <a:ext cx="323698" cy="228600"/>
          </a:xfrm>
          <a:prstGeom prst="rect">
            <a:avLst/>
          </a:prstGeom>
          <a:solidFill>
            <a:srgbClr val="F3ECD9"/>
          </a:solidFill>
          <a:ln w="12700">
            <a:solidFill>
              <a:srgbClr val="FFFFFF">
                <a:alpha val="0"/>
              </a:srgbClr>
            </a:solidFill>
            <a:prstDash val="solid"/>
          </a:ln>
        </p:spPr>
      </p:sp>
      <p:sp>
        <p:nvSpPr>
          <p:cNvPr id="197" name="Shape 186"/>
          <p:cNvSpPr/>
          <p:nvPr/>
        </p:nvSpPr>
        <p:spPr>
          <a:xfrm>
            <a:off x="12989052" y="6439205"/>
            <a:ext cx="323698" cy="228600"/>
          </a:xfrm>
          <a:prstGeom prst="rect">
            <a:avLst/>
          </a:prstGeom>
          <a:solidFill>
            <a:srgbClr val="3C6C74">
              <a:alpha val="10000"/>
            </a:srgbClr>
          </a:solidFill>
          <a:ln w="12700">
            <a:solidFill>
              <a:srgbClr val="FFFFFF">
                <a:alpha val="0"/>
              </a:srgbClr>
            </a:solidFill>
            <a:prstDash val="solid"/>
          </a:ln>
        </p:spPr>
      </p:sp>
      <p:sp>
        <p:nvSpPr>
          <p:cNvPr id="198" name="Shape 187"/>
          <p:cNvSpPr/>
          <p:nvPr/>
        </p:nvSpPr>
        <p:spPr>
          <a:xfrm>
            <a:off x="13317322" y="6439205"/>
            <a:ext cx="323698" cy="228600"/>
          </a:xfrm>
          <a:prstGeom prst="rect">
            <a:avLst/>
          </a:prstGeom>
          <a:solidFill>
            <a:srgbClr val="F3ECD9"/>
          </a:solidFill>
          <a:ln w="12700">
            <a:solidFill>
              <a:srgbClr val="FFFFFF">
                <a:alpha val="0"/>
              </a:srgbClr>
            </a:solidFill>
            <a:prstDash val="solid"/>
          </a:ln>
        </p:spPr>
      </p:sp>
      <p:sp>
        <p:nvSpPr>
          <p:cNvPr id="199" name="Shape 188"/>
          <p:cNvSpPr/>
          <p:nvPr/>
        </p:nvSpPr>
        <p:spPr>
          <a:xfrm>
            <a:off x="13645591" y="6439205"/>
            <a:ext cx="323698" cy="228600"/>
          </a:xfrm>
          <a:prstGeom prst="rect">
            <a:avLst/>
          </a:prstGeom>
          <a:solidFill>
            <a:srgbClr val="3C6C74">
              <a:alpha val="20000"/>
            </a:srgbClr>
          </a:solidFill>
          <a:ln w="12700">
            <a:solidFill>
              <a:srgbClr val="FFFFFF">
                <a:alpha val="0"/>
              </a:srgbClr>
            </a:solidFill>
            <a:prstDash val="solid"/>
          </a:ln>
        </p:spPr>
      </p:sp>
      <p:sp>
        <p:nvSpPr>
          <p:cNvPr id="200" name="Shape 189"/>
          <p:cNvSpPr/>
          <p:nvPr/>
        </p:nvSpPr>
        <p:spPr>
          <a:xfrm>
            <a:off x="11677802" y="6676949"/>
            <a:ext cx="323698" cy="228600"/>
          </a:xfrm>
          <a:prstGeom prst="rect">
            <a:avLst/>
          </a:prstGeom>
          <a:solidFill>
            <a:srgbClr val="F3ECD9"/>
          </a:solidFill>
          <a:ln w="12700">
            <a:solidFill>
              <a:srgbClr val="FFFFFF">
                <a:alpha val="0"/>
              </a:srgbClr>
            </a:solidFill>
            <a:prstDash val="solid"/>
          </a:ln>
        </p:spPr>
      </p:sp>
      <p:sp>
        <p:nvSpPr>
          <p:cNvPr id="201" name="Shape 190"/>
          <p:cNvSpPr/>
          <p:nvPr/>
        </p:nvSpPr>
        <p:spPr>
          <a:xfrm>
            <a:off x="12005158" y="6676949"/>
            <a:ext cx="323698" cy="228600"/>
          </a:xfrm>
          <a:prstGeom prst="rect">
            <a:avLst/>
          </a:prstGeom>
          <a:solidFill>
            <a:srgbClr val="F3ECD9"/>
          </a:solidFill>
          <a:ln w="12700">
            <a:solidFill>
              <a:srgbClr val="FFFFFF">
                <a:alpha val="0"/>
              </a:srgbClr>
            </a:solidFill>
            <a:prstDash val="solid"/>
          </a:ln>
        </p:spPr>
      </p:sp>
      <p:sp>
        <p:nvSpPr>
          <p:cNvPr id="202" name="Shape 191"/>
          <p:cNvSpPr/>
          <p:nvPr/>
        </p:nvSpPr>
        <p:spPr>
          <a:xfrm>
            <a:off x="12333427" y="6676949"/>
            <a:ext cx="323698" cy="228600"/>
          </a:xfrm>
          <a:prstGeom prst="rect">
            <a:avLst/>
          </a:prstGeom>
          <a:solidFill>
            <a:srgbClr val="B4631D">
              <a:alpha val="10000"/>
            </a:srgbClr>
          </a:solidFill>
          <a:ln w="12700">
            <a:solidFill>
              <a:srgbClr val="FFFFFF">
                <a:alpha val="0"/>
              </a:srgbClr>
            </a:solidFill>
            <a:prstDash val="solid"/>
          </a:ln>
        </p:spPr>
      </p:sp>
      <p:sp>
        <p:nvSpPr>
          <p:cNvPr id="203" name="Shape 192"/>
          <p:cNvSpPr/>
          <p:nvPr/>
        </p:nvSpPr>
        <p:spPr>
          <a:xfrm>
            <a:off x="12661697" y="6676949"/>
            <a:ext cx="323698" cy="228600"/>
          </a:xfrm>
          <a:prstGeom prst="rect">
            <a:avLst/>
          </a:prstGeom>
          <a:solidFill>
            <a:srgbClr val="B4631D">
              <a:alpha val="20000"/>
            </a:srgbClr>
          </a:solidFill>
          <a:ln w="12700">
            <a:solidFill>
              <a:srgbClr val="FFFFFF">
                <a:alpha val="0"/>
              </a:srgbClr>
            </a:solidFill>
            <a:prstDash val="solid"/>
          </a:ln>
        </p:spPr>
      </p:sp>
      <p:sp>
        <p:nvSpPr>
          <p:cNvPr id="204" name="Shape 193"/>
          <p:cNvSpPr/>
          <p:nvPr/>
        </p:nvSpPr>
        <p:spPr>
          <a:xfrm>
            <a:off x="12989052" y="6676949"/>
            <a:ext cx="323698" cy="228600"/>
          </a:xfrm>
          <a:prstGeom prst="rect">
            <a:avLst/>
          </a:prstGeom>
          <a:solidFill>
            <a:srgbClr val="F3ECD9"/>
          </a:solidFill>
          <a:ln w="12700">
            <a:solidFill>
              <a:srgbClr val="FFFFFF">
                <a:alpha val="0"/>
              </a:srgbClr>
            </a:solidFill>
            <a:prstDash val="solid"/>
          </a:ln>
        </p:spPr>
      </p:sp>
      <p:sp>
        <p:nvSpPr>
          <p:cNvPr id="205" name="Shape 194"/>
          <p:cNvSpPr/>
          <p:nvPr/>
        </p:nvSpPr>
        <p:spPr>
          <a:xfrm>
            <a:off x="13317322" y="6676949"/>
            <a:ext cx="323698" cy="228600"/>
          </a:xfrm>
          <a:prstGeom prst="rect">
            <a:avLst/>
          </a:prstGeom>
          <a:solidFill>
            <a:srgbClr val="F3ECD9"/>
          </a:solidFill>
          <a:ln w="12700">
            <a:solidFill>
              <a:srgbClr val="FFFFFF">
                <a:alpha val="0"/>
              </a:srgbClr>
            </a:solidFill>
            <a:prstDash val="solid"/>
          </a:ln>
        </p:spPr>
      </p:sp>
      <p:sp>
        <p:nvSpPr>
          <p:cNvPr id="206" name="Shape 195"/>
          <p:cNvSpPr/>
          <p:nvPr/>
        </p:nvSpPr>
        <p:spPr>
          <a:xfrm>
            <a:off x="13645591" y="6676949"/>
            <a:ext cx="323698" cy="228600"/>
          </a:xfrm>
          <a:prstGeom prst="rect">
            <a:avLst/>
          </a:prstGeom>
          <a:solidFill>
            <a:srgbClr val="F3ECD9"/>
          </a:solidFill>
          <a:ln w="12700">
            <a:solidFill>
              <a:srgbClr val="FFFFFF">
                <a:alpha val="0"/>
              </a:srgbClr>
            </a:solidFill>
            <a:prstDash val="solid"/>
          </a:ln>
        </p:spPr>
      </p:sp>
      <p:sp>
        <p:nvSpPr>
          <p:cNvPr id="207" name="Shape 196"/>
          <p:cNvSpPr/>
          <p:nvPr/>
        </p:nvSpPr>
        <p:spPr>
          <a:xfrm>
            <a:off x="11677802" y="6915607"/>
            <a:ext cx="323698" cy="228600"/>
          </a:xfrm>
          <a:prstGeom prst="rect">
            <a:avLst/>
          </a:prstGeom>
          <a:solidFill>
            <a:srgbClr val="F3ECD9"/>
          </a:solidFill>
          <a:ln w="12700">
            <a:solidFill>
              <a:srgbClr val="FFFFFF">
                <a:alpha val="0"/>
              </a:srgbClr>
            </a:solidFill>
            <a:prstDash val="solid"/>
          </a:ln>
        </p:spPr>
      </p:sp>
      <p:sp>
        <p:nvSpPr>
          <p:cNvPr id="208" name="Shape 197"/>
          <p:cNvSpPr/>
          <p:nvPr/>
        </p:nvSpPr>
        <p:spPr>
          <a:xfrm>
            <a:off x="12005158" y="6915607"/>
            <a:ext cx="323698" cy="228600"/>
          </a:xfrm>
          <a:prstGeom prst="rect">
            <a:avLst/>
          </a:prstGeom>
          <a:solidFill>
            <a:srgbClr val="3C6C74">
              <a:alpha val="10000"/>
            </a:srgbClr>
          </a:solidFill>
          <a:ln w="12700">
            <a:solidFill>
              <a:srgbClr val="FFFFFF">
                <a:alpha val="0"/>
              </a:srgbClr>
            </a:solidFill>
            <a:prstDash val="solid"/>
          </a:ln>
        </p:spPr>
      </p:sp>
      <p:sp>
        <p:nvSpPr>
          <p:cNvPr id="209" name="Shape 198"/>
          <p:cNvSpPr/>
          <p:nvPr/>
        </p:nvSpPr>
        <p:spPr>
          <a:xfrm>
            <a:off x="12333427" y="6915607"/>
            <a:ext cx="323698" cy="228600"/>
          </a:xfrm>
          <a:prstGeom prst="rect">
            <a:avLst/>
          </a:prstGeom>
          <a:solidFill>
            <a:srgbClr val="F3ECD9"/>
          </a:solidFill>
          <a:ln w="12700">
            <a:solidFill>
              <a:srgbClr val="FFFFFF">
                <a:alpha val="0"/>
              </a:srgbClr>
            </a:solidFill>
            <a:prstDash val="solid"/>
          </a:ln>
        </p:spPr>
      </p:sp>
      <p:sp>
        <p:nvSpPr>
          <p:cNvPr id="210" name="Shape 199"/>
          <p:cNvSpPr/>
          <p:nvPr/>
        </p:nvSpPr>
        <p:spPr>
          <a:xfrm>
            <a:off x="12661697" y="6915607"/>
            <a:ext cx="323698" cy="228600"/>
          </a:xfrm>
          <a:prstGeom prst="rect">
            <a:avLst/>
          </a:prstGeom>
          <a:solidFill>
            <a:srgbClr val="F3ECD9"/>
          </a:solidFill>
          <a:ln w="12700">
            <a:solidFill>
              <a:srgbClr val="FFFFFF">
                <a:alpha val="0"/>
              </a:srgbClr>
            </a:solidFill>
            <a:prstDash val="solid"/>
          </a:ln>
        </p:spPr>
      </p:sp>
      <p:sp>
        <p:nvSpPr>
          <p:cNvPr id="211" name="Shape 200"/>
          <p:cNvSpPr/>
          <p:nvPr/>
        </p:nvSpPr>
        <p:spPr>
          <a:xfrm>
            <a:off x="12989052" y="6915607"/>
            <a:ext cx="323698" cy="228600"/>
          </a:xfrm>
          <a:prstGeom prst="rect">
            <a:avLst/>
          </a:prstGeom>
          <a:solidFill>
            <a:srgbClr val="F3ECD9"/>
          </a:solidFill>
          <a:ln w="12700">
            <a:solidFill>
              <a:srgbClr val="FFFFFF">
                <a:alpha val="0"/>
              </a:srgbClr>
            </a:solidFill>
            <a:prstDash val="solid"/>
          </a:ln>
        </p:spPr>
      </p:sp>
      <p:sp>
        <p:nvSpPr>
          <p:cNvPr id="212" name="Shape 201"/>
          <p:cNvSpPr/>
          <p:nvPr/>
        </p:nvSpPr>
        <p:spPr>
          <a:xfrm>
            <a:off x="13317322" y="6915607"/>
            <a:ext cx="323698" cy="228600"/>
          </a:xfrm>
          <a:prstGeom prst="rect">
            <a:avLst/>
          </a:prstGeom>
          <a:solidFill>
            <a:srgbClr val="3C6C74">
              <a:alpha val="10000"/>
            </a:srgbClr>
          </a:solidFill>
          <a:ln w="12700">
            <a:solidFill>
              <a:srgbClr val="FFFFFF">
                <a:alpha val="0"/>
              </a:srgbClr>
            </a:solidFill>
            <a:prstDash val="solid"/>
          </a:ln>
        </p:spPr>
      </p:sp>
      <p:sp>
        <p:nvSpPr>
          <p:cNvPr id="213" name="Shape 202"/>
          <p:cNvSpPr/>
          <p:nvPr/>
        </p:nvSpPr>
        <p:spPr>
          <a:xfrm>
            <a:off x="13645591" y="6915607"/>
            <a:ext cx="323698" cy="228600"/>
          </a:xfrm>
          <a:prstGeom prst="rect">
            <a:avLst/>
          </a:prstGeom>
          <a:solidFill>
            <a:srgbClr val="3C6C74">
              <a:alpha val="20000"/>
            </a:srgbClr>
          </a:solidFill>
          <a:ln w="12700">
            <a:solidFill>
              <a:srgbClr val="FFFFFF">
                <a:alpha val="0"/>
              </a:srgbClr>
            </a:solidFill>
            <a:prstDash val="solid"/>
          </a:ln>
        </p:spPr>
      </p:sp>
      <p:sp>
        <p:nvSpPr>
          <p:cNvPr id="214" name="Text 203"/>
          <p:cNvSpPr txBox="1"/>
          <p:nvPr/>
        </p:nvSpPr>
        <p:spPr>
          <a:xfrm>
            <a:off x="14153998" y="5315407"/>
            <a:ext cx="2610612" cy="133502"/>
          </a:xfrm>
          <a:prstGeom prst="rect">
            <a:avLst/>
          </a:prstGeom>
          <a:noFill/>
          <a:ln/>
        </p:spPr>
        <p:txBody>
          <a:bodyPr wrap="none" lIns="0" tIns="0" rIns="0" bIns="0" rtlCol="0" anchor="ctr"/>
          <a:lstStyle/>
          <a:p>
            <a:pPr algn="l" indent="0" marL="0">
              <a:buNone/>
            </a:pPr>
            <a:r>
              <a:rPr lang="en-US" sz="825" dirty="0">
                <a:solidFill>
                  <a:srgbClr val="2C5B62"/>
                </a:solidFill>
                <a:latin typeface="IBM Plex Mono" pitchFamily="34" charset="0"/>
                <a:ea typeface="IBM Plex Mono" pitchFamily="34" charset="-122"/>
                <a:cs typeface="IBM Plex Mono" pitchFamily="34" charset="-120"/>
              </a:rPr>
              <a:t>W11 · 350°C·r</a:t>
            </a:r>
            <a:endParaRPr lang="en-US" sz="825" dirty="0"/>
          </a:p>
        </p:txBody>
      </p:sp>
      <p:sp>
        <p:nvSpPr>
          <p:cNvPr id="215" name="Shape 204"/>
          <p:cNvSpPr/>
          <p:nvPr/>
        </p:nvSpPr>
        <p:spPr>
          <a:xfrm>
            <a:off x="14153998" y="5486400"/>
            <a:ext cx="371246" cy="228600"/>
          </a:xfrm>
          <a:prstGeom prst="rect">
            <a:avLst/>
          </a:prstGeom>
          <a:solidFill>
            <a:srgbClr val="3C6C74">
              <a:alpha val="22000"/>
            </a:srgbClr>
          </a:solidFill>
          <a:ln w="12700">
            <a:solidFill>
              <a:srgbClr val="FFFFFF">
                <a:alpha val="0"/>
              </a:srgbClr>
            </a:solidFill>
            <a:prstDash val="solid"/>
          </a:ln>
        </p:spPr>
      </p:sp>
      <p:sp>
        <p:nvSpPr>
          <p:cNvPr id="216" name="Shape 205"/>
          <p:cNvSpPr/>
          <p:nvPr/>
        </p:nvSpPr>
        <p:spPr>
          <a:xfrm>
            <a:off x="14527987" y="5486400"/>
            <a:ext cx="371246" cy="228600"/>
          </a:xfrm>
          <a:prstGeom prst="rect">
            <a:avLst/>
          </a:prstGeom>
          <a:solidFill>
            <a:srgbClr val="3C6C74">
              <a:alpha val="10000"/>
            </a:srgbClr>
          </a:solidFill>
          <a:ln w="12700">
            <a:solidFill>
              <a:srgbClr val="FFFFFF">
                <a:alpha val="0"/>
              </a:srgbClr>
            </a:solidFill>
            <a:prstDash val="solid"/>
          </a:ln>
        </p:spPr>
      </p:sp>
      <p:sp>
        <p:nvSpPr>
          <p:cNvPr id="217" name="Shape 206"/>
          <p:cNvSpPr/>
          <p:nvPr/>
        </p:nvSpPr>
        <p:spPr>
          <a:xfrm>
            <a:off x="14902891" y="5486400"/>
            <a:ext cx="371246" cy="228600"/>
          </a:xfrm>
          <a:prstGeom prst="rect">
            <a:avLst/>
          </a:prstGeom>
          <a:solidFill>
            <a:srgbClr val="F3ECD9"/>
          </a:solidFill>
          <a:ln w="12700">
            <a:solidFill>
              <a:srgbClr val="FFFFFF">
                <a:alpha val="0"/>
              </a:srgbClr>
            </a:solidFill>
            <a:prstDash val="solid"/>
          </a:ln>
        </p:spPr>
      </p:sp>
      <p:sp>
        <p:nvSpPr>
          <p:cNvPr id="218" name="Shape 207"/>
          <p:cNvSpPr/>
          <p:nvPr/>
        </p:nvSpPr>
        <p:spPr>
          <a:xfrm>
            <a:off x="15276881" y="5486400"/>
            <a:ext cx="371246" cy="228600"/>
          </a:xfrm>
          <a:prstGeom prst="rect">
            <a:avLst/>
          </a:prstGeom>
          <a:solidFill>
            <a:srgbClr val="F3ECD9"/>
          </a:solidFill>
          <a:ln w="12700">
            <a:solidFill>
              <a:srgbClr val="FFFFFF">
                <a:alpha val="0"/>
              </a:srgbClr>
            </a:solidFill>
            <a:prstDash val="solid"/>
          </a:ln>
        </p:spPr>
      </p:sp>
      <p:sp>
        <p:nvSpPr>
          <p:cNvPr id="219" name="Shape 208"/>
          <p:cNvSpPr/>
          <p:nvPr/>
        </p:nvSpPr>
        <p:spPr>
          <a:xfrm>
            <a:off x="15650870" y="5486400"/>
            <a:ext cx="371246" cy="228600"/>
          </a:xfrm>
          <a:prstGeom prst="rect">
            <a:avLst/>
          </a:prstGeom>
          <a:solidFill>
            <a:srgbClr val="B4631D">
              <a:alpha val="10000"/>
            </a:srgbClr>
          </a:solidFill>
          <a:ln w="12700">
            <a:solidFill>
              <a:srgbClr val="FFFFFF">
                <a:alpha val="0"/>
              </a:srgbClr>
            </a:solidFill>
            <a:prstDash val="solid"/>
          </a:ln>
        </p:spPr>
      </p:sp>
      <p:sp>
        <p:nvSpPr>
          <p:cNvPr id="220" name="Shape 209"/>
          <p:cNvSpPr/>
          <p:nvPr/>
        </p:nvSpPr>
        <p:spPr>
          <a:xfrm>
            <a:off x="16024860" y="5486400"/>
            <a:ext cx="371246" cy="228600"/>
          </a:xfrm>
          <a:prstGeom prst="rect">
            <a:avLst/>
          </a:prstGeom>
          <a:solidFill>
            <a:srgbClr val="B4631D">
              <a:alpha val="18000"/>
            </a:srgbClr>
          </a:solidFill>
          <a:ln w="12700">
            <a:solidFill>
              <a:srgbClr val="FFFFFF">
                <a:alpha val="0"/>
              </a:srgbClr>
            </a:solidFill>
            <a:prstDash val="solid"/>
          </a:ln>
        </p:spPr>
      </p:sp>
      <p:sp>
        <p:nvSpPr>
          <p:cNvPr id="221" name="Shape 210"/>
          <p:cNvSpPr/>
          <p:nvPr/>
        </p:nvSpPr>
        <p:spPr>
          <a:xfrm>
            <a:off x="16398850" y="5486400"/>
            <a:ext cx="371246" cy="228600"/>
          </a:xfrm>
          <a:prstGeom prst="rect">
            <a:avLst/>
          </a:prstGeom>
          <a:solidFill>
            <a:srgbClr val="3C6C74">
              <a:alpha val="20000"/>
            </a:srgbClr>
          </a:solidFill>
          <a:ln w="12700">
            <a:solidFill>
              <a:srgbClr val="FFFFFF">
                <a:alpha val="0"/>
              </a:srgbClr>
            </a:solidFill>
            <a:prstDash val="solid"/>
          </a:ln>
        </p:spPr>
      </p:sp>
      <p:sp>
        <p:nvSpPr>
          <p:cNvPr id="222" name="Shape 211"/>
          <p:cNvSpPr/>
          <p:nvPr/>
        </p:nvSpPr>
        <p:spPr>
          <a:xfrm>
            <a:off x="14153998" y="5724144"/>
            <a:ext cx="371246" cy="228600"/>
          </a:xfrm>
          <a:prstGeom prst="rect">
            <a:avLst/>
          </a:prstGeom>
          <a:solidFill>
            <a:srgbClr val="3C6C74">
              <a:alpha val="10000"/>
            </a:srgbClr>
          </a:solidFill>
          <a:ln w="12700">
            <a:solidFill>
              <a:srgbClr val="FFFFFF">
                <a:alpha val="0"/>
              </a:srgbClr>
            </a:solidFill>
            <a:prstDash val="solid"/>
          </a:ln>
        </p:spPr>
      </p:sp>
      <p:sp>
        <p:nvSpPr>
          <p:cNvPr id="223" name="Shape 212"/>
          <p:cNvSpPr/>
          <p:nvPr/>
        </p:nvSpPr>
        <p:spPr>
          <a:xfrm>
            <a:off x="14527987" y="5724144"/>
            <a:ext cx="371246" cy="228600"/>
          </a:xfrm>
          <a:prstGeom prst="rect">
            <a:avLst/>
          </a:prstGeom>
          <a:solidFill>
            <a:srgbClr val="F3ECD9"/>
          </a:solidFill>
          <a:ln w="12700">
            <a:solidFill>
              <a:srgbClr val="FFFFFF">
                <a:alpha val="0"/>
              </a:srgbClr>
            </a:solidFill>
            <a:prstDash val="solid"/>
          </a:ln>
        </p:spPr>
      </p:sp>
      <p:sp>
        <p:nvSpPr>
          <p:cNvPr id="224" name="Shape 213"/>
          <p:cNvSpPr/>
          <p:nvPr/>
        </p:nvSpPr>
        <p:spPr>
          <a:xfrm>
            <a:off x="14902891" y="5724144"/>
            <a:ext cx="371246" cy="228600"/>
          </a:xfrm>
          <a:prstGeom prst="rect">
            <a:avLst/>
          </a:prstGeom>
          <a:solidFill>
            <a:srgbClr val="F3ECD9"/>
          </a:solidFill>
          <a:ln w="12700">
            <a:solidFill>
              <a:srgbClr val="FFFFFF">
                <a:alpha val="0"/>
              </a:srgbClr>
            </a:solidFill>
            <a:prstDash val="solid"/>
          </a:ln>
        </p:spPr>
      </p:sp>
      <p:sp>
        <p:nvSpPr>
          <p:cNvPr id="225" name="Shape 214"/>
          <p:cNvSpPr/>
          <p:nvPr/>
        </p:nvSpPr>
        <p:spPr>
          <a:xfrm>
            <a:off x="15276881" y="5724144"/>
            <a:ext cx="371246" cy="228600"/>
          </a:xfrm>
          <a:prstGeom prst="rect">
            <a:avLst/>
          </a:prstGeom>
          <a:solidFill>
            <a:srgbClr val="B4631D">
              <a:alpha val="10000"/>
            </a:srgbClr>
          </a:solidFill>
          <a:ln w="12700">
            <a:solidFill>
              <a:srgbClr val="FFFFFF">
                <a:alpha val="0"/>
              </a:srgbClr>
            </a:solidFill>
            <a:prstDash val="solid"/>
          </a:ln>
        </p:spPr>
      </p:sp>
      <p:sp>
        <p:nvSpPr>
          <p:cNvPr id="226" name="Shape 215"/>
          <p:cNvSpPr/>
          <p:nvPr/>
        </p:nvSpPr>
        <p:spPr>
          <a:xfrm>
            <a:off x="15650870" y="5724144"/>
            <a:ext cx="371246" cy="228600"/>
          </a:xfrm>
          <a:prstGeom prst="rect">
            <a:avLst/>
          </a:prstGeom>
          <a:solidFill>
            <a:srgbClr val="F3ECD9"/>
          </a:solidFill>
          <a:ln w="12700">
            <a:solidFill>
              <a:srgbClr val="FFFFFF">
                <a:alpha val="0"/>
              </a:srgbClr>
            </a:solidFill>
            <a:prstDash val="solid"/>
          </a:ln>
        </p:spPr>
      </p:sp>
      <p:sp>
        <p:nvSpPr>
          <p:cNvPr id="227" name="Shape 216"/>
          <p:cNvSpPr/>
          <p:nvPr/>
        </p:nvSpPr>
        <p:spPr>
          <a:xfrm>
            <a:off x="16024860" y="5724144"/>
            <a:ext cx="371246" cy="228600"/>
          </a:xfrm>
          <a:prstGeom prst="rect">
            <a:avLst/>
          </a:prstGeom>
          <a:solidFill>
            <a:srgbClr val="B4631D">
              <a:alpha val="20000"/>
            </a:srgbClr>
          </a:solidFill>
          <a:ln w="12700">
            <a:solidFill>
              <a:srgbClr val="FFFFFF">
                <a:alpha val="0"/>
              </a:srgbClr>
            </a:solidFill>
            <a:prstDash val="solid"/>
          </a:ln>
        </p:spPr>
      </p:sp>
      <p:sp>
        <p:nvSpPr>
          <p:cNvPr id="228" name="Shape 217"/>
          <p:cNvSpPr/>
          <p:nvPr/>
        </p:nvSpPr>
        <p:spPr>
          <a:xfrm>
            <a:off x="16398850" y="5724144"/>
            <a:ext cx="371246" cy="228600"/>
          </a:xfrm>
          <a:prstGeom prst="rect">
            <a:avLst/>
          </a:prstGeom>
          <a:solidFill>
            <a:srgbClr val="B4631D">
              <a:alpha val="10000"/>
            </a:srgbClr>
          </a:solidFill>
          <a:ln w="12700">
            <a:solidFill>
              <a:srgbClr val="FFFFFF">
                <a:alpha val="0"/>
              </a:srgbClr>
            </a:solidFill>
            <a:prstDash val="solid"/>
          </a:ln>
        </p:spPr>
      </p:sp>
      <p:sp>
        <p:nvSpPr>
          <p:cNvPr id="229" name="Shape 218"/>
          <p:cNvSpPr/>
          <p:nvPr/>
        </p:nvSpPr>
        <p:spPr>
          <a:xfrm>
            <a:off x="14153998" y="5962802"/>
            <a:ext cx="371246" cy="228600"/>
          </a:xfrm>
          <a:prstGeom prst="rect">
            <a:avLst/>
          </a:prstGeom>
          <a:solidFill>
            <a:srgbClr val="F3ECD9"/>
          </a:solidFill>
          <a:ln w="12700">
            <a:solidFill>
              <a:srgbClr val="FFFFFF">
                <a:alpha val="0"/>
              </a:srgbClr>
            </a:solidFill>
            <a:prstDash val="solid"/>
          </a:ln>
        </p:spPr>
      </p:sp>
      <p:sp>
        <p:nvSpPr>
          <p:cNvPr id="230" name="Shape 219"/>
          <p:cNvSpPr/>
          <p:nvPr/>
        </p:nvSpPr>
        <p:spPr>
          <a:xfrm>
            <a:off x="14527987" y="5962802"/>
            <a:ext cx="371246" cy="228600"/>
          </a:xfrm>
          <a:prstGeom prst="rect">
            <a:avLst/>
          </a:prstGeom>
          <a:solidFill>
            <a:srgbClr val="B4631D">
              <a:alpha val="10000"/>
            </a:srgbClr>
          </a:solidFill>
          <a:ln w="12700">
            <a:solidFill>
              <a:srgbClr val="FFFFFF">
                <a:alpha val="0"/>
              </a:srgbClr>
            </a:solidFill>
            <a:prstDash val="solid"/>
          </a:ln>
        </p:spPr>
      </p:sp>
      <p:sp>
        <p:nvSpPr>
          <p:cNvPr id="231" name="Shape 220"/>
          <p:cNvSpPr/>
          <p:nvPr/>
        </p:nvSpPr>
        <p:spPr>
          <a:xfrm>
            <a:off x="14902891" y="5962802"/>
            <a:ext cx="371246" cy="228600"/>
          </a:xfrm>
          <a:prstGeom prst="rect">
            <a:avLst/>
          </a:prstGeom>
          <a:solidFill>
            <a:srgbClr val="F3ECD9"/>
          </a:solidFill>
          <a:ln w="12700">
            <a:solidFill>
              <a:srgbClr val="FFFFFF">
                <a:alpha val="0"/>
              </a:srgbClr>
            </a:solidFill>
            <a:prstDash val="solid"/>
          </a:ln>
        </p:spPr>
      </p:sp>
      <p:sp>
        <p:nvSpPr>
          <p:cNvPr id="232" name="Shape 221"/>
          <p:cNvSpPr/>
          <p:nvPr/>
        </p:nvSpPr>
        <p:spPr>
          <a:xfrm>
            <a:off x="15276881" y="5962802"/>
            <a:ext cx="371246" cy="228600"/>
          </a:xfrm>
          <a:prstGeom prst="rect">
            <a:avLst/>
          </a:prstGeom>
          <a:solidFill>
            <a:srgbClr val="F3ECD9"/>
          </a:solidFill>
          <a:ln w="12700">
            <a:solidFill>
              <a:srgbClr val="FFFFFF">
                <a:alpha val="0"/>
              </a:srgbClr>
            </a:solidFill>
            <a:prstDash val="solid"/>
          </a:ln>
        </p:spPr>
      </p:sp>
      <p:sp>
        <p:nvSpPr>
          <p:cNvPr id="233" name="Shape 222"/>
          <p:cNvSpPr/>
          <p:nvPr/>
        </p:nvSpPr>
        <p:spPr>
          <a:xfrm>
            <a:off x="15650870" y="5962802"/>
            <a:ext cx="371246" cy="228600"/>
          </a:xfrm>
          <a:prstGeom prst="rect">
            <a:avLst/>
          </a:prstGeom>
          <a:solidFill>
            <a:srgbClr val="F3ECD9"/>
          </a:solidFill>
          <a:ln w="12700">
            <a:solidFill>
              <a:srgbClr val="FFFFFF">
                <a:alpha val="0"/>
              </a:srgbClr>
            </a:solidFill>
            <a:prstDash val="solid"/>
          </a:ln>
        </p:spPr>
      </p:sp>
      <p:sp>
        <p:nvSpPr>
          <p:cNvPr id="234" name="Shape 223"/>
          <p:cNvSpPr/>
          <p:nvPr/>
        </p:nvSpPr>
        <p:spPr>
          <a:xfrm>
            <a:off x="16024860" y="5962802"/>
            <a:ext cx="371246" cy="228600"/>
          </a:xfrm>
          <a:prstGeom prst="rect">
            <a:avLst/>
          </a:prstGeom>
          <a:solidFill>
            <a:srgbClr val="B4631D">
              <a:alpha val="20000"/>
            </a:srgbClr>
          </a:solidFill>
          <a:ln w="12700">
            <a:solidFill>
              <a:srgbClr val="FFFFFF">
                <a:alpha val="0"/>
              </a:srgbClr>
            </a:solidFill>
            <a:prstDash val="solid"/>
          </a:ln>
        </p:spPr>
      </p:sp>
      <p:sp>
        <p:nvSpPr>
          <p:cNvPr id="235" name="Shape 224"/>
          <p:cNvSpPr/>
          <p:nvPr/>
        </p:nvSpPr>
        <p:spPr>
          <a:xfrm>
            <a:off x="16398850" y="5962802"/>
            <a:ext cx="371246" cy="228600"/>
          </a:xfrm>
          <a:prstGeom prst="rect">
            <a:avLst/>
          </a:prstGeom>
          <a:solidFill>
            <a:srgbClr val="B4631D">
              <a:alpha val="16000"/>
            </a:srgbClr>
          </a:solidFill>
          <a:ln w="12700">
            <a:solidFill>
              <a:srgbClr val="FFFFFF">
                <a:alpha val="0"/>
              </a:srgbClr>
            </a:solidFill>
            <a:prstDash val="solid"/>
          </a:ln>
        </p:spPr>
      </p:sp>
      <p:sp>
        <p:nvSpPr>
          <p:cNvPr id="236" name="Shape 225"/>
          <p:cNvSpPr/>
          <p:nvPr/>
        </p:nvSpPr>
        <p:spPr>
          <a:xfrm>
            <a:off x="14153998" y="6200546"/>
            <a:ext cx="371246" cy="228600"/>
          </a:xfrm>
          <a:prstGeom prst="rect">
            <a:avLst/>
          </a:prstGeom>
          <a:solidFill>
            <a:srgbClr val="F3ECD9"/>
          </a:solidFill>
          <a:ln w="12700">
            <a:solidFill>
              <a:srgbClr val="FFFFFF">
                <a:alpha val="0"/>
              </a:srgbClr>
            </a:solidFill>
            <a:prstDash val="solid"/>
          </a:ln>
        </p:spPr>
      </p:sp>
      <p:sp>
        <p:nvSpPr>
          <p:cNvPr id="237" name="Shape 226"/>
          <p:cNvSpPr/>
          <p:nvPr/>
        </p:nvSpPr>
        <p:spPr>
          <a:xfrm>
            <a:off x="14527987" y="6200546"/>
            <a:ext cx="371246" cy="228600"/>
          </a:xfrm>
          <a:prstGeom prst="rect">
            <a:avLst/>
          </a:prstGeom>
          <a:solidFill>
            <a:srgbClr val="F3ECD9"/>
          </a:solidFill>
          <a:ln w="12700">
            <a:solidFill>
              <a:srgbClr val="FFFFFF">
                <a:alpha val="0"/>
              </a:srgbClr>
            </a:solidFill>
            <a:prstDash val="solid"/>
          </a:ln>
        </p:spPr>
      </p:sp>
      <p:sp>
        <p:nvSpPr>
          <p:cNvPr id="238" name="Shape 227"/>
          <p:cNvSpPr/>
          <p:nvPr/>
        </p:nvSpPr>
        <p:spPr>
          <a:xfrm>
            <a:off x="14902891" y="6200546"/>
            <a:ext cx="371246" cy="228600"/>
          </a:xfrm>
          <a:prstGeom prst="rect">
            <a:avLst/>
          </a:prstGeom>
          <a:solidFill>
            <a:srgbClr val="F3ECD9"/>
          </a:solidFill>
          <a:ln w="12700">
            <a:solidFill>
              <a:srgbClr val="FFFFFF">
                <a:alpha val="0"/>
              </a:srgbClr>
            </a:solidFill>
            <a:prstDash val="solid"/>
          </a:ln>
        </p:spPr>
      </p:sp>
      <p:sp>
        <p:nvSpPr>
          <p:cNvPr id="239" name="Shape 228"/>
          <p:cNvSpPr/>
          <p:nvPr/>
        </p:nvSpPr>
        <p:spPr>
          <a:xfrm>
            <a:off x="15276881" y="6200546"/>
            <a:ext cx="371246" cy="228600"/>
          </a:xfrm>
          <a:prstGeom prst="rect">
            <a:avLst/>
          </a:prstGeom>
          <a:solidFill>
            <a:srgbClr val="B4631D">
              <a:alpha val="20000"/>
            </a:srgbClr>
          </a:solidFill>
          <a:ln w="12700">
            <a:solidFill>
              <a:srgbClr val="FFFFFF">
                <a:alpha val="0"/>
              </a:srgbClr>
            </a:solidFill>
            <a:prstDash val="solid"/>
          </a:ln>
        </p:spPr>
      </p:sp>
      <p:sp>
        <p:nvSpPr>
          <p:cNvPr id="240" name="Shape 229"/>
          <p:cNvSpPr/>
          <p:nvPr/>
        </p:nvSpPr>
        <p:spPr>
          <a:xfrm>
            <a:off x="15650870" y="6200546"/>
            <a:ext cx="371246" cy="228600"/>
          </a:xfrm>
          <a:prstGeom prst="rect">
            <a:avLst/>
          </a:prstGeom>
          <a:solidFill>
            <a:srgbClr val="B4631D">
              <a:alpha val="10000"/>
            </a:srgbClr>
          </a:solidFill>
          <a:ln w="12700">
            <a:solidFill>
              <a:srgbClr val="FFFFFF">
                <a:alpha val="0"/>
              </a:srgbClr>
            </a:solidFill>
            <a:prstDash val="solid"/>
          </a:ln>
        </p:spPr>
      </p:sp>
      <p:sp>
        <p:nvSpPr>
          <p:cNvPr id="241" name="Shape 230"/>
          <p:cNvSpPr/>
          <p:nvPr/>
        </p:nvSpPr>
        <p:spPr>
          <a:xfrm>
            <a:off x="16024860" y="6200546"/>
            <a:ext cx="371246" cy="228600"/>
          </a:xfrm>
          <a:prstGeom prst="rect">
            <a:avLst/>
          </a:prstGeom>
          <a:solidFill>
            <a:srgbClr val="F3ECD9"/>
          </a:solidFill>
          <a:ln w="12700">
            <a:solidFill>
              <a:srgbClr val="FFFFFF">
                <a:alpha val="0"/>
              </a:srgbClr>
            </a:solidFill>
            <a:prstDash val="solid"/>
          </a:ln>
        </p:spPr>
      </p:sp>
      <p:sp>
        <p:nvSpPr>
          <p:cNvPr id="242" name="Shape 231"/>
          <p:cNvSpPr/>
          <p:nvPr/>
        </p:nvSpPr>
        <p:spPr>
          <a:xfrm>
            <a:off x="16398850" y="6200546"/>
            <a:ext cx="371246" cy="228600"/>
          </a:xfrm>
          <a:prstGeom prst="rect">
            <a:avLst/>
          </a:prstGeom>
          <a:solidFill>
            <a:srgbClr val="3C6C74">
              <a:alpha val="10000"/>
            </a:srgbClr>
          </a:solidFill>
          <a:ln w="12700">
            <a:solidFill>
              <a:srgbClr val="FFFFFF">
                <a:alpha val="0"/>
              </a:srgbClr>
            </a:solidFill>
            <a:prstDash val="solid"/>
          </a:ln>
        </p:spPr>
      </p:sp>
      <p:sp>
        <p:nvSpPr>
          <p:cNvPr id="243" name="Shape 232"/>
          <p:cNvSpPr/>
          <p:nvPr/>
        </p:nvSpPr>
        <p:spPr>
          <a:xfrm>
            <a:off x="14153998" y="6439205"/>
            <a:ext cx="371246" cy="228600"/>
          </a:xfrm>
          <a:prstGeom prst="rect">
            <a:avLst/>
          </a:prstGeom>
          <a:solidFill>
            <a:srgbClr val="3C6C74">
              <a:alpha val="18000"/>
            </a:srgbClr>
          </a:solidFill>
          <a:ln w="12700">
            <a:solidFill>
              <a:srgbClr val="FFFFFF">
                <a:alpha val="0"/>
              </a:srgbClr>
            </a:solidFill>
            <a:prstDash val="solid"/>
          </a:ln>
        </p:spPr>
      </p:sp>
      <p:sp>
        <p:nvSpPr>
          <p:cNvPr id="244" name="Shape 233"/>
          <p:cNvSpPr/>
          <p:nvPr/>
        </p:nvSpPr>
        <p:spPr>
          <a:xfrm>
            <a:off x="14527987" y="6439205"/>
            <a:ext cx="371246" cy="228600"/>
          </a:xfrm>
          <a:prstGeom prst="rect">
            <a:avLst/>
          </a:prstGeom>
          <a:solidFill>
            <a:srgbClr val="F3ECD9"/>
          </a:solidFill>
          <a:ln w="12700">
            <a:solidFill>
              <a:srgbClr val="FFFFFF">
                <a:alpha val="0"/>
              </a:srgbClr>
            </a:solidFill>
            <a:prstDash val="solid"/>
          </a:ln>
        </p:spPr>
      </p:sp>
      <p:sp>
        <p:nvSpPr>
          <p:cNvPr id="245" name="Shape 234"/>
          <p:cNvSpPr/>
          <p:nvPr/>
        </p:nvSpPr>
        <p:spPr>
          <a:xfrm>
            <a:off x="14902891" y="6439205"/>
            <a:ext cx="371246" cy="228600"/>
          </a:xfrm>
          <a:prstGeom prst="rect">
            <a:avLst/>
          </a:prstGeom>
          <a:solidFill>
            <a:srgbClr val="B4631D">
              <a:alpha val="18000"/>
            </a:srgbClr>
          </a:solidFill>
          <a:ln w="12700">
            <a:solidFill>
              <a:srgbClr val="FFFFFF">
                <a:alpha val="0"/>
              </a:srgbClr>
            </a:solidFill>
            <a:prstDash val="solid"/>
          </a:ln>
        </p:spPr>
      </p:sp>
      <p:sp>
        <p:nvSpPr>
          <p:cNvPr id="246" name="Shape 235"/>
          <p:cNvSpPr/>
          <p:nvPr/>
        </p:nvSpPr>
        <p:spPr>
          <a:xfrm>
            <a:off x="15276881" y="6439205"/>
            <a:ext cx="371246" cy="228600"/>
          </a:xfrm>
          <a:prstGeom prst="rect">
            <a:avLst/>
          </a:prstGeom>
          <a:solidFill>
            <a:srgbClr val="B4631D">
              <a:alpha val="30000"/>
            </a:srgbClr>
          </a:solidFill>
          <a:ln w="12700">
            <a:solidFill>
              <a:srgbClr val="FFFFFF">
                <a:alpha val="0"/>
              </a:srgbClr>
            </a:solidFill>
            <a:prstDash val="solid"/>
          </a:ln>
        </p:spPr>
      </p:sp>
      <p:sp>
        <p:nvSpPr>
          <p:cNvPr id="247" name="Shape 236"/>
          <p:cNvSpPr/>
          <p:nvPr/>
        </p:nvSpPr>
        <p:spPr>
          <a:xfrm>
            <a:off x="15650870" y="6439205"/>
            <a:ext cx="371246" cy="228600"/>
          </a:xfrm>
          <a:prstGeom prst="rect">
            <a:avLst/>
          </a:prstGeom>
          <a:solidFill>
            <a:srgbClr val="B4631D">
              <a:alpha val="20000"/>
            </a:srgbClr>
          </a:solidFill>
          <a:ln w="12700">
            <a:solidFill>
              <a:srgbClr val="FFFFFF">
                <a:alpha val="0"/>
              </a:srgbClr>
            </a:solidFill>
            <a:prstDash val="solid"/>
          </a:ln>
        </p:spPr>
      </p:sp>
      <p:sp>
        <p:nvSpPr>
          <p:cNvPr id="248" name="Shape 237"/>
          <p:cNvSpPr/>
          <p:nvPr/>
        </p:nvSpPr>
        <p:spPr>
          <a:xfrm>
            <a:off x="16024860" y="6439205"/>
            <a:ext cx="371246" cy="228600"/>
          </a:xfrm>
          <a:prstGeom prst="rect">
            <a:avLst/>
          </a:prstGeom>
          <a:solidFill>
            <a:srgbClr val="F3ECD9"/>
          </a:solidFill>
          <a:ln w="12700">
            <a:solidFill>
              <a:srgbClr val="FFFFFF">
                <a:alpha val="0"/>
              </a:srgbClr>
            </a:solidFill>
            <a:prstDash val="solid"/>
          </a:ln>
        </p:spPr>
      </p:sp>
      <p:sp>
        <p:nvSpPr>
          <p:cNvPr id="249" name="Shape 238"/>
          <p:cNvSpPr/>
          <p:nvPr/>
        </p:nvSpPr>
        <p:spPr>
          <a:xfrm>
            <a:off x="16398850" y="6439205"/>
            <a:ext cx="371246" cy="228600"/>
          </a:xfrm>
          <a:prstGeom prst="rect">
            <a:avLst/>
          </a:prstGeom>
          <a:solidFill>
            <a:srgbClr val="B4631D">
              <a:alpha val="10000"/>
            </a:srgbClr>
          </a:solidFill>
          <a:ln w="12700">
            <a:solidFill>
              <a:srgbClr val="FFFFFF">
                <a:alpha val="0"/>
              </a:srgbClr>
            </a:solidFill>
            <a:prstDash val="solid"/>
          </a:ln>
        </p:spPr>
      </p:sp>
      <p:sp>
        <p:nvSpPr>
          <p:cNvPr id="250" name="Shape 239"/>
          <p:cNvSpPr/>
          <p:nvPr/>
        </p:nvSpPr>
        <p:spPr>
          <a:xfrm>
            <a:off x="14153998" y="6676949"/>
            <a:ext cx="371246" cy="228600"/>
          </a:xfrm>
          <a:prstGeom prst="rect">
            <a:avLst/>
          </a:prstGeom>
          <a:solidFill>
            <a:srgbClr val="B4631D">
              <a:alpha val="10000"/>
            </a:srgbClr>
          </a:solidFill>
          <a:ln w="12700">
            <a:solidFill>
              <a:srgbClr val="FFFFFF">
                <a:alpha val="0"/>
              </a:srgbClr>
            </a:solidFill>
            <a:prstDash val="solid"/>
          </a:ln>
        </p:spPr>
      </p:sp>
      <p:sp>
        <p:nvSpPr>
          <p:cNvPr id="251" name="Shape 240"/>
          <p:cNvSpPr/>
          <p:nvPr/>
        </p:nvSpPr>
        <p:spPr>
          <a:xfrm>
            <a:off x="14527987" y="6676949"/>
            <a:ext cx="371246" cy="228600"/>
          </a:xfrm>
          <a:prstGeom prst="rect">
            <a:avLst/>
          </a:prstGeom>
          <a:solidFill>
            <a:srgbClr val="B4631D">
              <a:alpha val="20000"/>
            </a:srgbClr>
          </a:solidFill>
          <a:ln w="12700">
            <a:solidFill>
              <a:srgbClr val="FFFFFF">
                <a:alpha val="0"/>
              </a:srgbClr>
            </a:solidFill>
            <a:prstDash val="solid"/>
          </a:ln>
        </p:spPr>
      </p:sp>
      <p:sp>
        <p:nvSpPr>
          <p:cNvPr id="252" name="Shape 241"/>
          <p:cNvSpPr/>
          <p:nvPr/>
        </p:nvSpPr>
        <p:spPr>
          <a:xfrm>
            <a:off x="14902891" y="6676949"/>
            <a:ext cx="371246" cy="228600"/>
          </a:xfrm>
          <a:prstGeom prst="rect">
            <a:avLst/>
          </a:prstGeom>
          <a:solidFill>
            <a:srgbClr val="F3ECD9"/>
          </a:solidFill>
          <a:ln w="12700">
            <a:solidFill>
              <a:srgbClr val="FFFFFF">
                <a:alpha val="0"/>
              </a:srgbClr>
            </a:solidFill>
            <a:prstDash val="solid"/>
          </a:ln>
        </p:spPr>
      </p:sp>
      <p:sp>
        <p:nvSpPr>
          <p:cNvPr id="253" name="Shape 242"/>
          <p:cNvSpPr/>
          <p:nvPr/>
        </p:nvSpPr>
        <p:spPr>
          <a:xfrm>
            <a:off x="15276881" y="6676949"/>
            <a:ext cx="371246" cy="228600"/>
          </a:xfrm>
          <a:prstGeom prst="rect">
            <a:avLst/>
          </a:prstGeom>
          <a:solidFill>
            <a:srgbClr val="F3ECD9"/>
          </a:solidFill>
          <a:ln w="12700">
            <a:solidFill>
              <a:srgbClr val="FFFFFF">
                <a:alpha val="0"/>
              </a:srgbClr>
            </a:solidFill>
            <a:prstDash val="solid"/>
          </a:ln>
        </p:spPr>
      </p:sp>
      <p:sp>
        <p:nvSpPr>
          <p:cNvPr id="254" name="Shape 243"/>
          <p:cNvSpPr/>
          <p:nvPr/>
        </p:nvSpPr>
        <p:spPr>
          <a:xfrm>
            <a:off x="15650870" y="6676949"/>
            <a:ext cx="371246" cy="228600"/>
          </a:xfrm>
          <a:prstGeom prst="rect">
            <a:avLst/>
          </a:prstGeom>
          <a:solidFill>
            <a:srgbClr val="F3ECD9"/>
          </a:solidFill>
          <a:ln w="12700">
            <a:solidFill>
              <a:srgbClr val="FFFFFF">
                <a:alpha val="0"/>
              </a:srgbClr>
            </a:solidFill>
            <a:prstDash val="solid"/>
          </a:ln>
        </p:spPr>
      </p:sp>
      <p:sp>
        <p:nvSpPr>
          <p:cNvPr id="255" name="Shape 244"/>
          <p:cNvSpPr/>
          <p:nvPr/>
        </p:nvSpPr>
        <p:spPr>
          <a:xfrm>
            <a:off x="16024860" y="6676949"/>
            <a:ext cx="371246" cy="228600"/>
          </a:xfrm>
          <a:prstGeom prst="rect">
            <a:avLst/>
          </a:prstGeom>
          <a:solidFill>
            <a:srgbClr val="3C6C74">
              <a:alpha val="10000"/>
            </a:srgbClr>
          </a:solidFill>
          <a:ln w="12700">
            <a:solidFill>
              <a:srgbClr val="FFFFFF">
                <a:alpha val="0"/>
              </a:srgbClr>
            </a:solidFill>
            <a:prstDash val="solid"/>
          </a:ln>
        </p:spPr>
      </p:sp>
      <p:sp>
        <p:nvSpPr>
          <p:cNvPr id="256" name="Shape 245"/>
          <p:cNvSpPr/>
          <p:nvPr/>
        </p:nvSpPr>
        <p:spPr>
          <a:xfrm>
            <a:off x="16398850" y="6676949"/>
            <a:ext cx="371246" cy="228600"/>
          </a:xfrm>
          <a:prstGeom prst="rect">
            <a:avLst/>
          </a:prstGeom>
          <a:solidFill>
            <a:srgbClr val="3C6C74">
              <a:alpha val="22000"/>
            </a:srgbClr>
          </a:solidFill>
          <a:ln w="12700">
            <a:solidFill>
              <a:srgbClr val="FFFFFF">
                <a:alpha val="0"/>
              </a:srgbClr>
            </a:solidFill>
            <a:prstDash val="solid"/>
          </a:ln>
        </p:spPr>
      </p:sp>
      <p:sp>
        <p:nvSpPr>
          <p:cNvPr id="257" name="Shape 246"/>
          <p:cNvSpPr/>
          <p:nvPr/>
        </p:nvSpPr>
        <p:spPr>
          <a:xfrm>
            <a:off x="14153998" y="6915607"/>
            <a:ext cx="371246" cy="228600"/>
          </a:xfrm>
          <a:prstGeom prst="rect">
            <a:avLst/>
          </a:prstGeom>
          <a:solidFill>
            <a:srgbClr val="B4631D">
              <a:alpha val="18000"/>
            </a:srgbClr>
          </a:solidFill>
          <a:ln w="12700">
            <a:solidFill>
              <a:srgbClr val="FFFFFF">
                <a:alpha val="0"/>
              </a:srgbClr>
            </a:solidFill>
            <a:prstDash val="solid"/>
          </a:ln>
        </p:spPr>
      </p:sp>
      <p:sp>
        <p:nvSpPr>
          <p:cNvPr id="258" name="Shape 247"/>
          <p:cNvSpPr/>
          <p:nvPr/>
        </p:nvSpPr>
        <p:spPr>
          <a:xfrm>
            <a:off x="14527987" y="6915607"/>
            <a:ext cx="371246" cy="228600"/>
          </a:xfrm>
          <a:prstGeom prst="rect">
            <a:avLst/>
          </a:prstGeom>
          <a:solidFill>
            <a:srgbClr val="F3ECD9"/>
          </a:solidFill>
          <a:ln w="12700">
            <a:solidFill>
              <a:srgbClr val="FFFFFF">
                <a:alpha val="0"/>
              </a:srgbClr>
            </a:solidFill>
            <a:prstDash val="solid"/>
          </a:ln>
        </p:spPr>
      </p:sp>
      <p:sp>
        <p:nvSpPr>
          <p:cNvPr id="259" name="Shape 248"/>
          <p:cNvSpPr/>
          <p:nvPr/>
        </p:nvSpPr>
        <p:spPr>
          <a:xfrm>
            <a:off x="14902891" y="6915607"/>
            <a:ext cx="371246" cy="228600"/>
          </a:xfrm>
          <a:prstGeom prst="rect">
            <a:avLst/>
          </a:prstGeom>
          <a:solidFill>
            <a:srgbClr val="3C6C74">
              <a:alpha val="10000"/>
            </a:srgbClr>
          </a:solidFill>
          <a:ln w="12700">
            <a:solidFill>
              <a:srgbClr val="FFFFFF">
                <a:alpha val="0"/>
              </a:srgbClr>
            </a:solidFill>
            <a:prstDash val="solid"/>
          </a:ln>
        </p:spPr>
      </p:sp>
      <p:sp>
        <p:nvSpPr>
          <p:cNvPr id="260" name="Shape 249"/>
          <p:cNvSpPr/>
          <p:nvPr/>
        </p:nvSpPr>
        <p:spPr>
          <a:xfrm>
            <a:off x="15276881" y="6915607"/>
            <a:ext cx="371246" cy="228600"/>
          </a:xfrm>
          <a:prstGeom prst="rect">
            <a:avLst/>
          </a:prstGeom>
          <a:solidFill>
            <a:srgbClr val="3C6C74">
              <a:alpha val="20000"/>
            </a:srgbClr>
          </a:solidFill>
          <a:ln w="12700">
            <a:solidFill>
              <a:srgbClr val="FFFFFF">
                <a:alpha val="0"/>
              </a:srgbClr>
            </a:solidFill>
            <a:prstDash val="solid"/>
          </a:ln>
        </p:spPr>
      </p:sp>
      <p:sp>
        <p:nvSpPr>
          <p:cNvPr id="261" name="Shape 250"/>
          <p:cNvSpPr/>
          <p:nvPr/>
        </p:nvSpPr>
        <p:spPr>
          <a:xfrm>
            <a:off x="15650870" y="6915607"/>
            <a:ext cx="371246" cy="228600"/>
          </a:xfrm>
          <a:prstGeom prst="rect">
            <a:avLst/>
          </a:prstGeom>
          <a:solidFill>
            <a:srgbClr val="B4631D">
              <a:alpha val="10000"/>
            </a:srgbClr>
          </a:solidFill>
          <a:ln w="12700">
            <a:solidFill>
              <a:srgbClr val="FFFFFF">
                <a:alpha val="0"/>
              </a:srgbClr>
            </a:solidFill>
            <a:prstDash val="solid"/>
          </a:ln>
        </p:spPr>
      </p:sp>
      <p:sp>
        <p:nvSpPr>
          <p:cNvPr id="262" name="Shape 251"/>
          <p:cNvSpPr/>
          <p:nvPr/>
        </p:nvSpPr>
        <p:spPr>
          <a:xfrm>
            <a:off x="16024860" y="6915607"/>
            <a:ext cx="371246" cy="228600"/>
          </a:xfrm>
          <a:prstGeom prst="rect">
            <a:avLst/>
          </a:prstGeom>
          <a:solidFill>
            <a:srgbClr val="B4631D">
              <a:alpha val="20000"/>
            </a:srgbClr>
          </a:solidFill>
          <a:ln w="12700">
            <a:solidFill>
              <a:srgbClr val="FFFFFF">
                <a:alpha val="0"/>
              </a:srgbClr>
            </a:solidFill>
            <a:prstDash val="solid"/>
          </a:ln>
        </p:spPr>
      </p:sp>
      <p:sp>
        <p:nvSpPr>
          <p:cNvPr id="263" name="Shape 252"/>
          <p:cNvSpPr/>
          <p:nvPr/>
        </p:nvSpPr>
        <p:spPr>
          <a:xfrm>
            <a:off x="16398850" y="6915607"/>
            <a:ext cx="371246" cy="228600"/>
          </a:xfrm>
          <a:prstGeom prst="rect">
            <a:avLst/>
          </a:prstGeom>
          <a:solidFill>
            <a:srgbClr val="3C6C74">
              <a:alpha val="10000"/>
            </a:srgbClr>
          </a:solidFill>
          <a:ln w="12700">
            <a:solidFill>
              <a:srgbClr val="FFFFFF">
                <a:alpha val="0"/>
              </a:srgbClr>
            </a:solidFill>
            <a:prstDash val="solid"/>
          </a:ln>
        </p:spPr>
      </p:sp>
      <p:sp>
        <p:nvSpPr>
          <p:cNvPr id="264" name="Text 253"/>
          <p:cNvSpPr txBox="1"/>
          <p:nvPr/>
        </p:nvSpPr>
        <p:spPr>
          <a:xfrm>
            <a:off x="9201607" y="7391095"/>
            <a:ext cx="7525512" cy="133502"/>
          </a:xfrm>
          <a:prstGeom prst="rect">
            <a:avLst/>
          </a:prstGeom>
          <a:noFill/>
          <a:ln/>
        </p:spPr>
        <p:txBody>
          <a:bodyPr wrap="none" lIns="0" tIns="0" rIns="0" bIns="0" rtlCol="0" anchor="ctr"/>
          <a:lstStyle/>
          <a:p>
            <a:pPr algn="l" indent="0" marL="0">
              <a:buNone/>
            </a:pPr>
            <a:r>
              <a:rPr lang="en-US" sz="825" spc="149" kern="0" dirty="0">
                <a:solidFill>
                  <a:srgbClr val="665B46"/>
                </a:solidFill>
                <a:latin typeface="IBM Plex Mono" pitchFamily="34" charset="0"/>
                <a:ea typeface="IBM Plex Mono" pitchFamily="34" charset="-122"/>
                <a:cs typeface="IBM Plex Mono" pitchFamily="34" charset="-120"/>
              </a:rPr>
              <a:t>OBSERVATION</a:t>
            </a:r>
            <a:endParaRPr lang="en-US" sz="825" dirty="0"/>
          </a:p>
        </p:txBody>
      </p:sp>
      <p:sp>
        <p:nvSpPr>
          <p:cNvPr id="265" name="Text 254"/>
          <p:cNvSpPr txBox="1"/>
          <p:nvPr/>
        </p:nvSpPr>
        <p:spPr>
          <a:xfrm>
            <a:off x="9201607" y="7582205"/>
            <a:ext cx="8211312" cy="200254"/>
          </a:xfrm>
          <a:prstGeom prst="rect">
            <a:avLst/>
          </a:prstGeom>
          <a:noFill/>
          <a:ln/>
        </p:spPr>
        <p:txBody>
          <a:bodyPr wrap="none" lIns="0" tIns="0" rIns="0" bIns="0" rtlCol="0" anchor="ctr"/>
          <a:lstStyle/>
          <a:p>
            <a:pPr algn="l" indent="0" marL="0">
              <a:buNone/>
            </a:pPr>
            <a:r>
              <a:rPr lang="en-US" sz="975" dirty="0">
                <a:solidFill>
                  <a:srgbClr val="36322A"/>
                </a:solidFill>
                <a:latin typeface="Noto Sans KR" pitchFamily="34" charset="0"/>
                <a:ea typeface="Noto Sans KR" pitchFamily="34" charset="-122"/>
                <a:cs typeface="Noto Sans KR" pitchFamily="34" charset="-120"/>
              </a:rPr>
              <a:t>W03 corner ring (R7,C7) 한 site가 23.78로 max — edge-high 패턴. W07은 분포 전반에 균일. W11은 분산 커짐 (WIWNU% 3.03).</a:t>
            </a:r>
            <a:endParaRPr lang="en-US" sz="975" dirty="0"/>
          </a:p>
        </p:txBody>
      </p:sp>
      <p:sp>
        <p:nvSpPr>
          <p:cNvPr id="266" name="Text 255"/>
          <p:cNvSpPr txBox="1"/>
          <p:nvPr/>
        </p:nvSpPr>
        <p:spPr>
          <a:xfrm>
            <a:off x="1580998" y="8876995"/>
            <a:ext cx="15050110" cy="133502"/>
          </a:xfrm>
          <a:prstGeom prst="rect">
            <a:avLst/>
          </a:prstGeom>
          <a:noFill/>
          <a:ln/>
        </p:spPr>
        <p:txBody>
          <a:bodyPr wrap="none" lIns="0" tIns="0" rIns="0" bIns="0" rtlCol="0" anchor="ctr"/>
          <a:lstStyle/>
          <a:p>
            <a:pPr algn="l" indent="0" marL="0">
              <a:buNone/>
            </a:pPr>
            <a:r>
              <a:rPr lang="en-US" sz="825" spc="182" kern="0" dirty="0">
                <a:solidFill>
                  <a:srgbClr val="A8D4AD"/>
                </a:solidFill>
                <a:latin typeface="IBM Plex Mono" pitchFamily="34" charset="0"/>
                <a:ea typeface="IBM Plex Mono" pitchFamily="34" charset="-122"/>
                <a:cs typeface="IBM Plex Mono" pitchFamily="34" charset="-120"/>
              </a:rPr>
              <a:t>KEY TAKEAWAY · 10</a:t>
            </a:r>
            <a:endParaRPr lang="en-US" sz="825" dirty="0"/>
          </a:p>
        </p:txBody>
      </p:sp>
      <p:sp>
        <p:nvSpPr>
          <p:cNvPr id="267" name="Text 256"/>
          <p:cNvSpPr txBox="1"/>
          <p:nvPr/>
        </p:nvSpPr>
        <p:spPr>
          <a:xfrm>
            <a:off x="1580998" y="9048902"/>
            <a:ext cx="15050110" cy="228600"/>
          </a:xfrm>
          <a:prstGeom prst="rect">
            <a:avLst/>
          </a:prstGeom>
          <a:noFill/>
          <a:ln/>
        </p:spPr>
        <p:txBody>
          <a:bodyPr wrap="none" lIns="0" tIns="0" rIns="0" bIns="0" rtlCol="0" anchor="ctr"/>
          <a:lstStyle/>
          <a:p>
            <a:pPr algn="l" indent="0" marL="0">
              <a:buNone/>
            </a:pPr>
            <a:r>
              <a:rPr lang="en-US" sz="1275" b="1" dirty="0">
                <a:solidFill>
                  <a:srgbClr val="EFE6D3"/>
                </a:solidFill>
                <a:latin typeface="Noto Sans KR" pitchFamily="34" charset="0"/>
                <a:ea typeface="Noto Sans KR" pitchFamily="34" charset="-122"/>
                <a:cs typeface="Noto Sans KR" pitchFamily="34" charset="-120"/>
              </a:rPr>
              <a:t>W07 400°C가 가장 tight WIWNU% 2.48 — 81 site map에서 hot corner 1 site만 +0.37 nm above mean. W11은 reproducibility 우려 분산.</a:t>
            </a:r>
            <a:endParaRPr lang="en-US" sz="1275" dirty="0"/>
          </a:p>
        </p:txBody>
      </p:sp>
      <p:sp>
        <p:nvSpPr>
          <p:cNvPr id="268" name="Text 257"/>
          <p:cNvSpPr txBox="1"/>
          <p:nvPr/>
        </p:nvSpPr>
        <p:spPr>
          <a:xfrm>
            <a:off x="914400" y="9791395"/>
            <a:ext cx="17373600" cy="181051"/>
          </a:xfrm>
          <a:prstGeom prst="rect">
            <a:avLst/>
          </a:prstGeom>
          <a:noFill/>
          <a:ln/>
        </p:spPr>
        <p:txBody>
          <a:bodyPr wrap="none" lIns="0" tIns="0" rIns="0" bIns="0" rtlCol="0" anchor="ctr"/>
          <a:lstStyle/>
          <a:p>
            <a:pPr algn="ctr" indent="0" marL="0">
              <a:buNone/>
            </a:pPr>
            <a:r>
              <a:rPr lang="en-US" sz="975" spc="39" kern="0" dirty="0">
                <a:solidFill>
                  <a:srgbClr val="665B46"/>
                </a:solidFill>
                <a:latin typeface="Noto Sans KR" pitchFamily="34" charset="0"/>
                <a:ea typeface="Noto Sans KR" pitchFamily="34" charset="-122"/>
                <a:cs typeface="Noto Sans KR" pitchFamily="34" charset="-120"/>
              </a:rPr>
              <a:t>※ 내부 테스트용 더미(가상) 데이터</a:t>
            </a:r>
            <a:endParaRPr lang="en-US" sz="975"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FE6D3"/>
        </a:solidFill>
      </p:bgPr>
    </p:bg>
    <p:spTree>
      <p:nvGrpSpPr>
        <p:cNvPr id="1" name=""/>
        <p:cNvGrpSpPr/>
        <p:nvPr/>
      </p:nvGrpSpPr>
      <p:grpSpPr>
        <a:xfrm>
          <a:off x="0" y="0"/>
          <a:ext cx="0" cy="0"/>
          <a:chOff x="0" y="0"/>
          <a:chExt cx="0" cy="0"/>
        </a:xfrm>
      </p:grpSpPr>
      <p:sp>
        <p:nvSpPr>
          <p:cNvPr id="3" name="Shape 0"/>
          <p:cNvSpPr/>
          <p:nvPr/>
        </p:nvSpPr>
        <p:spPr>
          <a:xfrm>
            <a:off x="0" y="0"/>
            <a:ext cx="914400" cy="10287000"/>
          </a:xfrm>
          <a:prstGeom prst="rect">
            <a:avLst/>
          </a:prstGeom>
          <a:solidFill>
            <a:srgbClr val="26201A"/>
          </a:solidFill>
          <a:ln w="12700">
            <a:solidFill>
              <a:srgbClr val="FFFFFF">
                <a:alpha val="0"/>
              </a:srgbClr>
            </a:solidFill>
            <a:prstDash val="solid"/>
          </a:ln>
        </p:spPr>
      </p:sp>
      <p:sp>
        <p:nvSpPr>
          <p:cNvPr id="4" name="Shape 1"/>
          <p:cNvSpPr/>
          <p:nvPr/>
        </p:nvSpPr>
        <p:spPr>
          <a:xfrm>
            <a:off x="1333195" y="1904695"/>
            <a:ext cx="7830007" cy="4591202"/>
          </a:xfrm>
          <a:prstGeom prst="rect">
            <a:avLst/>
          </a:prstGeom>
          <a:solidFill>
            <a:srgbClr val="FFFFFF"/>
          </a:solidFill>
          <a:ln w="12700">
            <a:solidFill>
              <a:srgbClr val="BFB38D"/>
            </a:solidFill>
            <a:prstDash val="solid"/>
          </a:ln>
        </p:spPr>
      </p:sp>
      <p:sp>
        <p:nvSpPr>
          <p:cNvPr id="5" name="Shape 2"/>
          <p:cNvSpPr/>
          <p:nvPr/>
        </p:nvSpPr>
        <p:spPr>
          <a:xfrm>
            <a:off x="9334195" y="1904695"/>
            <a:ext cx="7638898" cy="4591202"/>
          </a:xfrm>
          <a:prstGeom prst="rect">
            <a:avLst/>
          </a:prstGeom>
          <a:solidFill>
            <a:srgbClr val="FFFFFF"/>
          </a:solidFill>
          <a:ln w="12700">
            <a:solidFill>
              <a:srgbClr val="BFB38D"/>
            </a:solidFill>
            <a:prstDash val="solid"/>
          </a:ln>
        </p:spPr>
      </p:sp>
      <p:sp>
        <p:nvSpPr>
          <p:cNvPr id="6" name="Shape 3"/>
          <p:cNvSpPr/>
          <p:nvPr/>
        </p:nvSpPr>
        <p:spPr>
          <a:xfrm>
            <a:off x="1333195" y="6762902"/>
            <a:ext cx="4972507" cy="1733702"/>
          </a:xfrm>
          <a:prstGeom prst="rect">
            <a:avLst/>
          </a:prstGeom>
          <a:solidFill>
            <a:srgbClr val="FFFFFF"/>
          </a:solidFill>
          <a:ln w="12700">
            <a:solidFill>
              <a:srgbClr val="BFB38D"/>
            </a:solidFill>
            <a:prstDash val="solid"/>
          </a:ln>
        </p:spPr>
      </p:sp>
      <p:sp>
        <p:nvSpPr>
          <p:cNvPr id="7" name="Shape 4"/>
          <p:cNvSpPr/>
          <p:nvPr/>
        </p:nvSpPr>
        <p:spPr>
          <a:xfrm>
            <a:off x="6476695" y="6762902"/>
            <a:ext cx="4972507" cy="1733702"/>
          </a:xfrm>
          <a:prstGeom prst="rect">
            <a:avLst/>
          </a:prstGeom>
          <a:solidFill>
            <a:srgbClr val="FFFFFF"/>
          </a:solidFill>
          <a:ln w="12700">
            <a:solidFill>
              <a:srgbClr val="BFB38D"/>
            </a:solidFill>
            <a:prstDash val="solid"/>
          </a:ln>
        </p:spPr>
      </p:sp>
      <p:sp>
        <p:nvSpPr>
          <p:cNvPr id="8" name="Shape 5"/>
          <p:cNvSpPr/>
          <p:nvPr/>
        </p:nvSpPr>
        <p:spPr>
          <a:xfrm>
            <a:off x="11620195" y="6762902"/>
            <a:ext cx="5352898" cy="1733702"/>
          </a:xfrm>
          <a:prstGeom prst="rect">
            <a:avLst/>
          </a:prstGeom>
          <a:solidFill>
            <a:srgbClr val="FFFFFF"/>
          </a:solidFill>
          <a:ln w="12700">
            <a:solidFill>
              <a:srgbClr val="BFB38D"/>
            </a:solidFill>
            <a:prstDash val="solid"/>
          </a:ln>
        </p:spPr>
      </p:sp>
      <p:sp>
        <p:nvSpPr>
          <p:cNvPr id="9" name="Shape 6"/>
          <p:cNvSpPr/>
          <p:nvPr/>
        </p:nvSpPr>
        <p:spPr>
          <a:xfrm>
            <a:off x="1333195" y="8762695"/>
            <a:ext cx="15620695" cy="609905"/>
          </a:xfrm>
          <a:prstGeom prst="rect">
            <a:avLst/>
          </a:prstGeom>
          <a:solidFill>
            <a:srgbClr val="26201A"/>
          </a:solidFill>
          <a:ln w="12700">
            <a:solidFill>
              <a:srgbClr val="FFFFFF">
                <a:alpha val="0"/>
              </a:srgbClr>
            </a:solidFill>
            <a:prstDash val="solid"/>
          </a:ln>
        </p:spPr>
      </p:sp>
      <p:pic>
        <p:nvPicPr>
          <p:cNvPr id="10" name="Image 0" descr="gen-dedup-2c50b6d28daa92ec480fc3b6c9aced2f.png">    </p:cNvPr>
          <p:cNvPicPr>
            <a:picLocks noChangeAspect="1"/>
          </p:cNvPicPr>
          <p:nvPr/>
        </p:nvPicPr>
        <p:blipFill>
          <a:blip r:embed="rId1"/>
          <a:srcRect l="-400" r="-400" t="0" b="0"/>
          <a:stretch/>
        </p:blipFill>
        <p:spPr>
          <a:xfrm>
            <a:off x="1333195" y="1904695"/>
            <a:ext cx="57607" cy="4572000"/>
          </a:xfrm>
          <a:prstGeom prst="rect">
            <a:avLst/>
          </a:prstGeom>
        </p:spPr>
      </p:pic>
      <p:pic>
        <p:nvPicPr>
          <p:cNvPr id="11" name="Image 1" descr="gen-dedup-d2179717a1de3edebc0de7295b1e6eee.png">    </p:cNvPr>
          <p:cNvPicPr>
            <a:picLocks noChangeAspect="1"/>
          </p:cNvPicPr>
          <p:nvPr/>
        </p:nvPicPr>
        <p:blipFill>
          <a:blip r:embed="rId2"/>
          <a:srcRect l="-400" r="-400" t="0" b="0"/>
          <a:stretch/>
        </p:blipFill>
        <p:spPr>
          <a:xfrm>
            <a:off x="9334195" y="1904695"/>
            <a:ext cx="57607" cy="4572000"/>
          </a:xfrm>
          <a:prstGeom prst="rect">
            <a:avLst/>
          </a:prstGeom>
        </p:spPr>
      </p:pic>
      <p:pic>
        <p:nvPicPr>
          <p:cNvPr id="12" name="Image 2" descr="gen-dedup-7634b267d2244245a2627ed4e3dbe89b.png">    </p:cNvPr>
          <p:cNvPicPr>
            <a:picLocks noChangeAspect="1"/>
          </p:cNvPicPr>
          <p:nvPr/>
        </p:nvPicPr>
        <p:blipFill>
          <a:blip r:embed="rId3"/>
          <a:srcRect l="-400" r="-400" t="0" b="0"/>
          <a:stretch/>
        </p:blipFill>
        <p:spPr>
          <a:xfrm>
            <a:off x="1333195" y="6762902"/>
            <a:ext cx="57607" cy="1714500"/>
          </a:xfrm>
          <a:prstGeom prst="rect">
            <a:avLst/>
          </a:prstGeom>
        </p:spPr>
      </p:pic>
      <p:pic>
        <p:nvPicPr>
          <p:cNvPr id="13" name="Image 3" descr="gen-dedup-8f8d53e759f3d516111157504bb1135e.png">    </p:cNvPr>
          <p:cNvPicPr>
            <a:picLocks noChangeAspect="1"/>
          </p:cNvPicPr>
          <p:nvPr/>
        </p:nvPicPr>
        <p:blipFill>
          <a:blip r:embed="rId4"/>
          <a:srcRect l="-400" r="-400" t="0" b="0"/>
          <a:stretch/>
        </p:blipFill>
        <p:spPr>
          <a:xfrm>
            <a:off x="6476695" y="6762902"/>
            <a:ext cx="57607" cy="1714500"/>
          </a:xfrm>
          <a:prstGeom prst="rect">
            <a:avLst/>
          </a:prstGeom>
        </p:spPr>
      </p:pic>
      <p:pic>
        <p:nvPicPr>
          <p:cNvPr id="14" name="Image 4" descr="gen-dedup-5445aa07d8c3db5dd2072629b3f62f74.png">    </p:cNvPr>
          <p:cNvPicPr>
            <a:picLocks noChangeAspect="1"/>
          </p:cNvPicPr>
          <p:nvPr/>
        </p:nvPicPr>
        <p:blipFill>
          <a:blip r:embed="rId5"/>
          <a:srcRect l="-400" r="-400" t="0" b="0"/>
          <a:stretch/>
        </p:blipFill>
        <p:spPr>
          <a:xfrm>
            <a:off x="11620195" y="6762902"/>
            <a:ext cx="57607" cy="1714500"/>
          </a:xfrm>
          <a:prstGeom prst="rect">
            <a:avLst/>
          </a:prstGeom>
        </p:spPr>
      </p:pic>
      <p:pic>
        <p:nvPicPr>
          <p:cNvPr id="15" name="Image 5" descr="gen-dedup-9ac09d123ac1d8564f7a843a0d2abfc3.png">    </p:cNvPr>
          <p:cNvPicPr>
            <a:picLocks noChangeAspect="1"/>
          </p:cNvPicPr>
          <p:nvPr/>
        </p:nvPicPr>
        <p:blipFill>
          <a:blip r:embed="rId6"/>
          <a:srcRect l="-375" r="-375" t="0" b="0"/>
          <a:stretch/>
        </p:blipFill>
        <p:spPr>
          <a:xfrm>
            <a:off x="1333195" y="8762695"/>
            <a:ext cx="57607" cy="609905"/>
          </a:xfrm>
          <a:prstGeom prst="rect">
            <a:avLst/>
          </a:prstGeom>
        </p:spPr>
      </p:pic>
      <p:sp>
        <p:nvSpPr>
          <p:cNvPr id="16" name="Text 7"/>
          <p:cNvSpPr txBox="1"/>
          <p:nvPr/>
        </p:nvSpPr>
        <p:spPr>
          <a:xfrm>
            <a:off x="0" y="1904695"/>
            <a:ext cx="372161" cy="2286000"/>
          </a:xfrm>
          <a:prstGeom prst="rect">
            <a:avLst/>
          </a:prstGeom>
          <a:noFill/>
          <a:ln/>
        </p:spPr>
        <p:txBody>
          <a:bodyPr wrap="square" lIns="0" tIns="0" rIns="0" bIns="0" rtlCol="0" anchor="ctr"/>
          <a:lstStyle/>
          <a:p>
            <a:pPr algn="l" indent="0" marL="0">
              <a:lnSpc>
                <a:spcPct val="100000"/>
              </a:lnSpc>
              <a:buNone/>
            </a:pPr>
            <a:r>
              <a:rPr lang="en-US" sz="825" spc="264" kern="0" dirty="0">
                <a:solidFill>
                  <a:srgbClr val="D6C79C"/>
                </a:solidFill>
                <a:latin typeface="IBM Plex Mono" pitchFamily="34" charset="0"/>
                <a:ea typeface="IBM Plex Mono" pitchFamily="34" charset="-122"/>
                <a:cs typeface="IBM Plex Mono" pitchFamily="34" charset="-120"/>
              </a:rPr>
              <a:t>SECTION 11 / 11</a:t>
            </a:r>
            <a:endParaRPr lang="en-US" sz="825" dirty="0"/>
          </a:p>
        </p:txBody>
      </p:sp>
      <p:sp>
        <p:nvSpPr>
          <p:cNvPr id="17" name="Text 8"/>
          <p:cNvSpPr txBox="1"/>
          <p:nvPr/>
        </p:nvSpPr>
        <p:spPr>
          <a:xfrm>
            <a:off x="0" y="5333695"/>
            <a:ext cx="391363" cy="1905610"/>
          </a:xfrm>
          <a:prstGeom prst="rect">
            <a:avLst/>
          </a:prstGeom>
          <a:noFill/>
          <a:ln/>
        </p:spPr>
        <p:txBody>
          <a:bodyPr wrap="square" lIns="0" tIns="0" rIns="0" bIns="0" rtlCol="0" anchor="ctr"/>
          <a:lstStyle/>
          <a:p>
            <a:pPr algn="l" indent="0" marL="0">
              <a:lnSpc>
                <a:spcPct val="100000"/>
              </a:lnSpc>
              <a:buNone/>
            </a:pPr>
            <a:r>
              <a:rPr lang="en-US" sz="975" spc="215" kern="0" dirty="0">
                <a:solidFill>
                  <a:srgbClr val="EFE6D3"/>
                </a:solidFill>
                <a:latin typeface="Noto Sans KR" pitchFamily="34" charset="0"/>
                <a:ea typeface="Noto Sans KR" pitchFamily="34" charset="-122"/>
                <a:cs typeface="Noto Sans KR" pitchFamily="34" charset="-120"/>
              </a:rPr>
              <a:t>Rs · Rc</a:t>
            </a:r>
            <a:endParaRPr lang="en-US" sz="975" dirty="0"/>
          </a:p>
        </p:txBody>
      </p:sp>
      <p:sp>
        <p:nvSpPr>
          <p:cNvPr id="18" name="Text 9"/>
          <p:cNvSpPr txBox="1"/>
          <p:nvPr/>
        </p:nvSpPr>
        <p:spPr>
          <a:xfrm>
            <a:off x="1333195" y="571500"/>
            <a:ext cx="12764110" cy="143561"/>
          </a:xfrm>
          <a:prstGeom prst="rect">
            <a:avLst/>
          </a:prstGeom>
          <a:noFill/>
          <a:ln/>
        </p:spPr>
        <p:txBody>
          <a:bodyPr wrap="none" lIns="0" tIns="0" rIns="0" bIns="0" rtlCol="0" anchor="ctr"/>
          <a:lstStyle/>
          <a:p>
            <a:pPr algn="l" indent="0" marL="0">
              <a:buNone/>
            </a:pPr>
            <a:r>
              <a:rPr lang="en-US" sz="900" spc="288" kern="0" dirty="0">
                <a:solidFill>
                  <a:srgbClr val="3D7251"/>
                </a:solidFill>
                <a:latin typeface="IBM Plex Mono" pitchFamily="34" charset="0"/>
                <a:ea typeface="IBM Plex Mono" pitchFamily="34" charset="-122"/>
                <a:cs typeface="IBM Plex Mono" pitchFamily="34" charset="-120"/>
              </a:rPr>
              <a:t>PERCENTILE TABLE · CUMULATIVE</a:t>
            </a:r>
            <a:endParaRPr lang="en-US" sz="900" dirty="0"/>
          </a:p>
        </p:txBody>
      </p:sp>
      <p:sp>
        <p:nvSpPr>
          <p:cNvPr id="19" name="Text 10"/>
          <p:cNvSpPr txBox="1"/>
          <p:nvPr/>
        </p:nvSpPr>
        <p:spPr>
          <a:xfrm>
            <a:off x="1333195" y="847649"/>
            <a:ext cx="12764110" cy="467258"/>
          </a:xfrm>
          <a:prstGeom prst="rect">
            <a:avLst/>
          </a:prstGeom>
          <a:noFill/>
          <a:ln/>
        </p:spPr>
        <p:txBody>
          <a:bodyPr wrap="none" lIns="0" tIns="0" rIns="0" bIns="0" rtlCol="0" anchor="ctr"/>
          <a:lstStyle/>
          <a:p>
            <a:pPr algn="l" indent="0" marL="0">
              <a:buNone/>
            </a:pPr>
            <a:r>
              <a:rPr lang="en-US" sz="3450" b="1" spc="-34" kern="0" dirty="0">
                <a:solidFill>
                  <a:srgbClr val="1C1D24"/>
                </a:solidFill>
                <a:latin typeface="Noto Sans KR" pitchFamily="34" charset="0"/>
                <a:ea typeface="Noto Sans KR" pitchFamily="34" charset="-122"/>
                <a:cs typeface="Noto Sans KR" pitchFamily="34" charset="-120"/>
              </a:rPr>
              <a:t>Rs · Rc 누적 분포 + W2W 종합</a:t>
            </a:r>
            <a:endParaRPr lang="en-US" sz="3450" dirty="0"/>
          </a:p>
        </p:txBody>
      </p:sp>
      <p:pic>
        <p:nvPicPr>
          <p:cNvPr id="20" name="Image 6" descr="gen-dedup-761d4fd6e7dc3de7b6acca5c62ab11d2.png">    </p:cNvPr>
          <p:cNvPicPr>
            <a:picLocks noChangeAspect="1"/>
          </p:cNvPicPr>
          <p:nvPr/>
        </p:nvPicPr>
        <p:blipFill>
          <a:blip r:embed="rId7"/>
          <a:srcRect l="-2083" r="-2083" t="0" b="0"/>
          <a:stretch/>
        </p:blipFill>
        <p:spPr>
          <a:xfrm>
            <a:off x="1333195" y="1516990"/>
            <a:ext cx="12763195" cy="9144"/>
          </a:xfrm>
          <a:prstGeom prst="rect">
            <a:avLst/>
          </a:prstGeom>
        </p:spPr>
      </p:pic>
      <p:sp>
        <p:nvSpPr>
          <p:cNvPr id="21" name="Text 11"/>
          <p:cNvSpPr txBox="1"/>
          <p:nvPr/>
        </p:nvSpPr>
        <p:spPr>
          <a:xfrm>
            <a:off x="14688007" y="413309"/>
            <a:ext cx="3143707" cy="625450"/>
          </a:xfrm>
          <a:prstGeom prst="rect">
            <a:avLst/>
          </a:prstGeom>
          <a:noFill/>
          <a:ln/>
        </p:spPr>
        <p:txBody>
          <a:bodyPr wrap="square" lIns="0" tIns="0" rIns="0" bIns="0" rtlCol="0" anchor="t"/>
          <a:lstStyle/>
          <a:p>
            <a:pPr algn="r" indent="0" marL="0">
              <a:lnSpc>
                <a:spcPts val="1560"/>
              </a:lnSpc>
              <a:buNone/>
            </a:pPr>
            <a:r>
              <a:rPr lang="en-US" sz="975" spc="98" kern="0" dirty="0">
                <a:solidFill>
                  <a:srgbClr val="665B46"/>
                </a:solidFill>
                <a:latin typeface="IBM Plex Mono" pitchFamily="34" charset="0"/>
                <a:ea typeface="IBM Plex Mono" pitchFamily="34" charset="-122"/>
                <a:cs typeface="IBM Plex Mono" pitchFamily="34" charset="-120"/>
              </a:rPr>
              <a:t>DOC · BEOL-12</a:t>
            </a:r>
            <a:pPr algn="r" indent="0" marL="0">
              <a:lnSpc>
                <a:spcPts val="1560"/>
              </a:lnSpc>
              <a:buNone/>
            </a:pPr>
            <a:endParaRPr lang="en-US" sz="975" dirty="0"/>
          </a:p>
          <a:p>
            <a:pPr algn="r" indent="0" marL="0">
              <a:lnSpc>
                <a:spcPts val="1560"/>
              </a:lnSpc>
              <a:buNone/>
            </a:pPr>
            <a:r>
              <a:rPr lang="en-US" sz="975" spc="98" kern="0" dirty="0">
                <a:solidFill>
                  <a:srgbClr val="3D7251"/>
                </a:solidFill>
                <a:latin typeface="IBM Plex Mono" pitchFamily="34" charset="0"/>
                <a:ea typeface="IBM Plex Mono" pitchFamily="34" charset="-122"/>
                <a:cs typeface="IBM Plex Mono" pitchFamily="34" charset="-120"/>
              </a:rPr>
              <a:t>FILE 12 / 20</a:t>
            </a:r>
            <a:pPr algn="r" indent="0" marL="0">
              <a:lnSpc>
                <a:spcPts val="1560"/>
              </a:lnSpc>
              <a:buNone/>
            </a:pPr>
            <a:endParaRPr lang="en-US" sz="975" dirty="0"/>
          </a:p>
          <a:p>
            <a:pPr algn="r" indent="0" marL="0">
              <a:lnSpc>
                <a:spcPts val="1560"/>
              </a:lnSpc>
              <a:buNone/>
            </a:pPr>
            <a:r>
              <a:rPr lang="en-US" sz="975" spc="98" kern="0" dirty="0">
                <a:solidFill>
                  <a:srgbClr val="665B46"/>
                </a:solidFill>
                <a:latin typeface="IBM Plex Mono" pitchFamily="34" charset="0"/>
                <a:ea typeface="IBM Plex Mono" pitchFamily="34" charset="-122"/>
                <a:cs typeface="IBM Plex Mono" pitchFamily="34" charset="-120"/>
              </a:rPr>
              <a:t>REV.0 · DUMMY</a:t>
            </a:r>
            <a:endParaRPr lang="en-US" sz="975" dirty="0"/>
          </a:p>
        </p:txBody>
      </p:sp>
      <p:sp>
        <p:nvSpPr>
          <p:cNvPr id="22" name="Text 12"/>
          <p:cNvSpPr txBox="1"/>
          <p:nvPr/>
        </p:nvSpPr>
        <p:spPr>
          <a:xfrm>
            <a:off x="1580998" y="2076602"/>
            <a:ext cx="4763110" cy="133502"/>
          </a:xfrm>
          <a:prstGeom prst="rect">
            <a:avLst/>
          </a:prstGeom>
          <a:noFill/>
          <a:ln/>
        </p:spPr>
        <p:txBody>
          <a:bodyPr wrap="none" lIns="0" tIns="0" rIns="0" bIns="0" rtlCol="0" anchor="ctr"/>
          <a:lstStyle/>
          <a:p>
            <a:pPr algn="l" indent="0" marL="0">
              <a:buNone/>
            </a:pPr>
            <a:r>
              <a:rPr lang="en-US" sz="825" spc="231" kern="0" dirty="0">
                <a:solidFill>
                  <a:srgbClr val="B4631D"/>
                </a:solidFill>
                <a:latin typeface="IBM Plex Mono" pitchFamily="34" charset="0"/>
                <a:ea typeface="IBM Plex Mono" pitchFamily="34" charset="-122"/>
                <a:cs typeface="IBM Plex Mono" pitchFamily="34" charset="-120"/>
              </a:rPr>
              <a:t>METRIC · Rs LINE SHEET</a:t>
            </a:r>
            <a:endParaRPr lang="en-US" sz="825" dirty="0"/>
          </a:p>
        </p:txBody>
      </p:sp>
      <p:sp>
        <p:nvSpPr>
          <p:cNvPr id="23" name="Text 13"/>
          <p:cNvSpPr txBox="1"/>
          <p:nvPr/>
        </p:nvSpPr>
        <p:spPr>
          <a:xfrm>
            <a:off x="1580998" y="2266798"/>
            <a:ext cx="4763110" cy="305410"/>
          </a:xfrm>
          <a:prstGeom prst="rect">
            <a:avLst/>
          </a:prstGeom>
          <a:noFill/>
          <a:ln/>
        </p:spPr>
        <p:txBody>
          <a:bodyPr wrap="none" lIns="0" tIns="0" rIns="0" bIns="0" rtlCol="0" anchor="ctr"/>
          <a:lstStyle/>
          <a:p>
            <a:pPr algn="l" indent="0" marL="0">
              <a:buNone/>
            </a:pPr>
            <a:r>
              <a:rPr lang="en-US" sz="1650" b="1" dirty="0">
                <a:solidFill>
                  <a:srgbClr val="1C1D24"/>
                </a:solidFill>
                <a:latin typeface="Noto Sans KR" pitchFamily="34" charset="0"/>
                <a:ea typeface="Noto Sans KR" pitchFamily="34" charset="-122"/>
                <a:cs typeface="Noto Sans KR" pitchFamily="34" charset="-120"/>
              </a:rPr>
              <a:t>Rs line · 40 die / wafer · Ω/□</a:t>
            </a:r>
            <a:endParaRPr lang="en-US" sz="1650" dirty="0"/>
          </a:p>
        </p:txBody>
      </p:sp>
      <p:sp>
        <p:nvSpPr>
          <p:cNvPr id="24" name="Text 14"/>
          <p:cNvSpPr txBox="1"/>
          <p:nvPr/>
        </p:nvSpPr>
        <p:spPr>
          <a:xfrm>
            <a:off x="1580998" y="2609698"/>
            <a:ext cx="4763110" cy="143561"/>
          </a:xfrm>
          <a:prstGeom prst="rect">
            <a:avLst/>
          </a:prstGeom>
          <a:noFill/>
          <a:ln/>
        </p:spPr>
        <p:txBody>
          <a:bodyPr wrap="none" lIns="0" tIns="0" rIns="0" bIns="0" rtlCol="0" anchor="ctr"/>
          <a:lstStyle/>
          <a:p>
            <a:pPr algn="l" indent="0" marL="0">
              <a:buNone/>
            </a:pPr>
            <a:r>
              <a:rPr lang="en-US" sz="900" dirty="0">
                <a:solidFill>
                  <a:srgbClr val="665B46"/>
                </a:solidFill>
                <a:latin typeface="IBM Plex Mono" pitchFamily="34" charset="0"/>
                <a:ea typeface="IBM Plex Mono" pitchFamily="34" charset="-122"/>
                <a:cs typeface="IBM Plex Mono" pitchFamily="34" charset="-120"/>
              </a:rPr>
              <a:t>unit Ω/sq · 4pp probe · 100 µm line</a:t>
            </a:r>
            <a:endParaRPr lang="en-US" sz="9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1580998" y="2857500"/>
          <a:ext cx="7429500" cy="2563063"/>
        </p:xfrm>
        <a:graphic>
          <a:graphicData uri="http://schemas.openxmlformats.org/drawingml/2006/table">
            <a:tbl>
              <a:tblPr/>
              <a:tblGrid>
                <a:gridCol w="1810289"/>
                <a:gridCol w="1529603"/>
                <a:gridCol w="1529603"/>
                <a:gridCol w="1824004"/>
                <a:gridCol w="736001"/>
              </a:tblGrid>
              <a:tr h="320383">
                <a:tc>
                  <a:txBody>
                    <a:bodyPr/>
                    <a:lstStyle/>
                    <a:p>
                      <a:pPr algn="l" indent="0" marL="0">
                        <a:buNone/>
                      </a:pPr>
                      <a:r>
                        <a:rPr lang="en-US" sz="825" dirty="0">
                          <a:solidFill>
                            <a:srgbClr val="EFE6D3"/>
                          </a:solidFill>
                          <a:latin typeface="IBM Plex Mono" pitchFamily="34" charset="0"/>
                          <a:ea typeface="IBM Plex Mono" pitchFamily="34" charset="-122"/>
                          <a:cs typeface="IBM Plex Mono" pitchFamily="34" charset="-120"/>
                        </a:rPr>
                        <a:t>PERCENTILE</a:t>
                      </a:r>
                      <a:endParaRPr lang="en-US" sz="825" dirty="0">
                        <a:latin typeface="IBM Plex Mono" charset="0"/>
                        <a:ea typeface="IBM Plex Mono" charset="0"/>
                        <a:cs typeface="IBM Plex Mono" charset="0"/>
                      </a:endParaRPr>
                    </a:p>
                  </a:txBody>
                  <a:tcPr marL="57607" marR="57607"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26201A"/>
                    </a:solidFill>
                  </a:tcPr>
                </a:tc>
                <a:tc>
                  <a:txBody>
                    <a:bodyPr/>
                    <a:lstStyle/>
                    <a:p>
                      <a:pPr algn="r" indent="0" marL="0">
                        <a:buNone/>
                      </a:pPr>
                      <a:r>
                        <a:rPr lang="en-US" sz="825" dirty="0">
                          <a:solidFill>
                            <a:srgbClr val="EFE6D3"/>
                          </a:solidFill>
                          <a:latin typeface="IBM Plex Mono" pitchFamily="34" charset="0"/>
                          <a:ea typeface="IBM Plex Mono" pitchFamily="34" charset="-122"/>
                          <a:cs typeface="IBM Plex Mono" pitchFamily="34" charset="-120"/>
                        </a:rPr>
                        <a:t>W03 · 350</a:t>
                      </a:r>
                      <a:endParaRPr lang="en-US" sz="825" dirty="0">
                        <a:latin typeface="IBM Plex Mono" charset="0"/>
                        <a:ea typeface="IBM Plex Mono" charset="0"/>
                        <a:cs typeface="IBM Plex Mono" charset="0"/>
                      </a:endParaRPr>
                    </a:p>
                  </a:txBody>
                  <a:tcPr marL="57607" marR="57607"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26201A"/>
                    </a:solidFill>
                  </a:tcPr>
                </a:tc>
                <a:tc>
                  <a:txBody>
                    <a:bodyPr/>
                    <a:lstStyle/>
                    <a:p>
                      <a:pPr algn="r" indent="0" marL="0">
                        <a:buNone/>
                      </a:pPr>
                      <a:r>
                        <a:rPr lang="en-US" sz="825" dirty="0">
                          <a:solidFill>
                            <a:srgbClr val="EFE6D3"/>
                          </a:solidFill>
                          <a:latin typeface="IBM Plex Mono" pitchFamily="34" charset="0"/>
                          <a:ea typeface="IBM Plex Mono" pitchFamily="34" charset="-122"/>
                          <a:cs typeface="IBM Plex Mono" pitchFamily="34" charset="-120"/>
                        </a:rPr>
                        <a:t>W07 · 400</a:t>
                      </a:r>
                      <a:endParaRPr lang="en-US" sz="825" dirty="0">
                        <a:latin typeface="IBM Plex Mono" charset="0"/>
                        <a:ea typeface="IBM Plex Mono" charset="0"/>
                        <a:cs typeface="IBM Plex Mono" charset="0"/>
                      </a:endParaRPr>
                    </a:p>
                  </a:txBody>
                  <a:tcPr marL="57607" marR="57607"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26201A"/>
                    </a:solidFill>
                  </a:tcPr>
                </a:tc>
                <a:tc>
                  <a:txBody>
                    <a:bodyPr/>
                    <a:lstStyle/>
                    <a:p>
                      <a:pPr algn="r" indent="0" marL="0">
                        <a:buNone/>
                      </a:pPr>
                      <a:r>
                        <a:rPr lang="en-US" sz="825" dirty="0">
                          <a:solidFill>
                            <a:srgbClr val="EFE6D3"/>
                          </a:solidFill>
                          <a:latin typeface="IBM Plex Mono" pitchFamily="34" charset="0"/>
                          <a:ea typeface="IBM Plex Mono" pitchFamily="34" charset="-122"/>
                          <a:cs typeface="IBM Plex Mono" pitchFamily="34" charset="-120"/>
                        </a:rPr>
                        <a:t>W11 · 350·r</a:t>
                      </a:r>
                      <a:endParaRPr lang="en-US" sz="825" dirty="0">
                        <a:latin typeface="IBM Plex Mono" charset="0"/>
                        <a:ea typeface="IBM Plex Mono" charset="0"/>
                        <a:cs typeface="IBM Plex Mono" charset="0"/>
                      </a:endParaRPr>
                    </a:p>
                  </a:txBody>
                  <a:tcPr marL="57607" marR="57607"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26201A"/>
                    </a:solidFill>
                  </a:tcPr>
                </a:tc>
                <a:tc>
                  <a:txBody>
                    <a:bodyPr/>
                    <a:lstStyle/>
                    <a:p>
                      <a:pPr algn="r" indent="0" marL="0">
                        <a:buNone/>
                      </a:pPr>
                      <a:r>
                        <a:rPr lang="en-US" sz="825" dirty="0">
                          <a:solidFill>
                            <a:srgbClr val="EFE6D3"/>
                          </a:solidFill>
                          <a:latin typeface="IBM Plex Mono" pitchFamily="34" charset="0"/>
                          <a:ea typeface="IBM Plex Mono" pitchFamily="34" charset="-122"/>
                          <a:cs typeface="IBM Plex Mono" pitchFamily="34" charset="-120"/>
                        </a:rPr>
                        <a:t>DELTA</a:t>
                      </a:r>
                      <a:endParaRPr lang="en-US" sz="825" dirty="0">
                        <a:latin typeface="IBM Plex Mono" charset="0"/>
                        <a:ea typeface="IBM Plex Mono" charset="0"/>
                        <a:cs typeface="IBM Plex Mono" charset="0"/>
                      </a:endParaRPr>
                    </a:p>
                  </a:txBody>
                  <a:tcPr marL="0" marR="0"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26201A"/>
                    </a:solidFill>
                  </a:tcPr>
                </a:tc>
              </a:tr>
              <a:tr h="320383">
                <a:tc>
                  <a:txBody>
                    <a:bodyPr/>
                    <a:lstStyle/>
                    <a:p>
                      <a:pPr indent="0" marL="0">
                        <a:buNone/>
                      </a:pPr>
                      <a:r>
                        <a:rPr lang="en-US" sz="975" dirty="0">
                          <a:solidFill>
                            <a:srgbClr val="1C1D24"/>
                          </a:solidFill>
                          <a:latin typeface="IBM Plex Mono" pitchFamily="34" charset="0"/>
                          <a:ea typeface="IBM Plex Mono" pitchFamily="34" charset="-122"/>
                          <a:cs typeface="IBM Plex Mono" pitchFamily="34" charset="-120"/>
                        </a:rPr>
                        <a:t>min</a:t>
                      </a:r>
                      <a:endParaRPr lang="en-US" sz="975" dirty="0">
                        <a:latin typeface="IBM Plex Mono" charset="0"/>
                        <a:ea typeface="IBM Plex Mono" charset="0"/>
                        <a:cs typeface="IBM Plex Mono" charset="0"/>
                      </a:endParaRPr>
                    </a:p>
                  </a:txBody>
                  <a:tcPr marL="57607" marR="57607"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975" dirty="0">
                          <a:solidFill>
                            <a:srgbClr val="1C1D24"/>
                          </a:solidFill>
                          <a:latin typeface="IBM Plex Mono" pitchFamily="34" charset="0"/>
                          <a:ea typeface="IBM Plex Mono" pitchFamily="34" charset="-122"/>
                          <a:cs typeface="IBM Plex Mono" pitchFamily="34" charset="-120"/>
                        </a:rPr>
                        <a:t>269.5</a:t>
                      </a:r>
                      <a:endParaRPr lang="en-US" sz="975" dirty="0">
                        <a:latin typeface="IBM Plex Mono" charset="0"/>
                        <a:ea typeface="IBM Plex Mono" charset="0"/>
                        <a:cs typeface="IBM Plex Mono" charset="0"/>
                      </a:endParaRPr>
                    </a:p>
                  </a:txBody>
                  <a:tcPr marL="57607" marR="57607"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975" dirty="0">
                          <a:solidFill>
                            <a:srgbClr val="1C1D24"/>
                          </a:solidFill>
                          <a:latin typeface="IBM Plex Mono" pitchFamily="34" charset="0"/>
                          <a:ea typeface="IBM Plex Mono" pitchFamily="34" charset="-122"/>
                          <a:cs typeface="IBM Plex Mono" pitchFamily="34" charset="-120"/>
                        </a:rPr>
                        <a:t>261.2</a:t>
                      </a:r>
                      <a:endParaRPr lang="en-US" sz="975" dirty="0">
                        <a:latin typeface="IBM Plex Mono" charset="0"/>
                        <a:ea typeface="IBM Plex Mono" charset="0"/>
                        <a:cs typeface="IBM Plex Mono" charset="0"/>
                      </a:endParaRPr>
                    </a:p>
                  </a:txBody>
                  <a:tcPr marL="57607" marR="57607"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975" dirty="0">
                          <a:solidFill>
                            <a:srgbClr val="1C1D24"/>
                          </a:solidFill>
                          <a:latin typeface="IBM Plex Mono" pitchFamily="34" charset="0"/>
                          <a:ea typeface="IBM Plex Mono" pitchFamily="34" charset="-122"/>
                          <a:cs typeface="IBM Plex Mono" pitchFamily="34" charset="-120"/>
                        </a:rPr>
                        <a:t>270.8</a:t>
                      </a:r>
                      <a:endParaRPr lang="en-US" sz="975" dirty="0">
                        <a:latin typeface="IBM Plex Mono" charset="0"/>
                        <a:ea typeface="IBM Plex Mono" charset="0"/>
                        <a:cs typeface="IBM Plex Mono" charset="0"/>
                      </a:endParaRPr>
                    </a:p>
                  </a:txBody>
                  <a:tcPr marL="57607" marR="57607"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975" dirty="0">
                          <a:solidFill>
                            <a:srgbClr val="665B46"/>
                          </a:solidFill>
                          <a:latin typeface="IBM Plex Mono" pitchFamily="34" charset="0"/>
                          <a:ea typeface="IBM Plex Mono" pitchFamily="34" charset="-122"/>
                          <a:cs typeface="IBM Plex Mono" pitchFamily="34" charset="-120"/>
                        </a:rPr>
                        <a:t>−8.3</a:t>
                      </a:r>
                      <a:endParaRPr lang="en-US" sz="975" dirty="0">
                        <a:latin typeface="IBM Plex Mono" charset="0"/>
                        <a:ea typeface="IBM Plex Mono" charset="0"/>
                        <a:cs typeface="IBM Plex Mono" charset="0"/>
                      </a:endParaRPr>
                    </a:p>
                  </a:txBody>
                  <a:tcPr marL="0" marR="0"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r h="320383">
                <a:tc>
                  <a:txBody>
                    <a:bodyPr/>
                    <a:lstStyle/>
                    <a:p>
                      <a:pPr indent="0" marL="0">
                        <a:buNone/>
                      </a:pPr>
                      <a:r>
                        <a:rPr lang="en-US" sz="975" dirty="0">
                          <a:solidFill>
                            <a:srgbClr val="1C1D24"/>
                          </a:solidFill>
                          <a:latin typeface="IBM Plex Mono" pitchFamily="34" charset="0"/>
                          <a:ea typeface="IBM Plex Mono" pitchFamily="34" charset="-122"/>
                          <a:cs typeface="IBM Plex Mono" pitchFamily="34" charset="-120"/>
                        </a:rPr>
                        <a:t>P10</a:t>
                      </a:r>
                      <a:endParaRPr lang="en-US" sz="975" dirty="0">
                        <a:latin typeface="IBM Plex Mono" charset="0"/>
                        <a:ea typeface="IBM Plex Mono" charset="0"/>
                        <a:cs typeface="IBM Plex Mono" charset="0"/>
                      </a:endParaRPr>
                    </a:p>
                  </a:txBody>
                  <a:tcPr marL="57607" marR="57607"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8DEC4">
                        <a:alpha val="40000"/>
                      </a:srgbClr>
                    </a:solidFill>
                  </a:tcPr>
                </a:tc>
                <a:tc>
                  <a:txBody>
                    <a:bodyPr/>
                    <a:lstStyle/>
                    <a:p>
                      <a:pPr algn="r" indent="0" marL="0">
                        <a:buNone/>
                      </a:pPr>
                      <a:r>
                        <a:rPr lang="en-US" sz="975" dirty="0">
                          <a:solidFill>
                            <a:srgbClr val="1C1D24"/>
                          </a:solidFill>
                          <a:latin typeface="IBM Plex Mono" pitchFamily="34" charset="0"/>
                          <a:ea typeface="IBM Plex Mono" pitchFamily="34" charset="-122"/>
                          <a:cs typeface="IBM Plex Mono" pitchFamily="34" charset="-120"/>
                        </a:rPr>
                        <a:t>273.4</a:t>
                      </a:r>
                      <a:endParaRPr lang="en-US" sz="975" dirty="0">
                        <a:latin typeface="IBM Plex Mono" charset="0"/>
                        <a:ea typeface="IBM Plex Mono" charset="0"/>
                        <a:cs typeface="IBM Plex Mono" charset="0"/>
                      </a:endParaRPr>
                    </a:p>
                  </a:txBody>
                  <a:tcPr marL="57607" marR="57607"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8DEC4">
                        <a:alpha val="40000"/>
                      </a:srgbClr>
                    </a:solidFill>
                  </a:tcPr>
                </a:tc>
                <a:tc>
                  <a:txBody>
                    <a:bodyPr/>
                    <a:lstStyle/>
                    <a:p>
                      <a:pPr algn="r" indent="0" marL="0">
                        <a:buNone/>
                      </a:pPr>
                      <a:r>
                        <a:rPr lang="en-US" sz="975" dirty="0">
                          <a:solidFill>
                            <a:srgbClr val="1C1D24"/>
                          </a:solidFill>
                          <a:latin typeface="IBM Plex Mono" pitchFamily="34" charset="0"/>
                          <a:ea typeface="IBM Plex Mono" pitchFamily="34" charset="-122"/>
                          <a:cs typeface="IBM Plex Mono" pitchFamily="34" charset="-120"/>
                        </a:rPr>
                        <a:t>263.8</a:t>
                      </a:r>
                      <a:endParaRPr lang="en-US" sz="975" dirty="0">
                        <a:latin typeface="IBM Plex Mono" charset="0"/>
                        <a:ea typeface="IBM Plex Mono" charset="0"/>
                        <a:cs typeface="IBM Plex Mono" charset="0"/>
                      </a:endParaRPr>
                    </a:p>
                  </a:txBody>
                  <a:tcPr marL="57607" marR="57607"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8DEC4">
                        <a:alpha val="40000"/>
                      </a:srgbClr>
                    </a:solidFill>
                  </a:tcPr>
                </a:tc>
                <a:tc>
                  <a:txBody>
                    <a:bodyPr/>
                    <a:lstStyle/>
                    <a:p>
                      <a:pPr algn="r" indent="0" marL="0">
                        <a:buNone/>
                      </a:pPr>
                      <a:r>
                        <a:rPr lang="en-US" sz="975" dirty="0">
                          <a:solidFill>
                            <a:srgbClr val="1C1D24"/>
                          </a:solidFill>
                          <a:latin typeface="IBM Plex Mono" pitchFamily="34" charset="0"/>
                          <a:ea typeface="IBM Plex Mono" pitchFamily="34" charset="-122"/>
                          <a:cs typeface="IBM Plex Mono" pitchFamily="34" charset="-120"/>
                        </a:rPr>
                        <a:t>274.2</a:t>
                      </a:r>
                      <a:endParaRPr lang="en-US" sz="975" dirty="0">
                        <a:latin typeface="IBM Plex Mono" charset="0"/>
                        <a:ea typeface="IBM Plex Mono" charset="0"/>
                        <a:cs typeface="IBM Plex Mono" charset="0"/>
                      </a:endParaRPr>
                    </a:p>
                  </a:txBody>
                  <a:tcPr marL="57607" marR="57607"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8DEC4">
                        <a:alpha val="40000"/>
                      </a:srgbClr>
                    </a:solidFill>
                  </a:tcPr>
                </a:tc>
                <a:tc>
                  <a:txBody>
                    <a:bodyPr/>
                    <a:lstStyle/>
                    <a:p>
                      <a:pPr algn="r" indent="0" marL="0">
                        <a:buNone/>
                      </a:pPr>
                      <a:r>
                        <a:rPr lang="en-US" sz="975" dirty="0">
                          <a:solidFill>
                            <a:srgbClr val="665B46"/>
                          </a:solidFill>
                          <a:latin typeface="IBM Plex Mono" pitchFamily="34" charset="0"/>
                          <a:ea typeface="IBM Plex Mono" pitchFamily="34" charset="-122"/>
                          <a:cs typeface="IBM Plex Mono" pitchFamily="34" charset="-120"/>
                        </a:rPr>
                        <a:t>−9.6</a:t>
                      </a:r>
                      <a:endParaRPr lang="en-US" sz="975" dirty="0">
                        <a:latin typeface="IBM Plex Mono" charset="0"/>
                        <a:ea typeface="IBM Plex Mono" charset="0"/>
                        <a:cs typeface="IBM Plex Mono" charset="0"/>
                      </a:endParaRPr>
                    </a:p>
                  </a:txBody>
                  <a:tcPr marL="0" marR="0"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8DEC4">
                        <a:alpha val="40000"/>
                      </a:srgbClr>
                    </a:solidFill>
                  </a:tcPr>
                </a:tc>
              </a:tr>
              <a:tr h="320383">
                <a:tc>
                  <a:txBody>
                    <a:bodyPr/>
                    <a:lstStyle/>
                    <a:p>
                      <a:pPr indent="0" marL="0">
                        <a:buNone/>
                      </a:pPr>
                      <a:r>
                        <a:rPr lang="en-US" sz="975" dirty="0">
                          <a:solidFill>
                            <a:srgbClr val="1C1D24"/>
                          </a:solidFill>
                          <a:latin typeface="IBM Plex Mono" pitchFamily="34" charset="0"/>
                          <a:ea typeface="IBM Plex Mono" pitchFamily="34" charset="-122"/>
                          <a:cs typeface="IBM Plex Mono" pitchFamily="34" charset="-120"/>
                        </a:rPr>
                        <a:t>P25</a:t>
                      </a:r>
                      <a:endParaRPr lang="en-US" sz="975" dirty="0">
                        <a:latin typeface="IBM Plex Mono" charset="0"/>
                        <a:ea typeface="IBM Plex Mono" charset="0"/>
                        <a:cs typeface="IBM Plex Mono" charset="0"/>
                      </a:endParaRPr>
                    </a:p>
                  </a:txBody>
                  <a:tcPr marL="57607" marR="57607"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975" dirty="0">
                          <a:solidFill>
                            <a:srgbClr val="1C1D24"/>
                          </a:solidFill>
                          <a:latin typeface="IBM Plex Mono" pitchFamily="34" charset="0"/>
                          <a:ea typeface="IBM Plex Mono" pitchFamily="34" charset="-122"/>
                          <a:cs typeface="IBM Plex Mono" pitchFamily="34" charset="-120"/>
                        </a:rPr>
                        <a:t>278.1</a:t>
                      </a:r>
                      <a:endParaRPr lang="en-US" sz="975" dirty="0">
                        <a:latin typeface="IBM Plex Mono" charset="0"/>
                        <a:ea typeface="IBM Plex Mono" charset="0"/>
                        <a:cs typeface="IBM Plex Mono" charset="0"/>
                      </a:endParaRPr>
                    </a:p>
                  </a:txBody>
                  <a:tcPr marL="57607" marR="57607"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975" dirty="0">
                          <a:solidFill>
                            <a:srgbClr val="1C1D24"/>
                          </a:solidFill>
                          <a:latin typeface="IBM Plex Mono" pitchFamily="34" charset="0"/>
                          <a:ea typeface="IBM Plex Mono" pitchFamily="34" charset="-122"/>
                          <a:cs typeface="IBM Plex Mono" pitchFamily="34" charset="-120"/>
                        </a:rPr>
                        <a:t>268.5</a:t>
                      </a:r>
                      <a:endParaRPr lang="en-US" sz="975" dirty="0">
                        <a:latin typeface="IBM Plex Mono" charset="0"/>
                        <a:ea typeface="IBM Plex Mono" charset="0"/>
                        <a:cs typeface="IBM Plex Mono" charset="0"/>
                      </a:endParaRPr>
                    </a:p>
                  </a:txBody>
                  <a:tcPr marL="57607" marR="57607"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975" dirty="0">
                          <a:solidFill>
                            <a:srgbClr val="1C1D24"/>
                          </a:solidFill>
                          <a:latin typeface="IBM Plex Mono" pitchFamily="34" charset="0"/>
                          <a:ea typeface="IBM Plex Mono" pitchFamily="34" charset="-122"/>
                          <a:cs typeface="IBM Plex Mono" pitchFamily="34" charset="-120"/>
                        </a:rPr>
                        <a:t>280.6</a:t>
                      </a:r>
                      <a:endParaRPr lang="en-US" sz="975" dirty="0">
                        <a:latin typeface="IBM Plex Mono" charset="0"/>
                        <a:ea typeface="IBM Plex Mono" charset="0"/>
                        <a:cs typeface="IBM Plex Mono" charset="0"/>
                      </a:endParaRPr>
                    </a:p>
                  </a:txBody>
                  <a:tcPr marL="57607" marR="57607"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975" dirty="0">
                          <a:solidFill>
                            <a:srgbClr val="665B46"/>
                          </a:solidFill>
                          <a:latin typeface="IBM Plex Mono" pitchFamily="34" charset="0"/>
                          <a:ea typeface="IBM Plex Mono" pitchFamily="34" charset="-122"/>
                          <a:cs typeface="IBM Plex Mono" pitchFamily="34" charset="-120"/>
                        </a:rPr>
                        <a:t>−9.6</a:t>
                      </a:r>
                      <a:endParaRPr lang="en-US" sz="975" dirty="0">
                        <a:latin typeface="IBM Plex Mono" charset="0"/>
                        <a:ea typeface="IBM Plex Mono" charset="0"/>
                        <a:cs typeface="IBM Plex Mono" charset="0"/>
                      </a:endParaRPr>
                    </a:p>
                  </a:txBody>
                  <a:tcPr marL="0" marR="0"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r h="320383">
                <a:tc>
                  <a:txBody>
                    <a:bodyPr/>
                    <a:lstStyle/>
                    <a:p>
                      <a:pPr indent="0" marL="0">
                        <a:buNone/>
                      </a:pPr>
                      <a:r>
                        <a:rPr lang="en-US" sz="975" b="1" dirty="0">
                          <a:solidFill>
                            <a:srgbClr val="1C1D24"/>
                          </a:solidFill>
                          <a:latin typeface="IBM Plex Mono" pitchFamily="34" charset="0"/>
                          <a:ea typeface="IBM Plex Mono" pitchFamily="34" charset="-122"/>
                          <a:cs typeface="IBM Plex Mono" pitchFamily="34" charset="-120"/>
                        </a:rPr>
                        <a:t>P50 (median)</a:t>
                      </a:r>
                      <a:endParaRPr lang="en-US" sz="975" dirty="0">
                        <a:latin typeface="IBM Plex Mono" charset="0"/>
                        <a:ea typeface="IBM Plex Mono" charset="0"/>
                        <a:cs typeface="IBM Plex Mono" charset="0"/>
                      </a:endParaRPr>
                    </a:p>
                  </a:txBody>
                  <a:tcPr marL="57607" marR="57607"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8DEC4">
                        <a:alpha val="40000"/>
                      </a:srgbClr>
                    </a:solidFill>
                  </a:tcPr>
                </a:tc>
                <a:tc>
                  <a:txBody>
                    <a:bodyPr/>
                    <a:lstStyle/>
                    <a:p>
                      <a:pPr algn="r" indent="0" marL="0">
                        <a:buNone/>
                      </a:pPr>
                      <a:r>
                        <a:rPr lang="en-US" sz="975" b="1" dirty="0">
                          <a:solidFill>
                            <a:srgbClr val="1C1D24"/>
                          </a:solidFill>
                          <a:latin typeface="IBM Plex Mono" pitchFamily="34" charset="0"/>
                          <a:ea typeface="IBM Plex Mono" pitchFamily="34" charset="-122"/>
                          <a:cs typeface="IBM Plex Mono" pitchFamily="34" charset="-120"/>
                        </a:rPr>
                        <a:t>285.3</a:t>
                      </a:r>
                      <a:endParaRPr lang="en-US" sz="975" dirty="0">
                        <a:latin typeface="IBM Plex Mono" charset="0"/>
                        <a:ea typeface="IBM Plex Mono" charset="0"/>
                        <a:cs typeface="IBM Plex Mono" charset="0"/>
                      </a:endParaRPr>
                    </a:p>
                  </a:txBody>
                  <a:tcPr marL="57607" marR="57607"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8DEC4">
                        <a:alpha val="40000"/>
                      </a:srgbClr>
                    </a:solidFill>
                  </a:tcPr>
                </a:tc>
                <a:tc>
                  <a:txBody>
                    <a:bodyPr/>
                    <a:lstStyle/>
                    <a:p>
                      <a:pPr algn="r" indent="0" marL="0">
                        <a:buNone/>
                      </a:pPr>
                      <a:r>
                        <a:rPr lang="en-US" sz="975" b="1" dirty="0">
                          <a:solidFill>
                            <a:srgbClr val="C25028"/>
                          </a:solidFill>
                          <a:latin typeface="IBM Plex Mono" pitchFamily="34" charset="0"/>
                          <a:ea typeface="IBM Plex Mono" pitchFamily="34" charset="-122"/>
                          <a:cs typeface="IBM Plex Mono" pitchFamily="34" charset="-120"/>
                        </a:rPr>
                        <a:t>274.9</a:t>
                      </a:r>
                      <a:endParaRPr lang="en-US" sz="975" dirty="0">
                        <a:latin typeface="IBM Plex Mono" charset="0"/>
                        <a:ea typeface="IBM Plex Mono" charset="0"/>
                        <a:cs typeface="IBM Plex Mono" charset="0"/>
                      </a:endParaRPr>
                    </a:p>
                  </a:txBody>
                  <a:tcPr marL="57607" marR="57607"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8DEC4">
                        <a:alpha val="40000"/>
                      </a:srgbClr>
                    </a:solidFill>
                  </a:tcPr>
                </a:tc>
                <a:tc>
                  <a:txBody>
                    <a:bodyPr/>
                    <a:lstStyle/>
                    <a:p>
                      <a:pPr algn="r" indent="0" marL="0">
                        <a:buNone/>
                      </a:pPr>
                      <a:r>
                        <a:rPr lang="en-US" sz="975" b="1" dirty="0">
                          <a:solidFill>
                            <a:srgbClr val="1C1D24"/>
                          </a:solidFill>
                          <a:latin typeface="IBM Plex Mono" pitchFamily="34" charset="0"/>
                          <a:ea typeface="IBM Plex Mono" pitchFamily="34" charset="-122"/>
                          <a:cs typeface="IBM Plex Mono" pitchFamily="34" charset="-120"/>
                        </a:rPr>
                        <a:t>286.1</a:t>
                      </a:r>
                      <a:endParaRPr lang="en-US" sz="975" dirty="0">
                        <a:latin typeface="IBM Plex Mono" charset="0"/>
                        <a:ea typeface="IBM Plex Mono" charset="0"/>
                        <a:cs typeface="IBM Plex Mono" charset="0"/>
                      </a:endParaRPr>
                    </a:p>
                  </a:txBody>
                  <a:tcPr marL="57607" marR="57607"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8DEC4">
                        <a:alpha val="40000"/>
                      </a:srgbClr>
                    </a:solidFill>
                  </a:tcPr>
                </a:tc>
                <a:tc>
                  <a:txBody>
                    <a:bodyPr/>
                    <a:lstStyle/>
                    <a:p>
                      <a:pPr algn="r" indent="0" marL="0">
                        <a:buNone/>
                      </a:pPr>
                      <a:r>
                        <a:rPr lang="en-US" sz="975" b="1" dirty="0">
                          <a:solidFill>
                            <a:srgbClr val="C25028"/>
                          </a:solidFill>
                          <a:latin typeface="IBM Plex Mono" pitchFamily="34" charset="0"/>
                          <a:ea typeface="IBM Plex Mono" pitchFamily="34" charset="-122"/>
                          <a:cs typeface="IBM Plex Mono" pitchFamily="34" charset="-120"/>
                        </a:rPr>
                        <a:t>−10.4</a:t>
                      </a:r>
                      <a:endParaRPr lang="en-US" sz="975" dirty="0">
                        <a:latin typeface="IBM Plex Mono" charset="0"/>
                        <a:ea typeface="IBM Plex Mono" charset="0"/>
                        <a:cs typeface="IBM Plex Mono" charset="0"/>
                      </a:endParaRPr>
                    </a:p>
                  </a:txBody>
                  <a:tcPr marL="0" marR="0"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8DEC4">
                        <a:alpha val="40000"/>
                      </a:srgbClr>
                    </a:solidFill>
                  </a:tcPr>
                </a:tc>
              </a:tr>
              <a:tr h="320383">
                <a:tc>
                  <a:txBody>
                    <a:bodyPr/>
                    <a:lstStyle/>
                    <a:p>
                      <a:pPr indent="0" marL="0">
                        <a:buNone/>
                      </a:pPr>
                      <a:r>
                        <a:rPr lang="en-US" sz="975" dirty="0">
                          <a:solidFill>
                            <a:srgbClr val="1C1D24"/>
                          </a:solidFill>
                          <a:latin typeface="IBM Plex Mono" pitchFamily="34" charset="0"/>
                          <a:ea typeface="IBM Plex Mono" pitchFamily="34" charset="-122"/>
                          <a:cs typeface="IBM Plex Mono" pitchFamily="34" charset="-120"/>
                        </a:rPr>
                        <a:t>P75</a:t>
                      </a:r>
                      <a:endParaRPr lang="en-US" sz="975" dirty="0">
                        <a:latin typeface="IBM Plex Mono" charset="0"/>
                        <a:ea typeface="IBM Plex Mono" charset="0"/>
                        <a:cs typeface="IBM Plex Mono" charset="0"/>
                      </a:endParaRPr>
                    </a:p>
                  </a:txBody>
                  <a:tcPr marL="57607" marR="57607"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975" dirty="0">
                          <a:solidFill>
                            <a:srgbClr val="1C1D24"/>
                          </a:solidFill>
                          <a:latin typeface="IBM Plex Mono" pitchFamily="34" charset="0"/>
                          <a:ea typeface="IBM Plex Mono" pitchFamily="34" charset="-122"/>
                          <a:cs typeface="IBM Plex Mono" pitchFamily="34" charset="-120"/>
                        </a:rPr>
                        <a:t>290.6</a:t>
                      </a:r>
                      <a:endParaRPr lang="en-US" sz="975" dirty="0">
                        <a:latin typeface="IBM Plex Mono" charset="0"/>
                        <a:ea typeface="IBM Plex Mono" charset="0"/>
                        <a:cs typeface="IBM Plex Mono" charset="0"/>
                      </a:endParaRPr>
                    </a:p>
                  </a:txBody>
                  <a:tcPr marL="57607" marR="57607"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975" dirty="0">
                          <a:solidFill>
                            <a:srgbClr val="1C1D24"/>
                          </a:solidFill>
                          <a:latin typeface="IBM Plex Mono" pitchFamily="34" charset="0"/>
                          <a:ea typeface="IBM Plex Mono" pitchFamily="34" charset="-122"/>
                          <a:cs typeface="IBM Plex Mono" pitchFamily="34" charset="-120"/>
                        </a:rPr>
                        <a:t>281.2</a:t>
                      </a:r>
                      <a:endParaRPr lang="en-US" sz="975" dirty="0">
                        <a:latin typeface="IBM Plex Mono" charset="0"/>
                        <a:ea typeface="IBM Plex Mono" charset="0"/>
                        <a:cs typeface="IBM Plex Mono" charset="0"/>
                      </a:endParaRPr>
                    </a:p>
                  </a:txBody>
                  <a:tcPr marL="57607" marR="57607"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975" dirty="0">
                          <a:solidFill>
                            <a:srgbClr val="1C1D24"/>
                          </a:solidFill>
                          <a:latin typeface="IBM Plex Mono" pitchFamily="34" charset="0"/>
                          <a:ea typeface="IBM Plex Mono" pitchFamily="34" charset="-122"/>
                          <a:cs typeface="IBM Plex Mono" pitchFamily="34" charset="-120"/>
                        </a:rPr>
                        <a:t>292.4</a:t>
                      </a:r>
                      <a:endParaRPr lang="en-US" sz="975" dirty="0">
                        <a:latin typeface="IBM Plex Mono" charset="0"/>
                        <a:ea typeface="IBM Plex Mono" charset="0"/>
                        <a:cs typeface="IBM Plex Mono" charset="0"/>
                      </a:endParaRPr>
                    </a:p>
                  </a:txBody>
                  <a:tcPr marL="57607" marR="57607"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975" dirty="0">
                          <a:solidFill>
                            <a:srgbClr val="665B46"/>
                          </a:solidFill>
                          <a:latin typeface="IBM Plex Mono" pitchFamily="34" charset="0"/>
                          <a:ea typeface="IBM Plex Mono" pitchFamily="34" charset="-122"/>
                          <a:cs typeface="IBM Plex Mono" pitchFamily="34" charset="-120"/>
                        </a:rPr>
                        <a:t>−9.4</a:t>
                      </a:r>
                      <a:endParaRPr lang="en-US" sz="975" dirty="0">
                        <a:latin typeface="IBM Plex Mono" charset="0"/>
                        <a:ea typeface="IBM Plex Mono" charset="0"/>
                        <a:cs typeface="IBM Plex Mono" charset="0"/>
                      </a:endParaRPr>
                    </a:p>
                  </a:txBody>
                  <a:tcPr marL="0" marR="0"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r h="320383">
                <a:tc>
                  <a:txBody>
                    <a:bodyPr/>
                    <a:lstStyle/>
                    <a:p>
                      <a:pPr indent="0" marL="0">
                        <a:buNone/>
                      </a:pPr>
                      <a:r>
                        <a:rPr lang="en-US" sz="975" dirty="0">
                          <a:solidFill>
                            <a:srgbClr val="1C1D24"/>
                          </a:solidFill>
                          <a:latin typeface="IBM Plex Mono" pitchFamily="34" charset="0"/>
                          <a:ea typeface="IBM Plex Mono" pitchFamily="34" charset="-122"/>
                          <a:cs typeface="IBM Plex Mono" pitchFamily="34" charset="-120"/>
                        </a:rPr>
                        <a:t>P90</a:t>
                      </a:r>
                      <a:endParaRPr lang="en-US" sz="975" dirty="0">
                        <a:latin typeface="IBM Plex Mono" charset="0"/>
                        <a:ea typeface="IBM Plex Mono" charset="0"/>
                        <a:cs typeface="IBM Plex Mono" charset="0"/>
                      </a:endParaRPr>
                    </a:p>
                  </a:txBody>
                  <a:tcPr marL="57607" marR="57607"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8DEC4">
                        <a:alpha val="40000"/>
                      </a:srgbClr>
                    </a:solidFill>
                  </a:tcPr>
                </a:tc>
                <a:tc>
                  <a:txBody>
                    <a:bodyPr/>
                    <a:lstStyle/>
                    <a:p>
                      <a:pPr algn="r" indent="0" marL="0">
                        <a:buNone/>
                      </a:pPr>
                      <a:r>
                        <a:rPr lang="en-US" sz="975" dirty="0">
                          <a:solidFill>
                            <a:srgbClr val="1C1D24"/>
                          </a:solidFill>
                          <a:latin typeface="IBM Plex Mono" pitchFamily="34" charset="0"/>
                          <a:ea typeface="IBM Plex Mono" pitchFamily="34" charset="-122"/>
                          <a:cs typeface="IBM Plex Mono" pitchFamily="34" charset="-120"/>
                        </a:rPr>
                        <a:t>297.8</a:t>
                      </a:r>
                      <a:endParaRPr lang="en-US" sz="975" dirty="0">
                        <a:latin typeface="IBM Plex Mono" charset="0"/>
                        <a:ea typeface="IBM Plex Mono" charset="0"/>
                        <a:cs typeface="IBM Plex Mono" charset="0"/>
                      </a:endParaRPr>
                    </a:p>
                  </a:txBody>
                  <a:tcPr marL="57607" marR="57607"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8DEC4">
                        <a:alpha val="40000"/>
                      </a:srgbClr>
                    </a:solidFill>
                  </a:tcPr>
                </a:tc>
                <a:tc>
                  <a:txBody>
                    <a:bodyPr/>
                    <a:lstStyle/>
                    <a:p>
                      <a:pPr algn="r" indent="0" marL="0">
                        <a:buNone/>
                      </a:pPr>
                      <a:r>
                        <a:rPr lang="en-US" sz="975" dirty="0">
                          <a:solidFill>
                            <a:srgbClr val="1C1D24"/>
                          </a:solidFill>
                          <a:latin typeface="IBM Plex Mono" pitchFamily="34" charset="0"/>
                          <a:ea typeface="IBM Plex Mono" pitchFamily="34" charset="-122"/>
                          <a:cs typeface="IBM Plex Mono" pitchFamily="34" charset="-120"/>
                        </a:rPr>
                        <a:t>286.3</a:t>
                      </a:r>
                      <a:endParaRPr lang="en-US" sz="975" dirty="0">
                        <a:latin typeface="IBM Plex Mono" charset="0"/>
                        <a:ea typeface="IBM Plex Mono" charset="0"/>
                        <a:cs typeface="IBM Plex Mono" charset="0"/>
                      </a:endParaRPr>
                    </a:p>
                  </a:txBody>
                  <a:tcPr marL="57607" marR="57607"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8DEC4">
                        <a:alpha val="40000"/>
                      </a:srgbClr>
                    </a:solidFill>
                  </a:tcPr>
                </a:tc>
                <a:tc>
                  <a:txBody>
                    <a:bodyPr/>
                    <a:lstStyle/>
                    <a:p>
                      <a:pPr algn="r" indent="0" marL="0">
                        <a:buNone/>
                      </a:pPr>
                      <a:r>
                        <a:rPr lang="en-US" sz="975" dirty="0">
                          <a:solidFill>
                            <a:srgbClr val="1C1D24"/>
                          </a:solidFill>
                          <a:latin typeface="IBM Plex Mono" pitchFamily="34" charset="0"/>
                          <a:ea typeface="IBM Plex Mono" pitchFamily="34" charset="-122"/>
                          <a:cs typeface="IBM Plex Mono" pitchFamily="34" charset="-120"/>
                        </a:rPr>
                        <a:t>298.5</a:t>
                      </a:r>
                      <a:endParaRPr lang="en-US" sz="975" dirty="0">
                        <a:latin typeface="IBM Plex Mono" charset="0"/>
                        <a:ea typeface="IBM Plex Mono" charset="0"/>
                        <a:cs typeface="IBM Plex Mono" charset="0"/>
                      </a:endParaRPr>
                    </a:p>
                  </a:txBody>
                  <a:tcPr marL="57607" marR="57607"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8DEC4">
                        <a:alpha val="40000"/>
                      </a:srgbClr>
                    </a:solidFill>
                  </a:tcPr>
                </a:tc>
                <a:tc>
                  <a:txBody>
                    <a:bodyPr/>
                    <a:lstStyle/>
                    <a:p>
                      <a:pPr algn="r" indent="0" marL="0">
                        <a:buNone/>
                      </a:pPr>
                      <a:r>
                        <a:rPr lang="en-US" sz="975" dirty="0">
                          <a:solidFill>
                            <a:srgbClr val="665B46"/>
                          </a:solidFill>
                          <a:latin typeface="IBM Plex Mono" pitchFamily="34" charset="0"/>
                          <a:ea typeface="IBM Plex Mono" pitchFamily="34" charset="-122"/>
                          <a:cs typeface="IBM Plex Mono" pitchFamily="34" charset="-120"/>
                        </a:rPr>
                        <a:t>−11.5</a:t>
                      </a:r>
                      <a:endParaRPr lang="en-US" sz="975" dirty="0">
                        <a:latin typeface="IBM Plex Mono" charset="0"/>
                        <a:ea typeface="IBM Plex Mono" charset="0"/>
                        <a:cs typeface="IBM Plex Mono" charset="0"/>
                      </a:endParaRPr>
                    </a:p>
                  </a:txBody>
                  <a:tcPr marL="0" marR="0"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8DEC4">
                        <a:alpha val="40000"/>
                      </a:srgbClr>
                    </a:solidFill>
                  </a:tcPr>
                </a:tc>
              </a:tr>
              <a:tr h="320383">
                <a:tc>
                  <a:txBody>
                    <a:bodyPr/>
                    <a:lstStyle/>
                    <a:p>
                      <a:pPr indent="0" marL="0">
                        <a:buNone/>
                      </a:pPr>
                      <a:r>
                        <a:rPr lang="en-US" sz="975" dirty="0">
                          <a:solidFill>
                            <a:srgbClr val="1C1D24"/>
                          </a:solidFill>
                          <a:latin typeface="IBM Plex Mono" pitchFamily="34" charset="0"/>
                          <a:ea typeface="IBM Plex Mono" pitchFamily="34" charset="-122"/>
                          <a:cs typeface="IBM Plex Mono" pitchFamily="34" charset="-120"/>
                        </a:rPr>
                        <a:t>max</a:t>
                      </a:r>
                      <a:endParaRPr lang="en-US" sz="975" dirty="0">
                        <a:latin typeface="IBM Plex Mono" charset="0"/>
                        <a:ea typeface="IBM Plex Mono" charset="0"/>
                        <a:cs typeface="IBM Plex Mono" charset="0"/>
                      </a:endParaRPr>
                    </a:p>
                  </a:txBody>
                  <a:tcPr marL="57607" marR="57607"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975" dirty="0">
                          <a:solidFill>
                            <a:srgbClr val="1C1D24"/>
                          </a:solidFill>
                          <a:latin typeface="IBM Plex Mono" pitchFamily="34" charset="0"/>
                          <a:ea typeface="IBM Plex Mono" pitchFamily="34" charset="-122"/>
                          <a:cs typeface="IBM Plex Mono" pitchFamily="34" charset="-120"/>
                        </a:rPr>
                        <a:t>308.2</a:t>
                      </a:r>
                      <a:endParaRPr lang="en-US" sz="975" dirty="0">
                        <a:latin typeface="IBM Plex Mono" charset="0"/>
                        <a:ea typeface="IBM Plex Mono" charset="0"/>
                        <a:cs typeface="IBM Plex Mono" charset="0"/>
                      </a:endParaRPr>
                    </a:p>
                  </a:txBody>
                  <a:tcPr marL="57607" marR="57607"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975" dirty="0">
                          <a:solidFill>
                            <a:srgbClr val="1C1D24"/>
                          </a:solidFill>
                          <a:latin typeface="IBM Plex Mono" pitchFamily="34" charset="0"/>
                          <a:ea typeface="IBM Plex Mono" pitchFamily="34" charset="-122"/>
                          <a:cs typeface="IBM Plex Mono" pitchFamily="34" charset="-120"/>
                        </a:rPr>
                        <a:t>295.6</a:t>
                      </a:r>
                      <a:endParaRPr lang="en-US" sz="975" dirty="0">
                        <a:latin typeface="IBM Plex Mono" charset="0"/>
                        <a:ea typeface="IBM Plex Mono" charset="0"/>
                        <a:cs typeface="IBM Plex Mono" charset="0"/>
                      </a:endParaRPr>
                    </a:p>
                  </a:txBody>
                  <a:tcPr marL="57607" marR="57607"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975" dirty="0">
                          <a:solidFill>
                            <a:srgbClr val="1C1D24"/>
                          </a:solidFill>
                          <a:latin typeface="IBM Plex Mono" pitchFamily="34" charset="0"/>
                          <a:ea typeface="IBM Plex Mono" pitchFamily="34" charset="-122"/>
                          <a:cs typeface="IBM Plex Mono" pitchFamily="34" charset="-120"/>
                        </a:rPr>
                        <a:t>306.9</a:t>
                      </a:r>
                      <a:endParaRPr lang="en-US" sz="975" dirty="0">
                        <a:latin typeface="IBM Plex Mono" charset="0"/>
                        <a:ea typeface="IBM Plex Mono" charset="0"/>
                        <a:cs typeface="IBM Plex Mono" charset="0"/>
                      </a:endParaRPr>
                    </a:p>
                  </a:txBody>
                  <a:tcPr marL="57607" marR="57607"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975" dirty="0">
                          <a:solidFill>
                            <a:srgbClr val="665B46"/>
                          </a:solidFill>
                          <a:latin typeface="IBM Plex Mono" pitchFamily="34" charset="0"/>
                          <a:ea typeface="IBM Plex Mono" pitchFamily="34" charset="-122"/>
                          <a:cs typeface="IBM Plex Mono" pitchFamily="34" charset="-120"/>
                        </a:rPr>
                        <a:t>−12.6</a:t>
                      </a:r>
                      <a:endParaRPr lang="en-US" sz="975" dirty="0">
                        <a:latin typeface="IBM Plex Mono" charset="0"/>
                        <a:ea typeface="IBM Plex Mono" charset="0"/>
                        <a:cs typeface="IBM Plex Mono" charset="0"/>
                      </a:endParaRPr>
                    </a:p>
                  </a:txBody>
                  <a:tcPr marL="0" marR="0"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bl>
          </a:graphicData>
        </a:graphic>
      </p:graphicFrame>
      <p:sp>
        <p:nvSpPr>
          <p:cNvPr id="26" name="Text 15"/>
          <p:cNvSpPr txBox="1"/>
          <p:nvPr/>
        </p:nvSpPr>
        <p:spPr>
          <a:xfrm>
            <a:off x="1580998" y="5544007"/>
            <a:ext cx="7429500" cy="133502"/>
          </a:xfrm>
          <a:prstGeom prst="rect">
            <a:avLst/>
          </a:prstGeom>
          <a:noFill/>
          <a:ln/>
        </p:spPr>
        <p:txBody>
          <a:bodyPr wrap="none" lIns="0" tIns="0" rIns="0" bIns="0" rtlCol="0" anchor="ctr"/>
          <a:lstStyle/>
          <a:p>
            <a:pPr algn="l" indent="0" marL="0">
              <a:buNone/>
            </a:pPr>
            <a:r>
              <a:rPr lang="en-US" sz="825" spc="149" kern="0" dirty="0">
                <a:solidFill>
                  <a:srgbClr val="B4631D"/>
                </a:solidFill>
                <a:latin typeface="IBM Plex Mono" pitchFamily="34" charset="0"/>
                <a:ea typeface="IBM Plex Mono" pitchFamily="34" charset="-122"/>
                <a:cs typeface="IBM Plex Mono" pitchFamily="34" charset="-120"/>
              </a:rPr>
              <a:t>RS LINE NOTE</a:t>
            </a:r>
            <a:endParaRPr lang="en-US" sz="825" dirty="0"/>
          </a:p>
        </p:txBody>
      </p:sp>
      <p:sp>
        <p:nvSpPr>
          <p:cNvPr id="27" name="Text 16"/>
          <p:cNvSpPr txBox="1"/>
          <p:nvPr/>
        </p:nvSpPr>
        <p:spPr>
          <a:xfrm>
            <a:off x="1580998" y="5734202"/>
            <a:ext cx="7429500" cy="391363"/>
          </a:xfrm>
          <a:prstGeom prst="rect">
            <a:avLst/>
          </a:prstGeom>
          <a:noFill/>
          <a:ln/>
        </p:spPr>
        <p:txBody>
          <a:bodyPr wrap="square" lIns="0" tIns="0" rIns="0" bIns="0" rtlCol="0" anchor="ctr"/>
          <a:lstStyle/>
          <a:p>
            <a:pPr algn="l" indent="0" marL="0">
              <a:lnSpc>
                <a:spcPts val="1511"/>
              </a:lnSpc>
              <a:buNone/>
            </a:pPr>
            <a:r>
              <a:rPr lang="en-US" sz="975" dirty="0">
                <a:solidFill>
                  <a:srgbClr val="36322A"/>
                </a:solidFill>
                <a:latin typeface="Noto Sans KR" pitchFamily="34" charset="0"/>
                <a:ea typeface="Noto Sans KR" pitchFamily="34" charset="-122"/>
                <a:cs typeface="Noto Sans KR" pitchFamily="34" charset="-120"/>
              </a:rPr>
              <a:t>400°C median −10.4 Ω/sq vs 350°C baseline. Cu grain 성장에 따른 rho 감소로 자연스러운 결과. distribution tail도 함께 −9~−12 Ω/sq 아래로 이동, 최대값 300 Ω/sq 이하.</a:t>
            </a:r>
            <a:endParaRPr lang="en-US" sz="975" dirty="0"/>
          </a:p>
        </p:txBody>
      </p:sp>
      <p:sp>
        <p:nvSpPr>
          <p:cNvPr id="28" name="Text 17"/>
          <p:cNvSpPr txBox="1"/>
          <p:nvPr/>
        </p:nvSpPr>
        <p:spPr>
          <a:xfrm>
            <a:off x="9581998" y="2076602"/>
            <a:ext cx="4763110" cy="133502"/>
          </a:xfrm>
          <a:prstGeom prst="rect">
            <a:avLst/>
          </a:prstGeom>
          <a:noFill/>
          <a:ln/>
        </p:spPr>
        <p:txBody>
          <a:bodyPr wrap="none" lIns="0" tIns="0" rIns="0" bIns="0" rtlCol="0" anchor="ctr"/>
          <a:lstStyle/>
          <a:p>
            <a:pPr algn="l" indent="0" marL="0">
              <a:buNone/>
            </a:pPr>
            <a:r>
              <a:rPr lang="en-US" sz="825" spc="231" kern="0" dirty="0">
                <a:solidFill>
                  <a:srgbClr val="2C5B62"/>
                </a:solidFill>
                <a:latin typeface="IBM Plex Mono" pitchFamily="34" charset="0"/>
                <a:ea typeface="IBM Plex Mono" pitchFamily="34" charset="-122"/>
                <a:cs typeface="IBM Plex Mono" pitchFamily="34" charset="-120"/>
              </a:rPr>
              <a:t>METRIC · Rc VIA CHAIN</a:t>
            </a:r>
            <a:endParaRPr lang="en-US" sz="825" dirty="0"/>
          </a:p>
        </p:txBody>
      </p:sp>
      <p:sp>
        <p:nvSpPr>
          <p:cNvPr id="29" name="Text 18"/>
          <p:cNvSpPr txBox="1"/>
          <p:nvPr/>
        </p:nvSpPr>
        <p:spPr>
          <a:xfrm>
            <a:off x="9581998" y="2266798"/>
            <a:ext cx="5181905" cy="305410"/>
          </a:xfrm>
          <a:prstGeom prst="rect">
            <a:avLst/>
          </a:prstGeom>
          <a:noFill/>
          <a:ln/>
        </p:spPr>
        <p:txBody>
          <a:bodyPr wrap="none" lIns="0" tIns="0" rIns="0" bIns="0" rtlCol="0" anchor="ctr"/>
          <a:lstStyle/>
          <a:p>
            <a:pPr algn="l" indent="0" marL="0">
              <a:buNone/>
            </a:pPr>
            <a:r>
              <a:rPr lang="en-US" sz="1650" b="1" dirty="0">
                <a:solidFill>
                  <a:srgbClr val="1C1D24"/>
                </a:solidFill>
                <a:latin typeface="Noto Sans KR" pitchFamily="34" charset="0"/>
                <a:ea typeface="Noto Sans KR" pitchFamily="34" charset="-122"/>
                <a:cs typeface="Noto Sans KR" pitchFamily="34" charset="-120"/>
              </a:rPr>
              <a:t>Rc via chain · 32 chain / wafer · Ω·µm²</a:t>
            </a:r>
            <a:endParaRPr lang="en-US" sz="1650" dirty="0"/>
          </a:p>
        </p:txBody>
      </p:sp>
      <p:sp>
        <p:nvSpPr>
          <p:cNvPr id="30" name="Text 19"/>
          <p:cNvSpPr txBox="1"/>
          <p:nvPr/>
        </p:nvSpPr>
        <p:spPr>
          <a:xfrm>
            <a:off x="9581998" y="2609698"/>
            <a:ext cx="4763110" cy="143561"/>
          </a:xfrm>
          <a:prstGeom prst="rect">
            <a:avLst/>
          </a:prstGeom>
          <a:noFill/>
          <a:ln/>
        </p:spPr>
        <p:txBody>
          <a:bodyPr wrap="none" lIns="0" tIns="0" rIns="0" bIns="0" rtlCol="0" anchor="ctr"/>
          <a:lstStyle/>
          <a:p>
            <a:pPr algn="l" indent="0" marL="0">
              <a:buNone/>
            </a:pPr>
            <a:r>
              <a:rPr lang="en-US" sz="900" dirty="0">
                <a:solidFill>
                  <a:srgbClr val="665B46"/>
                </a:solidFill>
                <a:latin typeface="IBM Plex Mono" pitchFamily="34" charset="0"/>
                <a:ea typeface="IBM Plex Mono" pitchFamily="34" charset="-122"/>
                <a:cs typeface="IBM Plex Mono" pitchFamily="34" charset="-120"/>
              </a:rPr>
              <a:t>unit Ω·μm² · kelvin contact · 1000-via chain</a:t>
            </a:r>
            <a:endParaRPr lang="en-US" sz="900" dirty="0"/>
          </a:p>
        </p:txBody>
      </p:sp>
      <p:graphicFrame>
        <p:nvGraphicFramePr>
          <p:cNvPr id="23" name="Table 1"/>
          <p:cNvGraphicFramePr>
            <a:graphicFrameLocks noGrp="1"/>
          </p:cNvGraphicFramePr>
          <p:nvPr>
            <p:extLst>
              <p:ext uri="{D42A27DB-BD31-4B8C-83A1-F6EECF244321}">
                <p14:modId xmlns:p14="http://schemas.microsoft.com/office/powerpoint/2010/main" val="1579011935"/>
              </p:ext>
            </p:extLst>
          </p:nvPr>
        </p:nvGraphicFramePr>
        <p:xfrm>
          <a:off x="9581998" y="2857500"/>
          <a:ext cx="7239305" cy="2563063"/>
        </p:xfrm>
        <a:graphic>
          <a:graphicData uri="http://schemas.openxmlformats.org/drawingml/2006/table">
            <a:tbl>
              <a:tblPr/>
              <a:tblGrid>
                <a:gridCol w="1763878"/>
                <a:gridCol w="1490472"/>
                <a:gridCol w="1490472"/>
                <a:gridCol w="1776679"/>
                <a:gridCol w="717804"/>
              </a:tblGrid>
              <a:tr h="320383">
                <a:tc>
                  <a:txBody>
                    <a:bodyPr/>
                    <a:lstStyle/>
                    <a:p>
                      <a:pPr algn="l" indent="0" marL="0">
                        <a:buNone/>
                      </a:pPr>
                      <a:r>
                        <a:rPr lang="en-US" sz="825" dirty="0">
                          <a:solidFill>
                            <a:srgbClr val="EFE6D3"/>
                          </a:solidFill>
                          <a:latin typeface="IBM Plex Mono" pitchFamily="34" charset="0"/>
                          <a:ea typeface="IBM Plex Mono" pitchFamily="34" charset="-122"/>
                          <a:cs typeface="IBM Plex Mono" pitchFamily="34" charset="-120"/>
                        </a:rPr>
                        <a:t>PERCENTILE</a:t>
                      </a:r>
                      <a:endParaRPr lang="en-US" sz="825" dirty="0">
                        <a:latin typeface="IBM Plex Mono" charset="0"/>
                        <a:ea typeface="IBM Plex Mono" charset="0"/>
                        <a:cs typeface="IBM Plex Mono" charset="0"/>
                      </a:endParaRPr>
                    </a:p>
                  </a:txBody>
                  <a:tcPr marL="57607" marR="57607"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26201A"/>
                    </a:solidFill>
                  </a:tcPr>
                </a:tc>
                <a:tc>
                  <a:txBody>
                    <a:bodyPr/>
                    <a:lstStyle/>
                    <a:p>
                      <a:pPr algn="r" indent="0" marL="0">
                        <a:buNone/>
                      </a:pPr>
                      <a:r>
                        <a:rPr lang="en-US" sz="825" dirty="0">
                          <a:solidFill>
                            <a:srgbClr val="EFE6D3"/>
                          </a:solidFill>
                          <a:latin typeface="IBM Plex Mono" pitchFamily="34" charset="0"/>
                          <a:ea typeface="IBM Plex Mono" pitchFamily="34" charset="-122"/>
                          <a:cs typeface="IBM Plex Mono" pitchFamily="34" charset="-120"/>
                        </a:rPr>
                        <a:t>W03 · 350</a:t>
                      </a:r>
                      <a:endParaRPr lang="en-US" sz="825" dirty="0">
                        <a:latin typeface="IBM Plex Mono" charset="0"/>
                        <a:ea typeface="IBM Plex Mono" charset="0"/>
                        <a:cs typeface="IBM Plex Mono" charset="0"/>
                      </a:endParaRPr>
                    </a:p>
                  </a:txBody>
                  <a:tcPr marL="57607" marR="57607"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26201A"/>
                    </a:solidFill>
                  </a:tcPr>
                </a:tc>
                <a:tc>
                  <a:txBody>
                    <a:bodyPr/>
                    <a:lstStyle/>
                    <a:p>
                      <a:pPr algn="r" indent="0" marL="0">
                        <a:buNone/>
                      </a:pPr>
                      <a:r>
                        <a:rPr lang="en-US" sz="825" dirty="0">
                          <a:solidFill>
                            <a:srgbClr val="EFE6D3"/>
                          </a:solidFill>
                          <a:latin typeface="IBM Plex Mono" pitchFamily="34" charset="0"/>
                          <a:ea typeface="IBM Plex Mono" pitchFamily="34" charset="-122"/>
                          <a:cs typeface="IBM Plex Mono" pitchFamily="34" charset="-120"/>
                        </a:rPr>
                        <a:t>W07 · 400</a:t>
                      </a:r>
                      <a:endParaRPr lang="en-US" sz="825" dirty="0">
                        <a:latin typeface="IBM Plex Mono" charset="0"/>
                        <a:ea typeface="IBM Plex Mono" charset="0"/>
                        <a:cs typeface="IBM Plex Mono" charset="0"/>
                      </a:endParaRPr>
                    </a:p>
                  </a:txBody>
                  <a:tcPr marL="57607" marR="57607"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26201A"/>
                    </a:solidFill>
                  </a:tcPr>
                </a:tc>
                <a:tc>
                  <a:txBody>
                    <a:bodyPr/>
                    <a:lstStyle/>
                    <a:p>
                      <a:pPr algn="r" indent="0" marL="0">
                        <a:buNone/>
                      </a:pPr>
                      <a:r>
                        <a:rPr lang="en-US" sz="825" dirty="0">
                          <a:solidFill>
                            <a:srgbClr val="EFE6D3"/>
                          </a:solidFill>
                          <a:latin typeface="IBM Plex Mono" pitchFamily="34" charset="0"/>
                          <a:ea typeface="IBM Plex Mono" pitchFamily="34" charset="-122"/>
                          <a:cs typeface="IBM Plex Mono" pitchFamily="34" charset="-120"/>
                        </a:rPr>
                        <a:t>W11 · 350·r</a:t>
                      </a:r>
                      <a:endParaRPr lang="en-US" sz="825" dirty="0">
                        <a:latin typeface="IBM Plex Mono" charset="0"/>
                        <a:ea typeface="IBM Plex Mono" charset="0"/>
                        <a:cs typeface="IBM Plex Mono" charset="0"/>
                      </a:endParaRPr>
                    </a:p>
                  </a:txBody>
                  <a:tcPr marL="57607" marR="57607"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26201A"/>
                    </a:solidFill>
                  </a:tcPr>
                </a:tc>
                <a:tc>
                  <a:txBody>
                    <a:bodyPr/>
                    <a:lstStyle/>
                    <a:p>
                      <a:pPr algn="r" indent="0" marL="0">
                        <a:buNone/>
                      </a:pPr>
                      <a:r>
                        <a:rPr lang="en-US" sz="825" dirty="0">
                          <a:solidFill>
                            <a:srgbClr val="EFE6D3"/>
                          </a:solidFill>
                          <a:latin typeface="IBM Plex Mono" pitchFamily="34" charset="0"/>
                          <a:ea typeface="IBM Plex Mono" pitchFamily="34" charset="-122"/>
                          <a:cs typeface="IBM Plex Mono" pitchFamily="34" charset="-120"/>
                        </a:rPr>
                        <a:t>×10⁻⁹</a:t>
                      </a:r>
                      <a:endParaRPr lang="en-US" sz="825" dirty="0">
                        <a:latin typeface="IBM Plex Mono" charset="0"/>
                        <a:ea typeface="IBM Plex Mono" charset="0"/>
                        <a:cs typeface="IBM Plex Mono" charset="0"/>
                      </a:endParaRPr>
                    </a:p>
                  </a:txBody>
                  <a:tcPr marL="0" marR="0"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26201A"/>
                    </a:solidFill>
                  </a:tcPr>
                </a:tc>
              </a:tr>
              <a:tr h="320383">
                <a:tc>
                  <a:txBody>
                    <a:bodyPr/>
                    <a:lstStyle/>
                    <a:p>
                      <a:pPr indent="0" marL="0">
                        <a:buNone/>
                      </a:pPr>
                      <a:r>
                        <a:rPr lang="en-US" sz="975" dirty="0">
                          <a:solidFill>
                            <a:srgbClr val="1C1D24"/>
                          </a:solidFill>
                          <a:latin typeface="IBM Plex Mono" pitchFamily="34" charset="0"/>
                          <a:ea typeface="IBM Plex Mono" pitchFamily="34" charset="-122"/>
                          <a:cs typeface="IBM Plex Mono" pitchFamily="34" charset="-120"/>
                        </a:rPr>
                        <a:t>min</a:t>
                      </a:r>
                      <a:endParaRPr lang="en-US" sz="975" dirty="0">
                        <a:latin typeface="IBM Plex Mono" charset="0"/>
                        <a:ea typeface="IBM Plex Mono" charset="0"/>
                        <a:cs typeface="IBM Plex Mono" charset="0"/>
                      </a:endParaRPr>
                    </a:p>
                  </a:txBody>
                  <a:tcPr marL="57607" marR="57607"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975" dirty="0">
                          <a:solidFill>
                            <a:srgbClr val="1C1D24"/>
                          </a:solidFill>
                          <a:latin typeface="IBM Plex Mono" pitchFamily="34" charset="0"/>
                          <a:ea typeface="IBM Plex Mono" pitchFamily="34" charset="-122"/>
                          <a:cs typeface="IBM Plex Mono" pitchFamily="34" charset="-120"/>
                        </a:rPr>
                        <a:t>4.30</a:t>
                      </a:r>
                      <a:endParaRPr lang="en-US" sz="975" dirty="0">
                        <a:latin typeface="IBM Plex Mono" charset="0"/>
                        <a:ea typeface="IBM Plex Mono" charset="0"/>
                        <a:cs typeface="IBM Plex Mono" charset="0"/>
                      </a:endParaRPr>
                    </a:p>
                  </a:txBody>
                  <a:tcPr marL="57607" marR="57607"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975" dirty="0">
                          <a:solidFill>
                            <a:srgbClr val="1C1D24"/>
                          </a:solidFill>
                          <a:latin typeface="IBM Plex Mono" pitchFamily="34" charset="0"/>
                          <a:ea typeface="IBM Plex Mono" pitchFamily="34" charset="-122"/>
                          <a:cs typeface="IBM Plex Mono" pitchFamily="34" charset="-120"/>
                        </a:rPr>
                        <a:t>4.10</a:t>
                      </a:r>
                      <a:endParaRPr lang="en-US" sz="975" dirty="0">
                        <a:latin typeface="IBM Plex Mono" charset="0"/>
                        <a:ea typeface="IBM Plex Mono" charset="0"/>
                        <a:cs typeface="IBM Plex Mono" charset="0"/>
                      </a:endParaRPr>
                    </a:p>
                  </a:txBody>
                  <a:tcPr marL="57607" marR="57607"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975" dirty="0">
                          <a:solidFill>
                            <a:srgbClr val="1C1D24"/>
                          </a:solidFill>
                          <a:latin typeface="IBM Plex Mono" pitchFamily="34" charset="0"/>
                          <a:ea typeface="IBM Plex Mono" pitchFamily="34" charset="-122"/>
                          <a:cs typeface="IBM Plex Mono" pitchFamily="34" charset="-120"/>
                        </a:rPr>
                        <a:t>4.35</a:t>
                      </a:r>
                      <a:endParaRPr lang="en-US" sz="975" dirty="0">
                        <a:latin typeface="IBM Plex Mono" charset="0"/>
                        <a:ea typeface="IBM Plex Mono" charset="0"/>
                        <a:cs typeface="IBM Plex Mono" charset="0"/>
                      </a:endParaRPr>
                    </a:p>
                  </a:txBody>
                  <a:tcPr marL="57607" marR="57607"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endParaRPr lang="en-US" sz="975" dirty="0">
                        <a:latin typeface="IBM Plex Mono" charset="0"/>
                        <a:ea typeface="IBM Plex Mono" charset="0"/>
                        <a:cs typeface="IBM Plex Mono" charset="0"/>
                      </a:endParaRPr>
                    </a:p>
                  </a:txBody>
                  <a:tcPr marL="0" marR="0"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r h="320383">
                <a:tc>
                  <a:txBody>
                    <a:bodyPr/>
                    <a:lstStyle/>
                    <a:p>
                      <a:pPr indent="0" marL="0">
                        <a:buNone/>
                      </a:pPr>
                      <a:r>
                        <a:rPr lang="en-US" sz="975" dirty="0">
                          <a:solidFill>
                            <a:srgbClr val="1C1D24"/>
                          </a:solidFill>
                          <a:latin typeface="IBM Plex Mono" pitchFamily="34" charset="0"/>
                          <a:ea typeface="IBM Plex Mono" pitchFamily="34" charset="-122"/>
                          <a:cs typeface="IBM Plex Mono" pitchFamily="34" charset="-120"/>
                        </a:rPr>
                        <a:t>P10</a:t>
                      </a:r>
                      <a:endParaRPr lang="en-US" sz="975" dirty="0">
                        <a:latin typeface="IBM Plex Mono" charset="0"/>
                        <a:ea typeface="IBM Plex Mono" charset="0"/>
                        <a:cs typeface="IBM Plex Mono" charset="0"/>
                      </a:endParaRPr>
                    </a:p>
                  </a:txBody>
                  <a:tcPr marL="57607" marR="57607"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8DEC4">
                        <a:alpha val="40000"/>
                      </a:srgbClr>
                    </a:solidFill>
                  </a:tcPr>
                </a:tc>
                <a:tc>
                  <a:txBody>
                    <a:bodyPr/>
                    <a:lstStyle/>
                    <a:p>
                      <a:pPr algn="r" indent="0" marL="0">
                        <a:buNone/>
                      </a:pPr>
                      <a:r>
                        <a:rPr lang="en-US" sz="975" dirty="0">
                          <a:solidFill>
                            <a:srgbClr val="1C1D24"/>
                          </a:solidFill>
                          <a:latin typeface="IBM Plex Mono" pitchFamily="34" charset="0"/>
                          <a:ea typeface="IBM Plex Mono" pitchFamily="34" charset="-122"/>
                          <a:cs typeface="IBM Plex Mono" pitchFamily="34" charset="-120"/>
                        </a:rPr>
                        <a:t>4.41</a:t>
                      </a:r>
                      <a:endParaRPr lang="en-US" sz="975" dirty="0">
                        <a:latin typeface="IBM Plex Mono" charset="0"/>
                        <a:ea typeface="IBM Plex Mono" charset="0"/>
                        <a:cs typeface="IBM Plex Mono" charset="0"/>
                      </a:endParaRPr>
                    </a:p>
                  </a:txBody>
                  <a:tcPr marL="57607" marR="57607"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8DEC4">
                        <a:alpha val="40000"/>
                      </a:srgbClr>
                    </a:solidFill>
                  </a:tcPr>
                </a:tc>
                <a:tc>
                  <a:txBody>
                    <a:bodyPr/>
                    <a:lstStyle/>
                    <a:p>
                      <a:pPr algn="r" indent="0" marL="0">
                        <a:buNone/>
                      </a:pPr>
                      <a:r>
                        <a:rPr lang="en-US" sz="975" dirty="0">
                          <a:solidFill>
                            <a:srgbClr val="1C1D24"/>
                          </a:solidFill>
                          <a:latin typeface="IBM Plex Mono" pitchFamily="34" charset="0"/>
                          <a:ea typeface="IBM Plex Mono" pitchFamily="34" charset="-122"/>
                          <a:cs typeface="IBM Plex Mono" pitchFamily="34" charset="-120"/>
                        </a:rPr>
                        <a:t>4.18</a:t>
                      </a:r>
                      <a:endParaRPr lang="en-US" sz="975" dirty="0">
                        <a:latin typeface="IBM Plex Mono" charset="0"/>
                        <a:ea typeface="IBM Plex Mono" charset="0"/>
                        <a:cs typeface="IBM Plex Mono" charset="0"/>
                      </a:endParaRPr>
                    </a:p>
                  </a:txBody>
                  <a:tcPr marL="57607" marR="57607"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8DEC4">
                        <a:alpha val="40000"/>
                      </a:srgbClr>
                    </a:solidFill>
                  </a:tcPr>
                </a:tc>
                <a:tc>
                  <a:txBody>
                    <a:bodyPr/>
                    <a:lstStyle/>
                    <a:p>
                      <a:pPr algn="r" indent="0" marL="0">
                        <a:buNone/>
                      </a:pPr>
                      <a:r>
                        <a:rPr lang="en-US" sz="975" dirty="0">
                          <a:solidFill>
                            <a:srgbClr val="1C1D24"/>
                          </a:solidFill>
                          <a:latin typeface="IBM Plex Mono" pitchFamily="34" charset="0"/>
                          <a:ea typeface="IBM Plex Mono" pitchFamily="34" charset="-122"/>
                          <a:cs typeface="IBM Plex Mono" pitchFamily="34" charset="-120"/>
                        </a:rPr>
                        <a:t>4.43</a:t>
                      </a:r>
                      <a:endParaRPr lang="en-US" sz="975" dirty="0">
                        <a:latin typeface="IBM Plex Mono" charset="0"/>
                        <a:ea typeface="IBM Plex Mono" charset="0"/>
                        <a:cs typeface="IBM Plex Mono" charset="0"/>
                      </a:endParaRPr>
                    </a:p>
                  </a:txBody>
                  <a:tcPr marL="57607" marR="57607"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8DEC4">
                        <a:alpha val="40000"/>
                      </a:srgbClr>
                    </a:solidFill>
                  </a:tcPr>
                </a:tc>
                <a:tc>
                  <a:txBody>
                    <a:bodyPr/>
                    <a:lstStyle/>
                    <a:p>
                      <a:pPr algn="r" indent="0" marL="0">
                        <a:buNone/>
                      </a:pPr>
                      <a:endParaRPr lang="en-US" sz="975" dirty="0">
                        <a:latin typeface="IBM Plex Mono" charset="0"/>
                        <a:ea typeface="IBM Plex Mono" charset="0"/>
                        <a:cs typeface="IBM Plex Mono" charset="0"/>
                      </a:endParaRPr>
                    </a:p>
                  </a:txBody>
                  <a:tcPr marL="0" marR="0"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8DEC4">
                        <a:alpha val="40000"/>
                      </a:srgbClr>
                    </a:solidFill>
                  </a:tcPr>
                </a:tc>
              </a:tr>
              <a:tr h="320383">
                <a:tc>
                  <a:txBody>
                    <a:bodyPr/>
                    <a:lstStyle/>
                    <a:p>
                      <a:pPr indent="0" marL="0">
                        <a:buNone/>
                      </a:pPr>
                      <a:r>
                        <a:rPr lang="en-US" sz="975" dirty="0">
                          <a:solidFill>
                            <a:srgbClr val="1C1D24"/>
                          </a:solidFill>
                          <a:latin typeface="IBM Plex Mono" pitchFamily="34" charset="0"/>
                          <a:ea typeface="IBM Plex Mono" pitchFamily="34" charset="-122"/>
                          <a:cs typeface="IBM Plex Mono" pitchFamily="34" charset="-120"/>
                        </a:rPr>
                        <a:t>P25</a:t>
                      </a:r>
                      <a:endParaRPr lang="en-US" sz="975" dirty="0">
                        <a:latin typeface="IBM Plex Mono" charset="0"/>
                        <a:ea typeface="IBM Plex Mono" charset="0"/>
                        <a:cs typeface="IBM Plex Mono" charset="0"/>
                      </a:endParaRPr>
                    </a:p>
                  </a:txBody>
                  <a:tcPr marL="57607" marR="57607"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975" dirty="0">
                          <a:solidFill>
                            <a:srgbClr val="1C1D24"/>
                          </a:solidFill>
                          <a:latin typeface="IBM Plex Mono" pitchFamily="34" charset="0"/>
                          <a:ea typeface="IBM Plex Mono" pitchFamily="34" charset="-122"/>
                          <a:cs typeface="IBM Plex Mono" pitchFamily="34" charset="-120"/>
                        </a:rPr>
                        <a:t>4.62</a:t>
                      </a:r>
                      <a:endParaRPr lang="en-US" sz="975" dirty="0">
                        <a:latin typeface="IBM Plex Mono" charset="0"/>
                        <a:ea typeface="IBM Plex Mono" charset="0"/>
                        <a:cs typeface="IBM Plex Mono" charset="0"/>
                      </a:endParaRPr>
                    </a:p>
                  </a:txBody>
                  <a:tcPr marL="57607" marR="57607"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975" dirty="0">
                          <a:solidFill>
                            <a:srgbClr val="1C1D24"/>
                          </a:solidFill>
                          <a:latin typeface="IBM Plex Mono" pitchFamily="34" charset="0"/>
                          <a:ea typeface="IBM Plex Mono" pitchFamily="34" charset="-122"/>
                          <a:cs typeface="IBM Plex Mono" pitchFamily="34" charset="-120"/>
                        </a:rPr>
                        <a:t>4.39</a:t>
                      </a:r>
                      <a:endParaRPr lang="en-US" sz="975" dirty="0">
                        <a:latin typeface="IBM Plex Mono" charset="0"/>
                        <a:ea typeface="IBM Plex Mono" charset="0"/>
                        <a:cs typeface="IBM Plex Mono" charset="0"/>
                      </a:endParaRPr>
                    </a:p>
                  </a:txBody>
                  <a:tcPr marL="57607" marR="57607"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975" dirty="0">
                          <a:solidFill>
                            <a:srgbClr val="1C1D24"/>
                          </a:solidFill>
                          <a:latin typeface="IBM Plex Mono" pitchFamily="34" charset="0"/>
                          <a:ea typeface="IBM Plex Mono" pitchFamily="34" charset="-122"/>
                          <a:cs typeface="IBM Plex Mono" pitchFamily="34" charset="-120"/>
                        </a:rPr>
                        <a:t>4.66</a:t>
                      </a:r>
                      <a:endParaRPr lang="en-US" sz="975" dirty="0">
                        <a:latin typeface="IBM Plex Mono" charset="0"/>
                        <a:ea typeface="IBM Plex Mono" charset="0"/>
                        <a:cs typeface="IBM Plex Mono" charset="0"/>
                      </a:endParaRPr>
                    </a:p>
                  </a:txBody>
                  <a:tcPr marL="57607" marR="57607"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endParaRPr lang="en-US" sz="975" dirty="0">
                        <a:latin typeface="IBM Plex Mono" charset="0"/>
                        <a:ea typeface="IBM Plex Mono" charset="0"/>
                        <a:cs typeface="IBM Plex Mono" charset="0"/>
                      </a:endParaRPr>
                    </a:p>
                  </a:txBody>
                  <a:tcPr marL="0" marR="0"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r h="320383">
                <a:tc>
                  <a:txBody>
                    <a:bodyPr/>
                    <a:lstStyle/>
                    <a:p>
                      <a:pPr indent="0" marL="0">
                        <a:buNone/>
                      </a:pPr>
                      <a:r>
                        <a:rPr lang="en-US" sz="975" b="1" dirty="0">
                          <a:solidFill>
                            <a:srgbClr val="1C1D24"/>
                          </a:solidFill>
                          <a:latin typeface="IBM Plex Mono" pitchFamily="34" charset="0"/>
                          <a:ea typeface="IBM Plex Mono" pitchFamily="34" charset="-122"/>
                          <a:cs typeface="IBM Plex Mono" pitchFamily="34" charset="-120"/>
                        </a:rPr>
                        <a:t>P50 (median)</a:t>
                      </a:r>
                      <a:endParaRPr lang="en-US" sz="975" dirty="0">
                        <a:latin typeface="IBM Plex Mono" charset="0"/>
                        <a:ea typeface="IBM Plex Mono" charset="0"/>
                        <a:cs typeface="IBM Plex Mono" charset="0"/>
                      </a:endParaRPr>
                    </a:p>
                  </a:txBody>
                  <a:tcPr marL="57607" marR="57607"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8DEC4">
                        <a:alpha val="40000"/>
                      </a:srgbClr>
                    </a:solidFill>
                  </a:tcPr>
                </a:tc>
                <a:tc>
                  <a:txBody>
                    <a:bodyPr/>
                    <a:lstStyle/>
                    <a:p>
                      <a:pPr algn="r" indent="0" marL="0">
                        <a:buNone/>
                      </a:pPr>
                      <a:r>
                        <a:rPr lang="en-US" sz="975" b="1" dirty="0">
                          <a:solidFill>
                            <a:srgbClr val="1C1D24"/>
                          </a:solidFill>
                          <a:latin typeface="IBM Plex Mono" pitchFamily="34" charset="0"/>
                          <a:ea typeface="IBM Plex Mono" pitchFamily="34" charset="-122"/>
                          <a:cs typeface="IBM Plex Mono" pitchFamily="34" charset="-120"/>
                        </a:rPr>
                        <a:t>4.83</a:t>
                      </a:r>
                      <a:endParaRPr lang="en-US" sz="975" dirty="0">
                        <a:latin typeface="IBM Plex Mono" charset="0"/>
                        <a:ea typeface="IBM Plex Mono" charset="0"/>
                        <a:cs typeface="IBM Plex Mono" charset="0"/>
                      </a:endParaRPr>
                    </a:p>
                  </a:txBody>
                  <a:tcPr marL="57607" marR="57607"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8DEC4">
                        <a:alpha val="40000"/>
                      </a:srgbClr>
                    </a:solidFill>
                  </a:tcPr>
                </a:tc>
                <a:tc>
                  <a:txBody>
                    <a:bodyPr/>
                    <a:lstStyle/>
                    <a:p>
                      <a:pPr algn="r" indent="0" marL="0">
                        <a:buNone/>
                      </a:pPr>
                      <a:r>
                        <a:rPr lang="en-US" sz="975" b="1" dirty="0">
                          <a:solidFill>
                            <a:srgbClr val="C25028"/>
                          </a:solidFill>
                          <a:latin typeface="IBM Plex Mono" pitchFamily="34" charset="0"/>
                          <a:ea typeface="IBM Plex Mono" pitchFamily="34" charset="-122"/>
                          <a:cs typeface="IBM Plex Mono" pitchFamily="34" charset="-120"/>
                        </a:rPr>
                        <a:t>4.59</a:t>
                      </a:r>
                      <a:endParaRPr lang="en-US" sz="975" dirty="0">
                        <a:latin typeface="IBM Plex Mono" charset="0"/>
                        <a:ea typeface="IBM Plex Mono" charset="0"/>
                        <a:cs typeface="IBM Plex Mono" charset="0"/>
                      </a:endParaRPr>
                    </a:p>
                  </a:txBody>
                  <a:tcPr marL="57607" marR="57607"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8DEC4">
                        <a:alpha val="40000"/>
                      </a:srgbClr>
                    </a:solidFill>
                  </a:tcPr>
                </a:tc>
                <a:tc>
                  <a:txBody>
                    <a:bodyPr/>
                    <a:lstStyle/>
                    <a:p>
                      <a:pPr algn="r" indent="0" marL="0">
                        <a:buNone/>
                      </a:pPr>
                      <a:r>
                        <a:rPr lang="en-US" sz="975" b="1" dirty="0">
                          <a:solidFill>
                            <a:srgbClr val="1C1D24"/>
                          </a:solidFill>
                          <a:latin typeface="IBM Plex Mono" pitchFamily="34" charset="0"/>
                          <a:ea typeface="IBM Plex Mono" pitchFamily="34" charset="-122"/>
                          <a:cs typeface="IBM Plex Mono" pitchFamily="34" charset="-120"/>
                        </a:rPr>
                        <a:t>4.85</a:t>
                      </a:r>
                      <a:endParaRPr lang="en-US" sz="975" dirty="0">
                        <a:latin typeface="IBM Plex Mono" charset="0"/>
                        <a:ea typeface="IBM Plex Mono" charset="0"/>
                        <a:cs typeface="IBM Plex Mono" charset="0"/>
                      </a:endParaRPr>
                    </a:p>
                  </a:txBody>
                  <a:tcPr marL="57607" marR="57607"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8DEC4">
                        <a:alpha val="40000"/>
                      </a:srgbClr>
                    </a:solidFill>
                  </a:tcPr>
                </a:tc>
                <a:tc>
                  <a:txBody>
                    <a:bodyPr/>
                    <a:lstStyle/>
                    <a:p>
                      <a:pPr algn="r" indent="0" marL="0">
                        <a:buNone/>
                      </a:pPr>
                      <a:r>
                        <a:rPr lang="en-US" sz="975" b="1" dirty="0">
                          <a:solidFill>
                            <a:srgbClr val="C25028"/>
                          </a:solidFill>
                          <a:latin typeface="IBM Plex Mono" pitchFamily="34" charset="0"/>
                          <a:ea typeface="IBM Plex Mono" pitchFamily="34" charset="-122"/>
                          <a:cs typeface="IBM Plex Mono" pitchFamily="34" charset="-120"/>
                        </a:rPr>
                        <a:t>−0.24</a:t>
                      </a:r>
                      <a:endParaRPr lang="en-US" sz="975" dirty="0">
                        <a:latin typeface="IBM Plex Mono" charset="0"/>
                        <a:ea typeface="IBM Plex Mono" charset="0"/>
                        <a:cs typeface="IBM Plex Mono" charset="0"/>
                      </a:endParaRPr>
                    </a:p>
                  </a:txBody>
                  <a:tcPr marL="0" marR="0"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8DEC4">
                        <a:alpha val="40000"/>
                      </a:srgbClr>
                    </a:solidFill>
                  </a:tcPr>
                </a:tc>
              </a:tr>
              <a:tr h="320383">
                <a:tc>
                  <a:txBody>
                    <a:bodyPr/>
                    <a:lstStyle/>
                    <a:p>
                      <a:pPr indent="0" marL="0">
                        <a:buNone/>
                      </a:pPr>
                      <a:r>
                        <a:rPr lang="en-US" sz="975" dirty="0">
                          <a:solidFill>
                            <a:srgbClr val="1C1D24"/>
                          </a:solidFill>
                          <a:latin typeface="IBM Plex Mono" pitchFamily="34" charset="0"/>
                          <a:ea typeface="IBM Plex Mono" pitchFamily="34" charset="-122"/>
                          <a:cs typeface="IBM Plex Mono" pitchFamily="34" charset="-120"/>
                        </a:rPr>
                        <a:t>P75</a:t>
                      </a:r>
                      <a:endParaRPr lang="en-US" sz="975" dirty="0">
                        <a:latin typeface="IBM Plex Mono" charset="0"/>
                        <a:ea typeface="IBM Plex Mono" charset="0"/>
                        <a:cs typeface="IBM Plex Mono" charset="0"/>
                      </a:endParaRPr>
                    </a:p>
                  </a:txBody>
                  <a:tcPr marL="57607" marR="57607"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975" dirty="0">
                          <a:solidFill>
                            <a:srgbClr val="1C1D24"/>
                          </a:solidFill>
                          <a:latin typeface="IBM Plex Mono" pitchFamily="34" charset="0"/>
                          <a:ea typeface="IBM Plex Mono" pitchFamily="34" charset="-122"/>
                          <a:cs typeface="IBM Plex Mono" pitchFamily="34" charset="-120"/>
                        </a:rPr>
                        <a:t>5.04</a:t>
                      </a:r>
                      <a:endParaRPr lang="en-US" sz="975" dirty="0">
                        <a:latin typeface="IBM Plex Mono" charset="0"/>
                        <a:ea typeface="IBM Plex Mono" charset="0"/>
                        <a:cs typeface="IBM Plex Mono" charset="0"/>
                      </a:endParaRPr>
                    </a:p>
                  </a:txBody>
                  <a:tcPr marL="57607" marR="57607"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975" dirty="0">
                          <a:solidFill>
                            <a:srgbClr val="1C1D24"/>
                          </a:solidFill>
                          <a:latin typeface="IBM Plex Mono" pitchFamily="34" charset="0"/>
                          <a:ea typeface="IBM Plex Mono" pitchFamily="34" charset="-122"/>
                          <a:cs typeface="IBM Plex Mono" pitchFamily="34" charset="-120"/>
                        </a:rPr>
                        <a:t>4.78</a:t>
                      </a:r>
                      <a:endParaRPr lang="en-US" sz="975" dirty="0">
                        <a:latin typeface="IBM Plex Mono" charset="0"/>
                        <a:ea typeface="IBM Plex Mono" charset="0"/>
                        <a:cs typeface="IBM Plex Mono" charset="0"/>
                      </a:endParaRPr>
                    </a:p>
                  </a:txBody>
                  <a:tcPr marL="57607" marR="57607"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975" dirty="0">
                          <a:solidFill>
                            <a:srgbClr val="1C1D24"/>
                          </a:solidFill>
                          <a:latin typeface="IBM Plex Mono" pitchFamily="34" charset="0"/>
                          <a:ea typeface="IBM Plex Mono" pitchFamily="34" charset="-122"/>
                          <a:cs typeface="IBM Plex Mono" pitchFamily="34" charset="-120"/>
                        </a:rPr>
                        <a:t>5.07</a:t>
                      </a:r>
                      <a:endParaRPr lang="en-US" sz="975" dirty="0">
                        <a:latin typeface="IBM Plex Mono" charset="0"/>
                        <a:ea typeface="IBM Plex Mono" charset="0"/>
                        <a:cs typeface="IBM Plex Mono" charset="0"/>
                      </a:endParaRPr>
                    </a:p>
                  </a:txBody>
                  <a:tcPr marL="57607" marR="57607"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endParaRPr lang="en-US" sz="975" dirty="0">
                        <a:latin typeface="IBM Plex Mono" charset="0"/>
                        <a:ea typeface="IBM Plex Mono" charset="0"/>
                        <a:cs typeface="IBM Plex Mono" charset="0"/>
                      </a:endParaRPr>
                    </a:p>
                  </a:txBody>
                  <a:tcPr marL="0" marR="0"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r h="320383">
                <a:tc>
                  <a:txBody>
                    <a:bodyPr/>
                    <a:lstStyle/>
                    <a:p>
                      <a:pPr indent="0" marL="0">
                        <a:buNone/>
                      </a:pPr>
                      <a:r>
                        <a:rPr lang="en-US" sz="975" dirty="0">
                          <a:solidFill>
                            <a:srgbClr val="1C1D24"/>
                          </a:solidFill>
                          <a:latin typeface="IBM Plex Mono" pitchFamily="34" charset="0"/>
                          <a:ea typeface="IBM Plex Mono" pitchFamily="34" charset="-122"/>
                          <a:cs typeface="IBM Plex Mono" pitchFamily="34" charset="-120"/>
                        </a:rPr>
                        <a:t>P90</a:t>
                      </a:r>
                      <a:endParaRPr lang="en-US" sz="975" dirty="0">
                        <a:latin typeface="IBM Plex Mono" charset="0"/>
                        <a:ea typeface="IBM Plex Mono" charset="0"/>
                        <a:cs typeface="IBM Plex Mono" charset="0"/>
                      </a:endParaRPr>
                    </a:p>
                  </a:txBody>
                  <a:tcPr marL="57607" marR="57607"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8DEC4">
                        <a:alpha val="40000"/>
                      </a:srgbClr>
                    </a:solidFill>
                  </a:tcPr>
                </a:tc>
                <a:tc>
                  <a:txBody>
                    <a:bodyPr/>
                    <a:lstStyle/>
                    <a:p>
                      <a:pPr algn="r" indent="0" marL="0">
                        <a:buNone/>
                      </a:pPr>
                      <a:r>
                        <a:rPr lang="en-US" sz="975" dirty="0">
                          <a:solidFill>
                            <a:srgbClr val="1C1D24"/>
                          </a:solidFill>
                          <a:latin typeface="IBM Plex Mono" pitchFamily="34" charset="0"/>
                          <a:ea typeface="IBM Plex Mono" pitchFamily="34" charset="-122"/>
                          <a:cs typeface="IBM Plex Mono" pitchFamily="34" charset="-120"/>
                        </a:rPr>
                        <a:t>5.31</a:t>
                      </a:r>
                      <a:endParaRPr lang="en-US" sz="975" dirty="0">
                        <a:latin typeface="IBM Plex Mono" charset="0"/>
                        <a:ea typeface="IBM Plex Mono" charset="0"/>
                        <a:cs typeface="IBM Plex Mono" charset="0"/>
                      </a:endParaRPr>
                    </a:p>
                  </a:txBody>
                  <a:tcPr marL="57607" marR="57607"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8DEC4">
                        <a:alpha val="40000"/>
                      </a:srgbClr>
                    </a:solidFill>
                  </a:tcPr>
                </a:tc>
                <a:tc>
                  <a:txBody>
                    <a:bodyPr/>
                    <a:lstStyle/>
                    <a:p>
                      <a:pPr algn="r" indent="0" marL="0">
                        <a:buNone/>
                      </a:pPr>
                      <a:r>
                        <a:rPr lang="en-US" sz="975" dirty="0">
                          <a:solidFill>
                            <a:srgbClr val="1C1D24"/>
                          </a:solidFill>
                          <a:latin typeface="IBM Plex Mono" pitchFamily="34" charset="0"/>
                          <a:ea typeface="IBM Plex Mono" pitchFamily="34" charset="-122"/>
                          <a:cs typeface="IBM Plex Mono" pitchFamily="34" charset="-120"/>
                        </a:rPr>
                        <a:t>5.06</a:t>
                      </a:r>
                      <a:endParaRPr lang="en-US" sz="975" dirty="0">
                        <a:latin typeface="IBM Plex Mono" charset="0"/>
                        <a:ea typeface="IBM Plex Mono" charset="0"/>
                        <a:cs typeface="IBM Plex Mono" charset="0"/>
                      </a:endParaRPr>
                    </a:p>
                  </a:txBody>
                  <a:tcPr marL="57607" marR="57607"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8DEC4">
                        <a:alpha val="40000"/>
                      </a:srgbClr>
                    </a:solidFill>
                  </a:tcPr>
                </a:tc>
                <a:tc>
                  <a:txBody>
                    <a:bodyPr/>
                    <a:lstStyle/>
                    <a:p>
                      <a:pPr algn="r" indent="0" marL="0">
                        <a:buNone/>
                      </a:pPr>
                      <a:r>
                        <a:rPr lang="en-US" sz="975" dirty="0">
                          <a:solidFill>
                            <a:srgbClr val="1C1D24"/>
                          </a:solidFill>
                          <a:latin typeface="IBM Plex Mono" pitchFamily="34" charset="0"/>
                          <a:ea typeface="IBM Plex Mono" pitchFamily="34" charset="-122"/>
                          <a:cs typeface="IBM Plex Mono" pitchFamily="34" charset="-120"/>
                        </a:rPr>
                        <a:t>5.29</a:t>
                      </a:r>
                      <a:endParaRPr lang="en-US" sz="975" dirty="0">
                        <a:latin typeface="IBM Plex Mono" charset="0"/>
                        <a:ea typeface="IBM Plex Mono" charset="0"/>
                        <a:cs typeface="IBM Plex Mono" charset="0"/>
                      </a:endParaRPr>
                    </a:p>
                  </a:txBody>
                  <a:tcPr marL="57607" marR="57607"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8DEC4">
                        <a:alpha val="40000"/>
                      </a:srgbClr>
                    </a:solidFill>
                  </a:tcPr>
                </a:tc>
                <a:tc>
                  <a:txBody>
                    <a:bodyPr/>
                    <a:lstStyle/>
                    <a:p>
                      <a:pPr algn="r" indent="0" marL="0">
                        <a:buNone/>
                      </a:pPr>
                      <a:endParaRPr lang="en-US" sz="975" dirty="0">
                        <a:latin typeface="IBM Plex Mono" charset="0"/>
                        <a:ea typeface="IBM Plex Mono" charset="0"/>
                        <a:cs typeface="IBM Plex Mono" charset="0"/>
                      </a:endParaRPr>
                    </a:p>
                  </a:txBody>
                  <a:tcPr marL="0" marR="0"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8DEC4">
                        <a:alpha val="40000"/>
                      </a:srgbClr>
                    </a:solidFill>
                  </a:tcPr>
                </a:tc>
              </a:tr>
              <a:tr h="320383">
                <a:tc>
                  <a:txBody>
                    <a:bodyPr/>
                    <a:lstStyle/>
                    <a:p>
                      <a:pPr indent="0" marL="0">
                        <a:buNone/>
                      </a:pPr>
                      <a:r>
                        <a:rPr lang="en-US" sz="975" dirty="0">
                          <a:solidFill>
                            <a:srgbClr val="1C1D24"/>
                          </a:solidFill>
                          <a:latin typeface="IBM Plex Mono" pitchFamily="34" charset="0"/>
                          <a:ea typeface="IBM Plex Mono" pitchFamily="34" charset="-122"/>
                          <a:cs typeface="IBM Plex Mono" pitchFamily="34" charset="-120"/>
                        </a:rPr>
                        <a:t>max</a:t>
                      </a:r>
                      <a:endParaRPr lang="en-US" sz="975" dirty="0">
                        <a:latin typeface="IBM Plex Mono" charset="0"/>
                        <a:ea typeface="IBM Plex Mono" charset="0"/>
                        <a:cs typeface="IBM Plex Mono" charset="0"/>
                      </a:endParaRPr>
                    </a:p>
                  </a:txBody>
                  <a:tcPr marL="57607" marR="57607"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975" dirty="0">
                          <a:solidFill>
                            <a:srgbClr val="1C1D24"/>
                          </a:solidFill>
                          <a:latin typeface="IBM Plex Mono" pitchFamily="34" charset="0"/>
                          <a:ea typeface="IBM Plex Mono" pitchFamily="34" charset="-122"/>
                          <a:cs typeface="IBM Plex Mono" pitchFamily="34" charset="-120"/>
                        </a:rPr>
                        <a:t>5.62</a:t>
                      </a:r>
                      <a:endParaRPr lang="en-US" sz="975" dirty="0">
                        <a:latin typeface="IBM Plex Mono" charset="0"/>
                        <a:ea typeface="IBM Plex Mono" charset="0"/>
                        <a:cs typeface="IBM Plex Mono" charset="0"/>
                      </a:endParaRPr>
                    </a:p>
                  </a:txBody>
                  <a:tcPr marL="57607" marR="57607"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975" dirty="0">
                          <a:solidFill>
                            <a:srgbClr val="1C1D24"/>
                          </a:solidFill>
                          <a:latin typeface="IBM Plex Mono" pitchFamily="34" charset="0"/>
                          <a:ea typeface="IBM Plex Mono" pitchFamily="34" charset="-122"/>
                          <a:cs typeface="IBM Plex Mono" pitchFamily="34" charset="-120"/>
                        </a:rPr>
                        <a:t>5.31</a:t>
                      </a:r>
                      <a:endParaRPr lang="en-US" sz="975" dirty="0">
                        <a:latin typeface="IBM Plex Mono" charset="0"/>
                        <a:ea typeface="IBM Plex Mono" charset="0"/>
                        <a:cs typeface="IBM Plex Mono" charset="0"/>
                      </a:endParaRPr>
                    </a:p>
                  </a:txBody>
                  <a:tcPr marL="57607" marR="57607"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975" dirty="0">
                          <a:solidFill>
                            <a:srgbClr val="1C1D24"/>
                          </a:solidFill>
                          <a:latin typeface="IBM Plex Mono" pitchFamily="34" charset="0"/>
                          <a:ea typeface="IBM Plex Mono" pitchFamily="34" charset="-122"/>
                          <a:cs typeface="IBM Plex Mono" pitchFamily="34" charset="-120"/>
                        </a:rPr>
                        <a:t>5.58</a:t>
                      </a:r>
                      <a:endParaRPr lang="en-US" sz="975" dirty="0">
                        <a:latin typeface="IBM Plex Mono" charset="0"/>
                        <a:ea typeface="IBM Plex Mono" charset="0"/>
                        <a:cs typeface="IBM Plex Mono" charset="0"/>
                      </a:endParaRPr>
                    </a:p>
                  </a:txBody>
                  <a:tcPr marL="57607" marR="57607"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endParaRPr lang="en-US" sz="975" dirty="0">
                        <a:latin typeface="IBM Plex Mono" charset="0"/>
                        <a:ea typeface="IBM Plex Mono" charset="0"/>
                        <a:cs typeface="IBM Plex Mono" charset="0"/>
                      </a:endParaRPr>
                    </a:p>
                  </a:txBody>
                  <a:tcPr marL="0" marR="0"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bl>
          </a:graphicData>
        </a:graphic>
      </p:graphicFrame>
      <p:sp>
        <p:nvSpPr>
          <p:cNvPr id="32" name="Text 20"/>
          <p:cNvSpPr txBox="1"/>
          <p:nvPr/>
        </p:nvSpPr>
        <p:spPr>
          <a:xfrm>
            <a:off x="9581998" y="5544007"/>
            <a:ext cx="7239305" cy="133502"/>
          </a:xfrm>
          <a:prstGeom prst="rect">
            <a:avLst/>
          </a:prstGeom>
          <a:noFill/>
          <a:ln/>
        </p:spPr>
        <p:txBody>
          <a:bodyPr wrap="none" lIns="0" tIns="0" rIns="0" bIns="0" rtlCol="0" anchor="ctr"/>
          <a:lstStyle/>
          <a:p>
            <a:pPr algn="l" indent="0" marL="0">
              <a:buNone/>
            </a:pPr>
            <a:r>
              <a:rPr lang="en-US" sz="825" spc="149" kern="0" dirty="0">
                <a:solidFill>
                  <a:srgbClr val="2C5B62"/>
                </a:solidFill>
                <a:latin typeface="IBM Plex Mono" pitchFamily="34" charset="0"/>
                <a:ea typeface="IBM Plex Mono" pitchFamily="34" charset="-122"/>
                <a:cs typeface="IBM Plex Mono" pitchFamily="34" charset="-120"/>
              </a:rPr>
              <a:t>RC NOTE</a:t>
            </a:r>
            <a:endParaRPr lang="en-US" sz="825" dirty="0"/>
          </a:p>
        </p:txBody>
      </p:sp>
      <p:sp>
        <p:nvSpPr>
          <p:cNvPr id="33" name="Text 21"/>
          <p:cNvSpPr txBox="1"/>
          <p:nvPr/>
        </p:nvSpPr>
        <p:spPr>
          <a:xfrm>
            <a:off x="9581998" y="5734202"/>
            <a:ext cx="7925105" cy="200254"/>
          </a:xfrm>
          <a:prstGeom prst="rect">
            <a:avLst/>
          </a:prstGeom>
          <a:noFill/>
          <a:ln/>
        </p:spPr>
        <p:txBody>
          <a:bodyPr wrap="none" lIns="0" tIns="0" rIns="0" bIns="0" rtlCol="0" anchor="ctr"/>
          <a:lstStyle/>
          <a:p>
            <a:pPr algn="l" indent="0" marL="0">
              <a:buNone/>
            </a:pPr>
            <a:r>
              <a:rPr lang="en-US" sz="975" dirty="0">
                <a:solidFill>
                  <a:srgbClr val="36322A"/>
                </a:solidFill>
                <a:latin typeface="Noto Sans KR" pitchFamily="34" charset="0"/>
                <a:ea typeface="Noto Sans KR" pitchFamily="34" charset="-122"/>
                <a:cs typeface="Noto Sans KR" pitchFamily="34" charset="-120"/>
              </a:rPr>
              <a:t>Rc median −0.24×10⁻⁹ (≈ −5 %) W07. cap/liner 연속성 보존으로 contact 안정. 모든 wafer spec 한도 안에 들어옴 (max 5.62 &lt; 6.0).</a:t>
            </a:r>
            <a:endParaRPr lang="en-US" sz="975" dirty="0"/>
          </a:p>
        </p:txBody>
      </p:sp>
      <p:sp>
        <p:nvSpPr>
          <p:cNvPr id="34" name="Text 22"/>
          <p:cNvSpPr txBox="1"/>
          <p:nvPr/>
        </p:nvSpPr>
        <p:spPr>
          <a:xfrm>
            <a:off x="1580998" y="6933895"/>
            <a:ext cx="4572000" cy="133502"/>
          </a:xfrm>
          <a:prstGeom prst="rect">
            <a:avLst/>
          </a:prstGeom>
          <a:noFill/>
          <a:ln/>
        </p:spPr>
        <p:txBody>
          <a:bodyPr wrap="none" lIns="0" tIns="0" rIns="0" bIns="0" rtlCol="0" anchor="ctr"/>
          <a:lstStyle/>
          <a:p>
            <a:pPr algn="l" indent="0" marL="0">
              <a:buNone/>
            </a:pPr>
            <a:r>
              <a:rPr lang="en-US" sz="825" spc="149" kern="0" dirty="0">
                <a:solidFill>
                  <a:srgbClr val="B4631D"/>
                </a:solidFill>
                <a:latin typeface="IBM Plex Mono" pitchFamily="34" charset="0"/>
                <a:ea typeface="IBM Plex Mono" pitchFamily="34" charset="-122"/>
                <a:cs typeface="IBM Plex Mono" pitchFamily="34" charset="-120"/>
              </a:rPr>
              <a:t>Rs median Δ</a:t>
            </a:r>
            <a:endParaRPr lang="en-US" sz="825" dirty="0"/>
          </a:p>
        </p:txBody>
      </p:sp>
      <p:sp>
        <p:nvSpPr>
          <p:cNvPr id="35" name="Text 23"/>
          <p:cNvSpPr txBox="1"/>
          <p:nvPr/>
        </p:nvSpPr>
        <p:spPr>
          <a:xfrm>
            <a:off x="1580998" y="7125005"/>
            <a:ext cx="4572000" cy="448056"/>
          </a:xfrm>
          <a:prstGeom prst="rect">
            <a:avLst/>
          </a:prstGeom>
          <a:noFill/>
          <a:ln/>
        </p:spPr>
        <p:txBody>
          <a:bodyPr wrap="none" lIns="0" tIns="0" rIns="0" bIns="0" rtlCol="0" anchor="ctr"/>
          <a:lstStyle/>
          <a:p>
            <a:pPr algn="l" indent="0" marL="0">
              <a:buNone/>
            </a:pPr>
            <a:r>
              <a:rPr lang="en-US" sz="2700" dirty="0">
                <a:solidFill>
                  <a:srgbClr val="1C1D24"/>
                </a:solidFill>
                <a:latin typeface="IBM Plex Mono" pitchFamily="34" charset="0"/>
                <a:ea typeface="IBM Plex Mono" pitchFamily="34" charset="-122"/>
                <a:cs typeface="IBM Plex Mono" pitchFamily="34" charset="-120"/>
              </a:rPr>
              <a:t>−10.4 Ω/sq</a:t>
            </a:r>
            <a:endParaRPr lang="en-US" sz="2700" dirty="0"/>
          </a:p>
        </p:txBody>
      </p:sp>
      <p:pic>
        <p:nvPicPr>
          <p:cNvPr id="36" name="Image 7" descr="gen-dedup-4ff766b7a10a77c2c12c6bad447588b5.png">    </p:cNvPr>
          <p:cNvPicPr>
            <a:picLocks noChangeAspect="1"/>
          </p:cNvPicPr>
          <p:nvPr/>
        </p:nvPicPr>
        <p:blipFill>
          <a:blip r:embed="rId8"/>
          <a:srcRect l="-2083" r="-2083" t="0" b="0"/>
          <a:stretch/>
        </p:blipFill>
        <p:spPr>
          <a:xfrm>
            <a:off x="1580998" y="7705649"/>
            <a:ext cx="4572000" cy="9144"/>
          </a:xfrm>
          <a:prstGeom prst="rect">
            <a:avLst/>
          </a:prstGeom>
        </p:spPr>
      </p:pic>
      <p:sp>
        <p:nvSpPr>
          <p:cNvPr id="37" name="Text 24"/>
          <p:cNvSpPr txBox="1"/>
          <p:nvPr/>
        </p:nvSpPr>
        <p:spPr>
          <a:xfrm>
            <a:off x="1580998" y="7848295"/>
            <a:ext cx="5257800" cy="200254"/>
          </a:xfrm>
          <a:prstGeom prst="rect">
            <a:avLst/>
          </a:prstGeom>
          <a:noFill/>
          <a:ln/>
        </p:spPr>
        <p:txBody>
          <a:bodyPr wrap="none" lIns="0" tIns="0" rIns="0" bIns="0" rtlCol="0" anchor="ctr"/>
          <a:lstStyle/>
          <a:p>
            <a:pPr algn="l" indent="0" marL="0">
              <a:buNone/>
            </a:pPr>
            <a:r>
              <a:rPr lang="en-US" sz="975" dirty="0">
                <a:solidFill>
                  <a:srgbClr val="36322A"/>
                </a:solidFill>
                <a:latin typeface="Noto Sans KR" pitchFamily="34" charset="0"/>
                <a:ea typeface="Noto Sans KR" pitchFamily="34" charset="-122"/>
                <a:cs typeface="Noto Sans KR" pitchFamily="34" charset="-120"/>
              </a:rPr>
              <a:t>W07 − W03 · median 이동. 350°C 평균 대비 −3.6 % 감소. anneal 강화 효과로 일관.</a:t>
            </a:r>
            <a:endParaRPr lang="en-US" sz="975" dirty="0"/>
          </a:p>
        </p:txBody>
      </p:sp>
      <p:sp>
        <p:nvSpPr>
          <p:cNvPr id="38" name="Text 25"/>
          <p:cNvSpPr txBox="1"/>
          <p:nvPr/>
        </p:nvSpPr>
        <p:spPr>
          <a:xfrm>
            <a:off x="6724498" y="6933895"/>
            <a:ext cx="4572000" cy="133502"/>
          </a:xfrm>
          <a:prstGeom prst="rect">
            <a:avLst/>
          </a:prstGeom>
          <a:noFill/>
          <a:ln/>
        </p:spPr>
        <p:txBody>
          <a:bodyPr wrap="none" lIns="0" tIns="0" rIns="0" bIns="0" rtlCol="0" anchor="ctr"/>
          <a:lstStyle/>
          <a:p>
            <a:pPr algn="l" indent="0" marL="0">
              <a:buNone/>
            </a:pPr>
            <a:r>
              <a:rPr lang="en-US" sz="825" spc="149" kern="0" dirty="0">
                <a:solidFill>
                  <a:srgbClr val="2C5B62"/>
                </a:solidFill>
                <a:latin typeface="IBM Plex Mono" pitchFamily="34" charset="0"/>
                <a:ea typeface="IBM Plex Mono" pitchFamily="34" charset="-122"/>
                <a:cs typeface="IBM Plex Mono" pitchFamily="34" charset="-120"/>
              </a:rPr>
              <a:t>Rc median Δ</a:t>
            </a:r>
            <a:endParaRPr lang="en-US" sz="825" dirty="0"/>
          </a:p>
        </p:txBody>
      </p:sp>
      <p:sp>
        <p:nvSpPr>
          <p:cNvPr id="39" name="Text 26"/>
          <p:cNvSpPr txBox="1"/>
          <p:nvPr/>
        </p:nvSpPr>
        <p:spPr>
          <a:xfrm>
            <a:off x="6724498" y="7125005"/>
            <a:ext cx="4572000" cy="448056"/>
          </a:xfrm>
          <a:prstGeom prst="rect">
            <a:avLst/>
          </a:prstGeom>
          <a:noFill/>
          <a:ln/>
        </p:spPr>
        <p:txBody>
          <a:bodyPr wrap="none" lIns="0" tIns="0" rIns="0" bIns="0" rtlCol="0" anchor="ctr"/>
          <a:lstStyle/>
          <a:p>
            <a:pPr algn="l" indent="0" marL="0">
              <a:buNone/>
            </a:pPr>
            <a:r>
              <a:rPr lang="en-US" sz="2700" dirty="0">
                <a:solidFill>
                  <a:srgbClr val="1C1D24"/>
                </a:solidFill>
                <a:latin typeface="IBM Plex Mono" pitchFamily="34" charset="0"/>
                <a:ea typeface="IBM Plex Mono" pitchFamily="34" charset="-122"/>
                <a:cs typeface="IBM Plex Mono" pitchFamily="34" charset="-120"/>
              </a:rPr>
              <a:t>−0.24 ×10⁻⁹</a:t>
            </a:r>
            <a:endParaRPr lang="en-US" sz="2700" dirty="0"/>
          </a:p>
        </p:txBody>
      </p:sp>
      <p:pic>
        <p:nvPicPr>
          <p:cNvPr id="40" name="Image 8" descr="gen-dedup-4ff766b7a10a77c2c12c6bad447588b5.png">    </p:cNvPr>
          <p:cNvPicPr>
            <a:picLocks noChangeAspect="1"/>
          </p:cNvPicPr>
          <p:nvPr/>
        </p:nvPicPr>
        <p:blipFill>
          <a:blip r:embed="rId9"/>
          <a:srcRect l="-2083" r="-2083" t="0" b="0"/>
          <a:stretch/>
        </p:blipFill>
        <p:spPr>
          <a:xfrm>
            <a:off x="6724498" y="7705649"/>
            <a:ext cx="4572000" cy="9144"/>
          </a:xfrm>
          <a:prstGeom prst="rect">
            <a:avLst/>
          </a:prstGeom>
        </p:spPr>
      </p:pic>
      <p:sp>
        <p:nvSpPr>
          <p:cNvPr id="41" name="Text 27"/>
          <p:cNvSpPr txBox="1"/>
          <p:nvPr/>
        </p:nvSpPr>
        <p:spPr>
          <a:xfrm>
            <a:off x="6724498" y="7848295"/>
            <a:ext cx="4735678" cy="200254"/>
          </a:xfrm>
          <a:prstGeom prst="rect">
            <a:avLst/>
          </a:prstGeom>
          <a:noFill/>
          <a:ln/>
        </p:spPr>
        <p:txBody>
          <a:bodyPr wrap="none" lIns="0" tIns="0" rIns="0" bIns="0" rtlCol="0" anchor="ctr"/>
          <a:lstStyle/>
          <a:p>
            <a:pPr algn="l" indent="0" marL="0">
              <a:buNone/>
            </a:pPr>
            <a:r>
              <a:rPr lang="en-US" sz="975" dirty="0">
                <a:solidFill>
                  <a:srgbClr val="36322A"/>
                </a:solidFill>
                <a:latin typeface="Noto Sans KR" pitchFamily="34" charset="0"/>
                <a:ea typeface="Noto Sans KR" pitchFamily="34" charset="-122"/>
                <a:cs typeface="Noto Sans KR" pitchFamily="34" charset="-120"/>
              </a:rPr>
              <a:t>Ω·µm² · 약 −5.0 %. cap/contact interface 안정성 있는 상태에서 감소.</a:t>
            </a:r>
            <a:endParaRPr lang="en-US" sz="975" dirty="0"/>
          </a:p>
        </p:txBody>
      </p:sp>
      <p:sp>
        <p:nvSpPr>
          <p:cNvPr id="42" name="Text 28"/>
          <p:cNvSpPr txBox="1"/>
          <p:nvPr/>
        </p:nvSpPr>
        <p:spPr>
          <a:xfrm>
            <a:off x="11867998" y="6933895"/>
            <a:ext cx="4953305" cy="133502"/>
          </a:xfrm>
          <a:prstGeom prst="rect">
            <a:avLst/>
          </a:prstGeom>
          <a:noFill/>
          <a:ln/>
        </p:spPr>
        <p:txBody>
          <a:bodyPr wrap="none" lIns="0" tIns="0" rIns="0" bIns="0" rtlCol="0" anchor="ctr"/>
          <a:lstStyle/>
          <a:p>
            <a:pPr algn="l" indent="0" marL="0">
              <a:buNone/>
            </a:pPr>
            <a:r>
              <a:rPr lang="en-US" sz="825" spc="149" kern="0" dirty="0">
                <a:solidFill>
                  <a:srgbClr val="C25028"/>
                </a:solidFill>
                <a:latin typeface="IBM Plex Mono" pitchFamily="34" charset="0"/>
                <a:ea typeface="IBM Plex Mono" pitchFamily="34" charset="-122"/>
                <a:cs typeface="IBM Plex Mono" pitchFamily="34" charset="-120"/>
              </a:rPr>
              <a:t>W11 vs W03 drift</a:t>
            </a:r>
            <a:endParaRPr lang="en-US" sz="825" dirty="0"/>
          </a:p>
        </p:txBody>
      </p:sp>
      <p:sp>
        <p:nvSpPr>
          <p:cNvPr id="43" name="Text 29"/>
          <p:cNvSpPr txBox="1"/>
          <p:nvPr/>
        </p:nvSpPr>
        <p:spPr>
          <a:xfrm>
            <a:off x="11867998" y="7125005"/>
            <a:ext cx="4953305" cy="448056"/>
          </a:xfrm>
          <a:prstGeom prst="rect">
            <a:avLst/>
          </a:prstGeom>
          <a:noFill/>
          <a:ln/>
        </p:spPr>
        <p:txBody>
          <a:bodyPr wrap="none" lIns="0" tIns="0" rIns="0" bIns="0" rtlCol="0" anchor="ctr"/>
          <a:lstStyle/>
          <a:p>
            <a:pPr algn="l" indent="0" marL="0">
              <a:buNone/>
            </a:pPr>
            <a:r>
              <a:rPr lang="en-US" sz="2700" dirty="0">
                <a:solidFill>
                  <a:srgbClr val="1C1D24"/>
                </a:solidFill>
                <a:latin typeface="IBM Plex Mono" pitchFamily="34" charset="0"/>
                <a:ea typeface="IBM Plex Mono" pitchFamily="34" charset="-122"/>
                <a:cs typeface="IBM Plex Mono" pitchFamily="34" charset="-120"/>
              </a:rPr>
              <a:t>+0.8 Ω/sq</a:t>
            </a:r>
            <a:endParaRPr lang="en-US" sz="2700" dirty="0"/>
          </a:p>
        </p:txBody>
      </p:sp>
      <p:pic>
        <p:nvPicPr>
          <p:cNvPr id="44" name="Image 9" descr="gen-dedup-39b71f631fd56960ef5356612f863413.png">    </p:cNvPr>
          <p:cNvPicPr>
            <a:picLocks noChangeAspect="1"/>
          </p:cNvPicPr>
          <p:nvPr/>
        </p:nvPicPr>
        <p:blipFill>
          <a:blip r:embed="rId10"/>
          <a:srcRect l="-2089" r="-2089" t="0" b="0"/>
          <a:stretch/>
        </p:blipFill>
        <p:spPr>
          <a:xfrm>
            <a:off x="11867998" y="7705649"/>
            <a:ext cx="4953305" cy="9144"/>
          </a:xfrm>
          <a:prstGeom prst="rect">
            <a:avLst/>
          </a:prstGeom>
        </p:spPr>
      </p:pic>
      <p:sp>
        <p:nvSpPr>
          <p:cNvPr id="45" name="Text 30"/>
          <p:cNvSpPr txBox="1"/>
          <p:nvPr/>
        </p:nvSpPr>
        <p:spPr>
          <a:xfrm>
            <a:off x="11867998" y="7848295"/>
            <a:ext cx="5270602" cy="200254"/>
          </a:xfrm>
          <a:prstGeom prst="rect">
            <a:avLst/>
          </a:prstGeom>
          <a:noFill/>
          <a:ln/>
        </p:spPr>
        <p:txBody>
          <a:bodyPr wrap="none" lIns="0" tIns="0" rIns="0" bIns="0" rtlCol="0" anchor="ctr"/>
          <a:lstStyle/>
          <a:p>
            <a:pPr algn="l" indent="0" marL="0">
              <a:buNone/>
            </a:pPr>
            <a:r>
              <a:rPr lang="en-US" sz="975" dirty="0">
                <a:solidFill>
                  <a:srgbClr val="36322A"/>
                </a:solidFill>
                <a:latin typeface="Noto Sans KR" pitchFamily="34" charset="0"/>
                <a:ea typeface="Noto Sans KR" pitchFamily="34" charset="-122"/>
                <a:cs typeface="Noto Sans KR" pitchFamily="34" charset="-120"/>
              </a:rPr>
              <a:t>Rs median drift (350 repeat lot). +0.3 % 정도. reproducibility OK 범위.</a:t>
            </a:r>
            <a:endParaRPr lang="en-US" sz="975" dirty="0"/>
          </a:p>
        </p:txBody>
      </p:sp>
      <p:sp>
        <p:nvSpPr>
          <p:cNvPr id="46" name="Text 31"/>
          <p:cNvSpPr txBox="1"/>
          <p:nvPr/>
        </p:nvSpPr>
        <p:spPr>
          <a:xfrm>
            <a:off x="1580998" y="8876995"/>
            <a:ext cx="15050110" cy="133502"/>
          </a:xfrm>
          <a:prstGeom prst="rect">
            <a:avLst/>
          </a:prstGeom>
          <a:noFill/>
          <a:ln/>
        </p:spPr>
        <p:txBody>
          <a:bodyPr wrap="none" lIns="0" tIns="0" rIns="0" bIns="0" rtlCol="0" anchor="ctr"/>
          <a:lstStyle/>
          <a:p>
            <a:pPr algn="l" indent="0" marL="0">
              <a:buNone/>
            </a:pPr>
            <a:r>
              <a:rPr lang="en-US" sz="825" spc="182" kern="0" dirty="0">
                <a:solidFill>
                  <a:srgbClr val="A8D4AD"/>
                </a:solidFill>
                <a:latin typeface="IBM Plex Mono" pitchFamily="34" charset="0"/>
                <a:ea typeface="IBM Plex Mono" pitchFamily="34" charset="-122"/>
                <a:cs typeface="IBM Plex Mono" pitchFamily="34" charset="-120"/>
              </a:rPr>
              <a:t>KEY TAKEAWAY · 11</a:t>
            </a:r>
            <a:endParaRPr lang="en-US" sz="825" dirty="0"/>
          </a:p>
        </p:txBody>
      </p:sp>
      <p:sp>
        <p:nvSpPr>
          <p:cNvPr id="47" name="Text 32"/>
          <p:cNvSpPr txBox="1"/>
          <p:nvPr/>
        </p:nvSpPr>
        <p:spPr>
          <a:xfrm>
            <a:off x="1580998" y="9048902"/>
            <a:ext cx="15050110" cy="228600"/>
          </a:xfrm>
          <a:prstGeom prst="rect">
            <a:avLst/>
          </a:prstGeom>
          <a:noFill/>
          <a:ln/>
        </p:spPr>
        <p:txBody>
          <a:bodyPr wrap="none" lIns="0" tIns="0" rIns="0" bIns="0" rtlCol="0" anchor="ctr"/>
          <a:lstStyle/>
          <a:p>
            <a:pPr algn="l" indent="0" marL="0">
              <a:buNone/>
            </a:pPr>
            <a:r>
              <a:rPr lang="en-US" sz="1275" b="1" dirty="0">
                <a:solidFill>
                  <a:srgbClr val="EFE6D3"/>
                </a:solidFill>
                <a:latin typeface="Noto Sans KR" pitchFamily="34" charset="0"/>
                <a:ea typeface="Noto Sans KR" pitchFamily="34" charset="-122"/>
                <a:cs typeface="Noto Sans KR" pitchFamily="34" charset="-120"/>
              </a:rPr>
              <a:t>400°C Rs median은 −10.4 Ω/sq, Rc median은 −0.24×10⁻⁹ — 모든 wafer spec 한도 내 분포. tail 이동도 일관 — anneal 강화의 trade-off로 받아들일 만한 분포 변화.</a:t>
            </a:r>
            <a:endParaRPr lang="en-US" sz="1275" dirty="0"/>
          </a:p>
        </p:txBody>
      </p:sp>
      <p:sp>
        <p:nvSpPr>
          <p:cNvPr id="48" name="Text 33"/>
          <p:cNvSpPr txBox="1"/>
          <p:nvPr/>
        </p:nvSpPr>
        <p:spPr>
          <a:xfrm>
            <a:off x="914400" y="9791395"/>
            <a:ext cx="17373600" cy="181051"/>
          </a:xfrm>
          <a:prstGeom prst="rect">
            <a:avLst/>
          </a:prstGeom>
          <a:noFill/>
          <a:ln/>
        </p:spPr>
        <p:txBody>
          <a:bodyPr wrap="none" lIns="0" tIns="0" rIns="0" bIns="0" rtlCol="0" anchor="ctr"/>
          <a:lstStyle/>
          <a:p>
            <a:pPr algn="ctr" indent="0" marL="0">
              <a:buNone/>
            </a:pPr>
            <a:r>
              <a:rPr lang="en-US" sz="975" spc="39" kern="0" dirty="0">
                <a:solidFill>
                  <a:srgbClr val="665B46"/>
                </a:solidFill>
                <a:latin typeface="Noto Sans KR" pitchFamily="34" charset="0"/>
                <a:ea typeface="Noto Sans KR" pitchFamily="34" charset="-122"/>
                <a:cs typeface="Noto Sans KR" pitchFamily="34" charset="-120"/>
              </a:rPr>
              <a:t>※ 내부 테스트용 더미(가상) 데이터</a:t>
            </a:r>
            <a:endParaRPr lang="en-US" sz="975"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Generated by Gen-Spark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Multi-page HTML Content</dc:title>
  <dc:subject>PptxGenJS Presentation</dc:subject>
  <dc:creator>Visual Extract to PPTX Converter</dc:creator>
  <cp:lastModifiedBy>Visual Extract to PPTX Converter</cp:lastModifiedBy>
  <cp:revision>1</cp:revision>
  <dcterms:created xsi:type="dcterms:W3CDTF">2026-10-03T16:11:57Z</dcterms:created>
  <dcterms:modified xsi:type="dcterms:W3CDTF">2026-10-03T16:11:57Z</dcterms:modified>
</cp:coreProperties>
</file>