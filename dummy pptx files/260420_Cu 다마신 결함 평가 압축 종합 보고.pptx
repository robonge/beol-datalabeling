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02e5b88d-5ee5-da81-4960-188a47a0b7cc}">
          <p14:sldIdLst>
            <p14:sldId id="256"/>
          </p14:sldIdLst>
        </p14:section>
        <p14:section name="하드마스크·Metal Short" id="{c7866a24-5785-41fd-d448-f23a7be7d823}">
          <p14:sldIdLst>
            <p14:sldId id="257"/>
            <p14:sldId id="258"/>
          </p14:sldIdLst>
        </p14:section>
        <p14:section name="unCMP" id="{2a4844a1-df98-6cf7-24e7-3dc9ea60b62b}">
          <p14:sldIdLst>
            <p14:sldId id="259"/>
          </p14:sldIdLst>
        </p14:section>
        <p14:section name="overCMP" id="{fc568b9e-49d5-d5c8-4670-c6e402d2d5bd}">
          <p14:sldIdLst>
            <p14:sldId id="260"/>
            <p14:sldId id="261"/>
          </p14:sldIdLst>
        </p14:section>
        <p14:section name="비아 챔퍼" id="{28fe030f-3927-97dd-523e-60015922cf32}">
          <p14:sldIdLst>
            <p14:sldId id="262"/>
          </p14:sldIdLst>
        </p14:section>
        <p14:section name="복구·차세대" id="{c0a03511-fc51-a240-b31a-7aa4f4b522d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다마신의 전제 — Al 대비 장점과 RIE 제약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집적화 과제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침식 → 펀치스루 → Metal Short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잔류물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평가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7985455" cy="914400"/>
        </p:xfrm>
        <a:graphic>
          <a:graphicData uri="http://schemas.openxmlformats.org/drawingml/2006/table">
            <a:tbl>
              <a:tblPr/>
              <a:tblGrid>
                <a:gridCol w="2191817"/>
                <a:gridCol w="4697273"/>
                <a:gridCol w="1096366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수백 배 누설, TTF 수십 배 단축.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원인 · 조치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원인과 조치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원인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887322"/>
                <a:gridCol w="3484778"/>
                <a:gridCol w="2613355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24191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조치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35087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overCMP와 블랙 방정식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694944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상충 관계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 증가,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차폐·열 분산.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무너짐 연쇄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TEM/EDX Ta·Recess.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HTOL 후 Recess 2–3배.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 E/E² 모델.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Semi-DD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BSPDN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Compact Full Report</dc:title>
  <dc:subject>PptxGenJS Presentation</dc:subject>
  <dc:creator>공정 AI팀</dc:creator>
  <cp:lastModifiedBy>공정 AI팀</cp:lastModifiedBy>
  <cp:revision>1</cp:revision>
  <dcterms:created xsi:type="dcterms:W3CDTF">2026-10-03T16:30:18Z</dcterms:created>
  <dcterms:modified xsi:type="dcterms:W3CDTF">2026-10-03T16:30:18Z</dcterms:modified>
</cp:coreProperties>
</file>