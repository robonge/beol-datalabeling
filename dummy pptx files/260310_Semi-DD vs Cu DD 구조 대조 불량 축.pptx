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d118199a-0f79-290c-923d-cd4154c8f0d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구조 대조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Semi-Damascene vs Cu Dual Damascene · 불량 축 대조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3891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776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SEMI-DAMASCENE LINES · AR 3 VS 6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금속 선식각 → 고종횡비 배선 → 전류 밀도 획기적 감소.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280160"/>
            <a:ext cx="6522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 대조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91056"/>
          <a:ext cx="6522415" cy="914400"/>
        </p:xfrm>
        <a:graphic>
          <a:graphicData uri="http://schemas.openxmlformats.org/drawingml/2006/table">
            <a:tbl>
              <a:tblPr/>
              <a:tblGrid>
                <a:gridCol w="1431950"/>
                <a:gridCol w="2545690"/>
                <a:gridCol w="254569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212080" y="5303520"/>
            <a:ext cx="652241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12080" y="5376672"/>
            <a:ext cx="65224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패러다임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CMP 배제와 후면 전력 · 무엇이 사라지고 무엇이 남는가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사라지는 것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CMP 기인 결함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unCMP 잔류 단락.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overCMP Dishing/Erosion·저항 증가.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배리어 체적 잠식.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48920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남는 것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새 변수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Ru/Mo 에칭 프로파일, 열처리 변형.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에어갭 강도·지붕 형상.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nTSV 열 경로.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48920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BSPDN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전면 혼잡 해소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신호·전력선을 전면 BEOL에 모두 넣던 방식에서 탈피 — nTSV로 후면에서 직접 전력 공급.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전면 배선층 라우팅 혼잡·패턴 밀도 불균형 해소 → CMP 국부 압력 분산 → 평탄도 극대화.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배선 저항·IR Drop 최소화 → 미세화 스케일링 동력.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SemiDD vs DD Structure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