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하드마스크·Metal Short" id="{e592d654-5170-42d6-7e53-763bab281b34}">
          <p14:sldIdLst>
            <p14:sldId id="256"/>
            <p14:sldId id="258"/>
            <p14:sldId id="259"/>
          </p14:sldIdLst>
        </p14:section>
        <p14:section name="일정" id="{ee10032d-ad3f-cddf-3fa2-490979907535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누설</c:v>
                </c:pt>
              </c:strCache>
            </c:strRef>
          </c:tx>
          <c:spPr>
            <a:solidFill>
              <a:srgbClr val="00A8D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온전 구조</c:v>
                  </c:pt>
                  <c:pt idx="1">
                    <c:v>국부 침식</c:v>
                  </c:pt>
                  <c:pt idx="2">
                    <c:v>펀치스루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50</c:v>
                </c:pt>
                <c:pt idx="2">
                  <c:v>300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불량 기전 · MHM EROSION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마모 → Low-k 손상 → 펀치스루 → Metal Short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035808"/>
                <a:gridCol w="275965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Si-CH₃ → Si-OH 전환 (O₂·플루오로카본)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유전율 급증, 누설 전류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MHM 적용 (TiN/TaN, 32 nm~)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PR 스트립·식각 중 Low-k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자체 침식 시작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 과식각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이온 각도 분산 → 모서리(Shoulder)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두께 부족·조기 소실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직접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식각 저항성 낮음 → CD 확장, 측벽 거칠기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스페이스 절연막 소실 →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배리어/시드 PVD + ECP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병합된 트렌치에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배선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ru_lines_t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39914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725021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패터닝된 금속 배선 단면 TEM (AR 2.2–3.8) — 유사 구조 참고, CC BY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3081637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잔류물·금속 섬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410821"/>
            <a:ext cx="3367735" cy="175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옥사이드 마스크 패터닝 시 마이크로마스킹 → 금속 식각 후 잔류물, 차단된 금속 섬(Blocked etch metal island).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Cl 기반 플라즈마의 금속 측벽 공격, CHF₃ 과도 패시베이션 시 폴리머 잔류물 관찰.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하드마스크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576218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MHM 두께 split 투입 (3수준)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트렌치 식각 과식각 시간 split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FTIR/XPS 탄소 고갈 측정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307738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07738" y="1627632"/>
            <a:ext cx="3576218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7738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5754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Comb-Serpentine E-test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35754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07738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35754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FIB-TEM 단면 5점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435754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07738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5754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Voltage Ramp 누설 모니터링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435754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158277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58277" y="1627632"/>
            <a:ext cx="3576218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8277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86293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125 °C 1000 h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86293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58277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86293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ARDE 모서리 침식 정량화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86293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58277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86293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하드마스크 마진 스펙 제안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86293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57607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 = 평가 주차. TDDB 1000 h는 W04 투입 기준 W09 종료.</a:t>
            </a:r>
            <a:endParaRPr lang="en-US" sz="900" dirty="0"/>
          </a:p>
        </p:txBody>
      </p:sp>
      <p:sp>
        <p:nvSpPr>
          <p:cNvPr id="3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검증 방법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전기·물리·화학 교차 검증과 결과 정리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검증 방법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189634"/>
                <a:gridCol w="2718511"/>
                <a:gridCol w="4077310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검출 대상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Comb-Serpentine 구조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Open/Short Failure, Line-to-Line Leakage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Voltage Ramp / TDDB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절연 파괴 시간, SILC 증가 패턴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FIB 절단 → TEM + EDS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잔존 두께, 트렌치 폭 확장, 브릿지 유무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화학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FTIR / XPS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탄소 고갈층 두께, Si-OH 생성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656769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결과 정리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67665"/>
          <a:ext cx="7985455" cy="914400"/>
        </p:xfrm>
        <a:graphic>
          <a:graphicData uri="http://schemas.openxmlformats.org/drawingml/2006/table">
            <a:tbl>
              <a:tblPr/>
              <a:tblGrid>
                <a:gridCol w="2191817"/>
                <a:gridCol w="4697273"/>
                <a:gridCol w="1096366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평가 항목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손상 구조 결과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 간 누설 전류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정상 대비 수백 배 급증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브릿지 저항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설계 스펙 이탈, 최악 Hard Short (수율 0%)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온전 구조 대비 수십 배 단축 (Cu⁺ 드리프트 가속)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단면 (ARDE)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좁은 패턴일수록 Shoulder 침식 심화, Defect adder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두께 마진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누설 억제·신뢰성의 최우선 선결 조건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/tmp/claude-0/-home-claude/e70767da-955c-5cc3-beb4-741bbeefa4c6/scratchpad/img/cu_lines_cosi_xse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1280160"/>
            <a:ext cx="3017520" cy="105537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16975" y="238125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에어갭 영역 CU 배선 단면 (무보호 VS COSI 보호) — 유사 구조 참고, CC BY ELECTRONICS 2019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8716975" y="273786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716975" y="3103626"/>
            <a:ext cx="3017520" cy="215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누설이 초기 전하 트랩으로 감소 → SILC 증가 → 절연 파괴 패턴 추적.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FIB-TEM/EDS로 하드마스크 잔존 두께·트렌치 폭·브릿지 직접 확인.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716975" y="5303520"/>
            <a:ext cx="3017520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716975" y="537667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5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누설 전류 · TDDB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손상 구조의 누설 급증과 TTF 단축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864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COMB 누설 전류 상대값 (설명용: '수백 배' 기술 기반)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280160"/>
            <a:ext cx="5425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판독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609344"/>
            <a:ext cx="542513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펀치스루 영역 Comb 누설 수백 배 급증, 브릿지 저항 스펙 이탈 → Hard Short 시 수율 0%.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손상 유전막 TTF 수십 배 단축 — 친수성 경로 따라 Cu⁺ 드리프트 가속.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ARDE: 좁은 패턴일수록 Shoulder 침식·Defect adder 급증.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09360" y="5212080"/>
            <a:ext cx="5425135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5285232"/>
            <a:ext cx="54251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yan">
  <a:themeElements>
    <a:clrScheme name="Turquoise DS cyan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A8D8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yan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MHM Erosion Short Path</dc:title>
  <dc:subject>PptxGenJS Presentation</dc:subject>
  <dc:creator>공정 AI팀</dc:creator>
  <cp:lastModifiedBy>공정 AI팀</cp:lastModifiedBy>
  <cp:revision>1</cp:revision>
  <dcterms:created xsi:type="dcterms:W3CDTF">2026-10-03T16:48:14Z</dcterms:created>
  <dcterms:modified xsi:type="dcterms:W3CDTF">2026-10-03T16:48:14Z</dcterms:modified>
</cp:coreProperties>
</file>