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" id="{202546e8-822e-cf66-0745-ad80e9175713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변화 (%)</c:v>
                </c:pt>
              </c:strCache>
            </c:strRef>
          </c:tx>
          <c:spPr>
            <a:solidFill>
              <a:srgbClr val="00A8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주파수</c:v>
                  </c:pt>
                  <c:pt idx="1">
                    <c:v>코어 면적</c:v>
                  </c:pt>
                  <c:pt idx="2">
                    <c:v>Ru nTSV IR 강하 (vs W)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-16</c:v>
                </c:pt>
                <c:pt idx="2">
                  <c:v>-23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3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SP-08b · 열/전기 · BSPDN · DTCO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BSPDN 전기적 이득 — 주파수 +6%, 면적 −16%, IR −23%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40080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NTSV 깊이 320 NM, 착지 피치 200 NM 기준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12801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전기적으로는 명확한 PASS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1664208"/>
            <a:ext cx="4556455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nTSV 깊이 320 nm, 착지 피치 200 nm 기준 전면 PDN 대비 주파수 +6%, 코어 면적 −16%, 에너지 패널티 없음.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 nTSV는 W 대비 IR 강하 −23%, 에너지 패널티 없음.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SP-08b · 열 · 전력 분포 가정별 결과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전력 분포 가정이 결론을 뒤집는다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611173"/>
                <a:gridCol w="1288390"/>
                <a:gridCol w="2899562"/>
                <a:gridCol w="4188866"/>
                <a:gridCol w="128839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가정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해상도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BSPDN 최고온도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원인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균일 전력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전면 PDN 대비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열원 평균화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비균일 전력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 µm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전면 PDN보다 일관되게 높음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 135 → BSPDN 층 71 W/m·K, 측방 열확산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설계 시점의 균일 전력 가정이 결론을 반대로 뒤집음.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5074920"/>
            <a:ext cx="11277295" cy="960120"/>
          </a:xfrm>
          <a:prstGeom prst="roundRect">
            <a:avLst>
              <a:gd name="adj" fmla="val 15238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51663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DTCO는 비균일 전력 맵으로 다시 돌려야 함 — 균일 가정은 BSPDN을 과대평가.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SP-08b · 핵심 수치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8E72"/>
          </a:solidFill>
          <a:ln w="12700">
            <a:solidFill>
              <a:srgbClr val="FF8E72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BSPDN 수치 요약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0A8D8"/>
                </a:solidFill>
              </a:rPr>
              <a:t>+6%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주파수 (vs 전면 PDN)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5104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73704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0B8A9"/>
                </a:solidFill>
              </a:rPr>
              <a:t>−16%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코어 면적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33008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61608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8E72"/>
                </a:solidFill>
              </a:rPr>
              <a:t>−23%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Ru nTSV IR 강하 (vs W)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20911" y="1280160"/>
            <a:ext cx="2613584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49511" y="1645920"/>
            <a:ext cx="215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085B6"/>
                </a:solidFill>
              </a:rPr>
              <a:t>135 → 71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349511" y="2121408"/>
            <a:ext cx="215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열전도도 W/m·K (Si → BSPDN 층)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657600"/>
            <a:ext cx="112772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</a:rPr>
              <a:t>열: 균일 전력 가정에선 BSPDN 우위, 5 µm 해상도 비균일 전력에선 최고온도가 전면 PDN보다 높음 — Si 135 W/m·K를 71 W/m·K BSPDN 층이 대체해 측방 열확산이 죽음.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SP-08b · 판독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전기와 열이 정확히 반대로 움직이는 지점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A8D8"/>
          </a:solidFill>
          <a:ln w="12700">
            <a:solidFill>
              <a:srgbClr val="00A8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전기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BSPDN · 에어갭 · low-k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세 가지 모두 RC 또는 IR 강하를 줄이는 선택. 주파수·면적·IR 강하 지표는 일관되게 개선.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872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7872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열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62763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같은 세 가지가 열에서는 최악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011680"/>
            <a:ext cx="545576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4B5563"/>
                </a:solidFill>
              </a:rPr>
              <a:t>low-k 0.3 W/m·K, 에어갭 자기발열 +30%, BSPDN 비균일 전력에서 최고온도 상승. 열은 다시 EM·TDDB 수명을 직격.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E6F6FB"/>
          </a:solidFill>
          <a:ln w="12700">
            <a:solidFill>
              <a:srgbClr val="E6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전기적 최적해(저유전율막·에어갭·BSPDN)가 열적으로는 최악 — RC/IR 이득을 열로 돌려받고, 열은 다시 EM·TDDB 수명을 직격하는 닫힌 고리. 금속 교체는 열에 무의미하므로 비아 배치와 유전체 선택만 남음.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BSPDN 열-전기 트레이드오프</dc:title>
  <dc:subject>PptxGenJS Presentation</dc:subject>
  <dc:creator>공정 AI팀</dc:creator>
  <cp:lastModifiedBy>공정 AI팀</cp:lastModifiedBy>
  <cp:revision>1</cp:revision>
  <dcterms:created xsi:type="dcterms:W3CDTF">2026-10-03T16:10:13Z</dcterms:created>
  <dcterms:modified xsi:type="dcterms:W3CDTF">2026-10-03T16:10:13Z</dcterms:modified>
</cp:coreProperties>
</file>