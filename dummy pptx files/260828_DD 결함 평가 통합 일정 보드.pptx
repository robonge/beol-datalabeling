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일정" id="{e7660f33-c2ef-15e8-06cd-0da831400bfb}">
          <p14:sldIdLst>
            <p14:sldId id="256"/>
          </p14:sldIdLst>
        </p14:section>
        <p14:section name="종합" id="{180cd4ae-091a-b09a-d4da-1dbb211a7bc0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DD 결함 평가 통합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DD 결함 평가 통합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2613584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Split 설계·웨이퍼 배정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하드마스크 FTIR/XPS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438144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" y="3511296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ECP·CMP 베이스라인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85216" y="3895344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345104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45104" y="1627632"/>
            <a:ext cx="2613584" cy="0"/>
          </a:xfrm>
          <a:prstGeom prst="line">
            <a:avLst/>
          </a:prstGeom>
          <a:noFill/>
          <a:ln w="9525">
            <a:solidFill>
              <a:srgbClr val="00D9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45104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3120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Comb-Serpentine WAT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473120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45104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3120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EBAC 국소화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473120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45104" y="3438144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73120" y="3511296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비아 TEM/EDX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473120" y="3895344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233008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검토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33008" y="1627632"/>
            <a:ext cx="2613584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33008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61024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Dishing/Erosion AFM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361024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33008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61024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HMDS 접촉각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361024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9120911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대기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4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120911" y="1627632"/>
            <a:ext cx="2613584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20911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48927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TDDB 1000 h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248927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W04–W09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120911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248927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HTOL/EM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9248927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W05–W08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120911" y="3438144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48927" y="3511296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Dummy Fill 재설계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9248927" y="3895344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W06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120911" y="4279392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248927" y="4352544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판정 보고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9248927" y="4736592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W10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576072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장기 신뢰성(TDDB·HTOL/EM)은 중간 판독 시점 W06·W08에 보고.</a:t>
            </a:r>
            <a:endParaRPr lang="en-US" sz="900" dirty="0"/>
          </a:p>
        </p:txBody>
      </p:sp>
      <p:sp>
        <p:nvSpPr>
          <p:cNvPr id="5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종합 · 결함 연쇄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결함별 효과 연쇄와 평가 항목 매핑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714854"/>
                <a:gridCol w="2923337"/>
                <a:gridCol w="2923337"/>
                <a:gridCol w="2714854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1차 효과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2차 효과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최종 영향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하드마스크 침식·펀치스루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Low-k 플라즈마 손상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CD 확장·브릿지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Metal Short, 누설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챔퍼 무너짐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PVD 오버행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핀치오프 → Cu Void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Open, TDDB 파멸적 단축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overCMP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Preston 압력 집중 → Dishing/Erosion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단면적↓ → J↑ → 줄 발열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EM 기하급수 가속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unCMP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잔류물 미세 브릿지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WAT 즉각 불량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 창 협소화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74904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전기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096512"/>
            <a:ext cx="3515258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Comb-Serpentine, Voltage Ramp, Cross-bridge Rs.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338218" y="374904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물리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338218" y="4096512"/>
            <a:ext cx="3515258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FIB-TEM/EDS, AFM Recess, EBAC.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19237" y="374904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신뢰성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19237" y="4096512"/>
            <a:ext cx="3515258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TDDB, HTOL, 고전류 EM.</a:t>
            </a:r>
            <a:endParaRPr lang="en-US" sz="105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turquoise">
  <a:themeElements>
    <a:clrScheme name="Turquoise DS turquoise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B8A9"/>
      </a:accent1>
      <a:accent2>
        <a:srgbClr val="00D9FF"/>
      </a:accent2>
      <a:accent3>
        <a:srgbClr val="FF6B6B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turquois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DD Eval Schedule Board</dc:title>
  <dc:subject>PptxGenJS Presentation</dc:subject>
  <dc:creator>공정 AI팀</dc:creator>
  <cp:lastModifiedBy>공정 AI팀</cp:lastModifiedBy>
  <cp:revision>1</cp:revision>
  <dcterms:created xsi:type="dcterms:W3CDTF">2026-10-03T16:30:17Z</dcterms:created>
  <dcterms:modified xsi:type="dcterms:W3CDTF">2026-10-03T16:30:17Z</dcterms:modified>
</cp:coreProperties>
</file>