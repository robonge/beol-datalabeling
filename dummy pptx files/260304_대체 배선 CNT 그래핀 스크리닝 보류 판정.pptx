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대체 배선" id="{6daf2c1f-cc11-f73e-dd60-b02b4355339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대체 배선 · CNT / 그래핀 · MICROMACHINES 2022 / TED 2023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대체 배선 후보 스크리닝 — 실증 단계 평가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911096"/>
                <a:gridCol w="2867558"/>
                <a:gridCol w="4969764"/>
                <a:gridCol w="152887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후보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구조 /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CNT 비아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60 nm 비아, Ni 촉매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SEM 7패널: 촉매 입자·CNT 측벽 확인 (Fig. 6g)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보류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선 입계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80 / 50 / 28 nm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TEM: 선폭 감소에 따른 입계 분포 변화 (Fig. 4)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그래핀 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대형 SRAM 캐시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회로 수준 모델링 (TED 2023)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보류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CNT·그래핀 모두 보류 — 300 mm 전기 데이터 부재. Cu 입계 TEM은 저항 상승 원인 참조로만 사용.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대체 배선 · 판독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다음 split 후보: CNT 비아 vs Ru 충진 비아 동일 CD 비교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현황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공정 전과정 실증 단계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54557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CNT·그래핀은 공정 전과정 실증 단계 — 300 mm 전기 데이터 부재로 보류.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Cu 선폭 28 nm까지 입계 분포 변화가 저항 상승의 직접 원인 (TEM).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872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제안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62763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비교 평가 설계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011680"/>
            <a:ext cx="54557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다음 split 후보: CNT 비아 접촉저항 vs Ru 충진 비아 동일 CD 비교.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접촉저항·EM·열저항 세 축으로 Ru 슈퍼비아(58 Ω) 대비 수치화.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대체 배선 CNT·그래핀 스크리닝</dc:title>
  <dc:subject>PptxGenJS Presentation</dc:subject>
  <dc:creator>공정 AI팀</dc:creator>
  <cp:lastModifiedBy>공정 AI팀</cp:lastModifiedBy>
  <cp:revision>1</cp:revision>
  <dcterms:created xsi:type="dcterms:W3CDTF">2026-10-03T16:10:14Z</dcterms:created>
  <dcterms:modified xsi:type="dcterms:W3CDTF">2026-10-03T16:10:14Z</dcterms:modified>
</cp:coreProperties>
</file>