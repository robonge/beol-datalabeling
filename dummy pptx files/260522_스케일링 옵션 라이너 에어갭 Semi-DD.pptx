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ab8b40ae-dc5f-9268-4be2-7100350bf6e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배리어/라이너 두께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두께 (nm)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PVD TaN/Ta (하한)</c:v>
                  </c:pt>
                  <c:pt idx="1">
                    <c:v>PVD TaN/Ta (상한)</c:v>
                  </c:pt>
                  <c:pt idx="2">
                    <c:v>ALD Ru/Co (하한)</c:v>
                  </c:pt>
                  <c:pt idx="3">
                    <c:v>ALD Ru/Co (상한)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기생 정전용량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C (%)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Low-k 기준</c:v>
                  </c:pt>
                  <c:pt idx="1">
                    <c:v>에어갭 (하한)</c:v>
                  </c:pt>
                  <c:pt idx="2">
                    <c:v>에어갭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83</c:v>
                </c:pt>
                <c:pt idx="2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image" Target="../media/image-1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라이너 · 에어갭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라이너 박막화와 에어갭 정전용량 감소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배리어/라이너 두께 (NM)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층간 기생 정전용량 상대값 (%)</a:t>
            </a:r>
            <a:endParaRPr lang="en-US" sz="800" dirty="0"/>
          </a:p>
        </p:txBody>
      </p:sp>
      <p:pic>
        <p:nvPicPr>
          <p:cNvPr id="9" name="Image 0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8" y="4343400"/>
            <a:ext cx="2625344" cy="17373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61264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 SEMI-DAMASCENE AR 3 VS AR 6 단면 — © IMEC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4114800" y="4343400"/>
            <a:ext cx="362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Ru/Co 라이너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114800" y="4690872"/>
            <a:ext cx="3626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부근 오버행·핀치오프 확률 획기적 감소.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8107528" y="4343400"/>
            <a:ext cx="362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에어 갭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107528" y="4690872"/>
            <a:ext cx="3626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배선 사이 공기층(k = 1.0) 삽입 → 기생 정전용량 17–20% 감소, RC Delay 최소화.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과제: 기계적 강도 저하, 상부 층 증착 시 갭 지붕(Pinch-off) 형상 불안정.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적용 기술별 개선·효과·한계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에어 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절연막 일부 제거 → k = 1.0 공기층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기생 C 17–20% 감소, 신호 지연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기계적 강도↓, 갭 지붕 불안정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5455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세 기술 모두 기존 공정 수명 연장 수단 — 근원적 해결은 아님.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566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다음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913632"/>
            <a:ext cx="5455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1.5 nm 이후 Semi-DD + BSPDN.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SEMI-DD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Semi-Damascene 구조 대조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93776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7889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PITCH RU LINES · STEM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0896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금속 선식각 → 고종횡비 배선 → 전류 밀도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1.5–2 nm 이하 노드의 구조적 모순 타파 수단.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280160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 대조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591056"/>
          <a:ext cx="5973775" cy="914400"/>
        </p:xfrm>
        <a:graphic>
          <a:graphicData uri="http://schemas.openxmlformats.org/drawingml/2006/table">
            <a:tbl>
              <a:tblPr/>
              <a:tblGrid>
                <a:gridCol w="1311250"/>
                <a:gridCol w="2330806"/>
                <a:gridCol w="233080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5303520"/>
            <a:ext cx="597377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760720" y="5376672"/>
            <a:ext cx="597377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Scaling Options Liner AG SemiDD</dc:title>
  <dc:subject>PptxGenJS Presentation</dc:subject>
  <dc:creator>공정 AI팀</dc:creator>
  <cp:lastModifiedBy>공정 AI팀</cp:lastModifiedBy>
  <cp:revision>1</cp:revision>
  <dcterms:created xsi:type="dcterms:W3CDTF">2026-10-03T16:48:16Z</dcterms:created>
  <dcterms:modified xsi:type="dcterms:W3CDTF">2026-10-03T16:48:16Z</dcterms:modified>
</cp:coreProperties>
</file>