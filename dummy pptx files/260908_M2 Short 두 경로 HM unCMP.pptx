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52af6042-c431-c21f-1322-c96c16070af0}">
          <p14:sldIdLst>
            <p14:sldId id="256"/>
          </p14:sldIdLst>
        </p14:section>
        <p14:section name="unCMP" id="{fede4dad-134d-ff4f-5cb8-d3f3cb7b8d16}">
          <p14:sldIdLst>
            <p14:sldId id="257"/>
          </p14:sldIdLst>
        </p14:section>
        <p14:section name="종합" id="{c0e12ca3-d29f-6d9d-2eea-8700cec30165}">
          <p14:sldIdLst>
            <p14:sldId id="258"/>
            <p14:sldId id="259"/>
          </p14:sldIdLst>
        </p14:section>
        <p14:section name="일정" id="{4cdb1d6e-77a1-e25b-f27b-b3b393b2c5e6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Comb 누설 (하드마스크)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TDDB TTF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온전 구조</c:v>
                  </c:pt>
                  <c:pt idx="1">
                    <c:v>유전막 손상 구조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Metal Short 경로 1 · 하드마스크 마모·펀치스루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dd_flow_schemat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7144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3040363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DD 패터닝 흐름 (VIA-FIRST / TRENCH-FIRST) — 참고 도식, CC BY ELECTRONICS 2022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396979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잔류물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726163"/>
            <a:ext cx="3367735" cy="2446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Metal Short 경로 2 · unCMP 잔류물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결과 정리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검증 방법 대조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두 경로의 검증 방법 · 공통 구조와 차이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하드마스크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검출 대상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Comb-Serpentine 구조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Open/Short Failure, Line-to-Line Leakage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Voltage Ramp /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절연 파괴 시간, SILC 증가 패턴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FIB 절단 → TEM + EDS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하드마스크 잔존 두께, 트렌치 폭 확장, 브릿지 유무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FTIR / XPS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탄소 고갈층 두께, Si-OH 생성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39896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unCMP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0792"/>
          <a:ext cx="7985455" cy="914400"/>
        </p:xfrm>
        <a:graphic>
          <a:graphicData uri="http://schemas.openxmlformats.org/drawingml/2006/table">
            <a:tbl>
              <a:tblPr/>
              <a:tblGrid>
                <a:gridCol w="1741932"/>
                <a:gridCol w="2613355"/>
                <a:gridCol w="36301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1280160"/>
            <a:ext cx="3017520" cy="110825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16975" y="2434133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716975" y="2790749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16975" y="3156509"/>
            <a:ext cx="3017520" cy="301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공통: Comb-Serpentine E-test.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차이: 하드마스크는 FIB-TEM·FTIR, unCMP는 EBAC 국소화·AFM.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 대조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누설 급증과 TTF 단축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TTF 상대값 — 수십 배 단축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7295" cy="914400"/>
        </p:xfrm>
        <a:graphic>
          <a:graphicData uri="http://schemas.openxmlformats.org/drawingml/2006/table">
            <a:tbl>
              <a:tblPr/>
              <a:tblGrid>
                <a:gridCol w="3561588"/>
                <a:gridCol w="4155034"/>
                <a:gridCol w="356158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280160"/>
            <a:ext cx="2926080" cy="20952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8415" y="342109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피치 RU 선 에칭 후 TEM —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2478938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755648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438144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" y="3511296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85216" y="3895344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210458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10458" y="1627632"/>
            <a:ext cx="247893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10458" y="1755648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8474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338474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10458" y="2596896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38474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338474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10458" y="3438144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38474" y="3511296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338474" y="3895344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5963717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63717" y="1627632"/>
            <a:ext cx="2478938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63717" y="1755648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1733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091733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63717" y="2596896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91733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091733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963717" y="3438144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91733" y="3511296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091733" y="3895344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Short Two Paths HM unCMP</dc:title>
  <dc:subject>PptxGenJS Presentation</dc:subject>
  <dc:creator>공정 AI팀</dc:creator>
  <cp:lastModifiedBy>공정 AI팀</cp:lastModifiedBy>
  <cp:revision>1</cp:revision>
  <dcterms:created xsi:type="dcterms:W3CDTF">2026-10-03T16:48:16Z</dcterms:created>
  <dcterms:modified xsi:type="dcterms:W3CDTF">2026-10-03T16:48:16Z</dcterms:modified>
</cp:coreProperties>
</file>