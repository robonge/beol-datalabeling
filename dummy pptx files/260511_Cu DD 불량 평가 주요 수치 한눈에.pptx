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종합" id="{acbd27b5-643c-a440-e866-2714f8330d6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주요 수치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 DD 불량 평가 주요 수치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30–40%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Cu RC 지연 감소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712659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8E72"/>
                </a:solidFill>
              </a:rPr>
              <a:t>수백 배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712659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펀치스루 누설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968118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D9FF"/>
                </a:solidFill>
              </a:rPr>
              <a:t>+10%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968118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저항 Failure 기준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23577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2–3배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223577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응력 후 Cu Recess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9479036" y="128016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80–88°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9479036" y="1801368"/>
            <a:ext cx="20725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HMDS 후 접촉각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1185977"/>
                <a:gridCol w="2224735"/>
                <a:gridCol w="2224735"/>
                <a:gridCol w="2075688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17" name="Image 0" descr="/tmp/claude-0/-home-claude/e70767da-955c-5cc3-beb4-741bbeefa4c6/scratchpad/img/em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4999" y="2331720"/>
            <a:ext cx="3027152" cy="20116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42655" y="43891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시험 후 CU 배선 VOID·박리 단면 SEM — 유사 결함 참고, CC BY MICROMACHINES 2026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8442655" y="4745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포인트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442655" y="5093208"/>
            <a:ext cx="3291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CMP는 극히 좁은 공정 창.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하드마스크 마진이 선결 조건.</a:t>
            </a:r>
            <a:endParaRPr lang="en-US" sz="1050" dirty="0"/>
          </a:p>
        </p:txBody>
      </p:sp>
      <p:sp>
        <p:nvSpPr>
          <p:cNvPr id="2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불량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불량 지도와 RC 이득의 대가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20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280160"/>
            <a:ext cx="6705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불량 지도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609344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RC 이득은 다마신·CMP·Low-k를 전제로 하며 그 전제가 결함의 근원.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95144"/>
          <a:ext cx="6705295" cy="914400"/>
        </p:xfrm>
        <a:graphic>
          <a:graphicData uri="http://schemas.openxmlformats.org/drawingml/2006/table">
            <a:tbl>
              <a:tblPr/>
              <a:tblGrid>
                <a:gridCol w="1676095"/>
                <a:gridCol w="1196950"/>
                <a:gridCol w="2155241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결함 유형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발생 공정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직접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신뢰성 파급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하드마스크 고갈 / 펀치스루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트렌치·비아 식각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CD 확장, 금속 브릿지 → Metal Short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TDDB TTF 수십 배 단축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unCMP 잔류물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Cu/배리어 CMP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Cu·TaN 잔류 → 횡방향 누설·단락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WAT Short Failure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overCMP Dishing / Erosion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과연마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단면적 감소 → 선저항 +10–20%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J↑·줄 발열 → EM MTTF 급감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챔퍼 무너짐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트렌치 과식각 (VFTL)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PVD 오버행 → 핀치오프 → Cu Void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Open, 배리어 단절 →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DD Numbers At A Glance</dc:title>
  <dc:subject>PptxGenJS Presentation</dc:subject>
  <dc:creator>공정 AI팀</dc:creator>
  <cp:lastModifiedBy>공정 AI팀</cp:lastModifiedBy>
  <cp:revision>1</cp:revision>
  <dcterms:created xsi:type="dcterms:W3CDTF">2026-10-03T16:48:16Z</dcterms:created>
  <dcterms:modified xsi:type="dcterms:W3CDTF">2026-10-03T16:48:16Z</dcterms:modified>
</cp:coreProperties>
</file>