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a142607c-1e3c-835a-7c59-652f9cf2bfc8}">
          <p14:sldIdLst>
            <p14:sldId id="256"/>
            <p14:sldId id="257"/>
            <p14:sldId id="259"/>
          </p14:sldIdLst>
        </p14:section>
        <p14:section name="일정" id="{d30b330a-9ede-bdcd-89b4-6b7fa6859773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Recess</c:v>
                </c:pt>
              </c:strCache>
            </c:strRef>
          </c:tx>
          <c:spPr>
            <a:solidFill>
              <a:srgbClr val="0085B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초기 (WAT 통과)</c:v>
                  </c:pt>
                  <c:pt idx="1">
                    <c:v>스트레스 후 (하한)</c:v>
                  </c:pt>
                  <c:pt idx="2">
                    <c:v>스트레스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VFTL 트렌치 과식각이 만드는 챔퍼 무너짐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메커니즘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RECESS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응력 후 Cu Recess 2–3배 — 초기 WAT의 함정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RECESS 상대 깊이 — 수십 H 열·전기 응력 후 2–3배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HTOL·고전류 EM에서 수십 h 후 급격 고장.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TDDB는 챔퍼 경유 Cu⁺ 드리프트로 기하급수 단축.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플라즈마 파워 과다 → Cu 산화·유실, TaN 단절.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비아 챔퍼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VFTL 트렌치 식각 파워 split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단계별 TEM/EDX 프로파일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Ta 두께·Cu Recess 정량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ALD Ru 라이너 비교 lot 투입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 수십 h 후 Recess 재측정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고전류 EM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E/E² 모델 피팅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W09</a:t>
            </a:r>
            <a:endParaRPr lang="en-US" sz="850" dirty="0"/>
          </a:p>
        </p:txBody>
      </p:sp>
      <p:sp>
        <p:nvSpPr>
          <p:cNvPr id="3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평가 방법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평가 방법·판독과 판정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130198"/>
                <a:gridCol w="2584094"/>
                <a:gridCol w="3875227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측정·판독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단계별 TEM + EDX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프로파일, 모서리 Ta 두께, 바닥 Cu Recess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과도 플라즈마 파워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바닥·챔퍼 Cu 산화·유실, TaN 단절 관찰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HTOL / 고전류 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통과 칩도 수십 h 후 Recess 2–3배 → 급격 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(E / E² 모델)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경유 Cu⁺ 드리프트 → 트랩 포화 → 단락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판정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TEM/EDX 프로파일·Ta 두께·Recess가 1차 지표.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장기 신뢰성 결과가 WAT를 뒤집음 — 신뢰성 평가 필수.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Via Chamfer HTOL TDDB Study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