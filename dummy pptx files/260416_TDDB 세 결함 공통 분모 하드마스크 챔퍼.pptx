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ee99aaab-279f-4b74-c08b-28f2d2b877b3}">
          <p14:sldIdLst>
            <p14:sldId id="256"/>
            <p14:sldId id="257"/>
          </p14:sldIdLst>
        </p14:section>
        <p14:section name="복구·차세대" id="{8955547e-51fb-3e60-f6a5-9ff887e1ad4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유전막 손상</c:v>
                  </c:pt>
                  <c:pt idx="2">
                    <c:v>HMDS 처리 후 (설명용)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세 결함의 공통 분모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TDDB를 깎는 세 경로 — 하드마스크·챔퍼·복구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하드마스크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친수성 경로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손상 Low-k의 Si-OH 경로로 Cu⁺ 드리프트 가속 → TTF 수십 배 단축. 누설은 트랩 → SILC → 파괴 패턴.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48920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챔퍼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배리어 단절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Zero Step Coverage 모서리로 Cu 침투, 전기장 하 Cu⁺ 산화·드리프트 (E / E² 모델). 수분과 반응해 트랩 포화 → 관통 단락.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48920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HMDS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복구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Si-OH → 트리메틸실릴기 치환, 기공 밀봉 → TTF 수 배 연장. 침투 깊이 한계.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TTF 상대값 — 손상 구조와 복구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손상 3 = '수십 배 단축', HMDS 후 15 = '수 배 연장' 서술 기반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28016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하드마스크 평가 결과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91056"/>
          <a:ext cx="5790895" cy="914400"/>
        </p:xfrm>
        <a:graphic>
          <a:graphicData uri="http://schemas.openxmlformats.org/drawingml/2006/table">
            <a:tbl>
              <a:tblPr/>
              <a:tblGrid>
                <a:gridCol w="1589227"/>
                <a:gridCol w="3406140"/>
                <a:gridCol w="79461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평가 항목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손상 구조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Comb 간 누설 전류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정상 대비 수백 배 급증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브릿지 저항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설계 스펙 이탈, 최악 Hard Short (수율 0%)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온전 구조 대비 수십 배 단축 (Cu⁺ 드리프트 가속)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단면 (ARDE)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좁은 패턴일수록 Shoulder 침식 심화, Defect adder 증가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하드마스크 두께 마진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누설 억제·신뢰성의 최우선 선결 조건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대응 기술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대응 기술과 한계 (표 3 발췌)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6324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HMDS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410712"/>
            <a:ext cx="54557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FTIR: 3350 cm⁻¹ Si-OH 피크 소멸. 수분 접촉각 80–88° 이상 회복.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06324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 라이너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410712"/>
            <a:ext cx="54557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TDDB Across Defects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