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신뢰성" id="{66e6a22e-806d-7f81-78d1-9b1195552041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신뢰성 · 기계적 파괴 · APL 2014 (VANSTREELS)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마이크로빔 굽힘 in-situ SEM — 균열은 금속층을 관통한다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819095"/>
                <a:gridCol w="8458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조건 / 관찰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시편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FIB 가공 BEOL 마이크로빔 4개 (길이·폭 상이)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가압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200–750 µN/s, in-situ SEM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스택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k &lt; 2.0 Cu/low-k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균열 경로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금속층 위를 따라 달리다 금속층을 관통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관찰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균열 발생·전파·계면 박리 실시간 촬영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074920"/>
            <a:ext cx="11277295" cy="960120"/>
          </a:xfrm>
          <a:prstGeom prst="roundRect">
            <a:avLst>
              <a:gd name="adj" fmla="val 15238"/>
            </a:avLst>
          </a:prstGeom>
          <a:solidFill>
            <a:srgbClr val="4C2C3B"/>
          </a:solidFill>
          <a:ln w="12700">
            <a:solidFill>
              <a:srgbClr val="4C2C3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516636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</a:rPr>
              <a:t>강화 대상은 저유전율막이 아니라 금속 상부 계면 — 캡/계면 접착 개선이 우선.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신뢰성 · 판독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FF8E72"/>
          </a:solidFill>
          <a:ln w="12700">
            <a:solidFill>
              <a:srgbClr val="FF8E72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강화 대상은 저유전율막이 아니라 금속 상부 계면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관찰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27632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무엇을 봤나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545576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</a:rPr>
              <a:t>in-situ SEM 마이크로빔 굽힘 (APL 2014)으로 균열 개시점과 전파 경로를 직접 관찰.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</a:rPr>
              <a:t>k &lt; 2.0 스택에서 균열이 금속층을 관통 → 유전체 강화만으로는 부족.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8728" y="12801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F8E72"/>
          </a:solidFill>
          <a:ln w="12700">
            <a:solidFill>
              <a:srgbClr val="FF8E7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78728" y="1280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후속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278728" y="1627632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다음 split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78728" y="2011680"/>
            <a:ext cx="545576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</a:rPr>
              <a:t>후속 split: 캡층 종류·계면 처리 조건을 변수로 재평가 필요.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</a:rPr>
              <a:t>에어갭 도입 시 기계적 여유도 재평가 — 에어갭은 지지 구조를 제거.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inkCoral">
  <a:themeElements>
    <a:clrScheme name="Turquoise DS inkCoral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FF6B6B"/>
      </a:accent1>
      <a:accent2>
        <a:srgbClr val="FF8E72"/>
      </a:accent2>
      <a:accent3>
        <a:srgbClr val="00D9FF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inkCoral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기계적 파괴 in-situ SEM</dc:title>
  <dc:subject>PptxGenJS Presentation</dc:subject>
  <dc:creator>공정 AI팀</dc:creator>
  <cp:lastModifiedBy>공정 AI팀</cp:lastModifiedBy>
  <cp:revision>1</cp:revision>
  <dcterms:created xsi:type="dcterms:W3CDTF">2026-10-03T16:10:13Z</dcterms:created>
  <dcterms:modified xsi:type="dcterms:W3CDTF">2026-10-03T16:10:13Z</dcterms:modified>
</cp:coreProperties>
</file>