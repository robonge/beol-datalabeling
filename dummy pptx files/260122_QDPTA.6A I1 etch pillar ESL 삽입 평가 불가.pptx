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178d3dc2978ce26facf2995c1c2d659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9505" y="1067105"/>
            <a:ext cx="2667305" cy="200070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505" y="437998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SF1.0 KVKB QDPTA.6A ET results</a:t>
            </a:r>
            <a:endParaRPr lang="en-US" sz="225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1067105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942746" y="1067105"/>
            <a:ext cx="320863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I1 etch pillar ESL 삽입 평가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309421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942746" y="1309421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552651"/>
            <a:ext cx="619140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A(PE-FSAV) 진행 시 AASI CD 0.2 nm 하향</a:t>
            </a:r>
            <a:endParaRPr lang="en-US" sz="1275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795882"/>
            <a:ext cx="619140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CMBSRP/MinA/HOL POR 대비 동등수준 / VCHN 3.5%p 열화, VMA 4.0%p 열화</a:t>
            </a:r>
            <a:endParaRPr lang="en-US" sz="1275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281428"/>
            <a:ext cx="660471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 조건 호환 불가 — pillar 높이 target 상향 split 재평가 예정 (I1 DC 기준)</a:t>
            </a:r>
            <a:endParaRPr lang="en-US" sz="1275" dirty="0"/>
          </a:p>
        </p:txBody>
      </p:sp>
      <p:sp>
        <p:nvSpPr>
          <p:cNvPr id="11" name="Text 8"/>
          <p:cNvSpPr txBox="1"/>
          <p:nvPr/>
        </p:nvSpPr>
        <p:spPr>
          <a:xfrm>
            <a:off x="7429500" y="3105302"/>
            <a:ext cx="40773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 HAR line TEM</a:t>
            </a:r>
            <a:endParaRPr lang="en-US" sz="825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3662172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933602" y="3619195"/>
            <a:ext cx="1100023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I1 AASI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981298"/>
          <a:ext cx="10821010" cy="2686507"/>
        </p:xfrm>
        <a:graphic>
          <a:graphicData uri="http://schemas.openxmlformats.org/drawingml/2006/table">
            <a:tbl>
              <a:tblPr/>
              <a:tblGrid>
                <a:gridCol w="2191817"/>
                <a:gridCol w="2185416"/>
                <a:gridCol w="1722730"/>
                <a:gridCol w="2336292"/>
                <a:gridCol w="2383841"/>
              </a:tblGrid>
              <a:tr h="2686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86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W13(POR)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20.27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2.59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686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20.03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1.16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3.65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-0.27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686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20.05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3.62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-0.25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686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20.07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3.58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-0.23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686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20.07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3.77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-0.23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686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20.06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3.70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-0.24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686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20.03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3.66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-0.27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686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20.07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3.73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-0.23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686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20.08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3.77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-0.22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I1 Via Rc cumulative distribution</a:t>
            </a:r>
            <a:endParaRPr lang="en-US" sz="2325" dirty="0"/>
          </a:p>
        </p:txBody>
      </p:sp>
      <p:pic>
        <p:nvPicPr>
          <p:cNvPr id="3" name="Image 0" descr="gen-dedup-dd0e919b1d6bbdc8c91f920c2de03404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685800" y="1123798"/>
            <a:ext cx="7239305" cy="49533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91195" y="1429207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34.89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191195" y="1687982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median 37.98 (+8.9%)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191195" y="1946758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median 37.54 (+7.6%)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191195" y="2206447"/>
            <a:ext cx="3333902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upper tail 다수 → via open 성 영향 추정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2026-10-04T13:24:42Z</dcterms:created>
  <dcterms:modified xsi:type="dcterms:W3CDTF">2026-10-04T13:24:42Z</dcterms:modified>
</cp:coreProperties>
</file>