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0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신뢰성" id="{1a63bac9-55c0-5e4f-7e83-f32a32f1071b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 (eV)</c:v>
                </c:pt>
              </c:strCache>
            </c:strRef>
          </c:tx>
          <c:spPr>
            <a:solidFill>
              <a:srgbClr val="00A8D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TaN/Co (저)</c:v>
                  </c:pt>
                  <c:pt idx="1">
                    <c:v>TaN/Co (고)</c:v>
                  </c:pt>
                  <c:pt idx="2">
                    <c:v>TaN/Ru (저)</c:v>
                  </c:pt>
                  <c:pt idx="3">
                    <c:v>TaN/Ru (고)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0.84</c:v>
                </c:pt>
                <c:pt idx="1">
                  <c:v>1.035</c:v>
                </c:pt>
                <c:pt idx="2">
                  <c:v>0.94</c:v>
                </c:pt>
                <c:pt idx="3">
                  <c:v>0.98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.7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eV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SP-06c · 신뢰성 · 라이너 split · JAP 2024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A8D8"/>
          </a:solidFill>
          <a:ln w="12700">
            <a:solidFill>
              <a:srgbClr val="00A8D8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TaN/Co vs TaN/Ru 라이너 — Cu 장배선 EM 활성화에너지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6949440" cy="48463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26680" y="1280160"/>
            <a:ext cx="4007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0.80–1.05 eV 구간에 흩어짐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1664208"/>
            <a:ext cx="1912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0A8D8"/>
                </a:solidFill>
              </a:rPr>
              <a:t>0.84 · 1.02–1.05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139696"/>
            <a:ext cx="19124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TaN / Co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9730588" y="1664208"/>
            <a:ext cx="1912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0B8A9"/>
                </a:solidFill>
              </a:rPr>
              <a:t>0.94–0.98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9730588" y="2139696"/>
            <a:ext cx="19124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TaN / Ru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2715768"/>
            <a:ext cx="4007815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라이너 종류가 Ea를 0.2 eV 가름 → 사용 온도 외삽 수명이 수십 배 달라짐.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Ru 라이너가 산포가 작음 — 계면 확산 경로가 단일화된 것으로 해석.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26680" y="5120640"/>
            <a:ext cx="4007815" cy="1005840"/>
          </a:xfrm>
          <a:prstGeom prst="roundRect">
            <a:avLst>
              <a:gd name="adj" fmla="val 14545"/>
            </a:avLst>
          </a:prstGeom>
          <a:solidFill>
            <a:srgbClr val="E6F6FB"/>
          </a:solidFill>
          <a:ln w="12700">
            <a:solidFill>
              <a:srgbClr val="E6F6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63840" y="5212080"/>
            <a:ext cx="3733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참조 데이터 — 무배리어 Ru 체계와 비교할 때 Cu 쪽 기준점으로 사용.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SP-06c · 신뢰성 · Cu vs Ru 체계 비교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Cu 장배선과 무배리어 Ru의 EM 체계 비교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338121"/>
                <a:gridCol w="1443838"/>
                <a:gridCol w="1994306"/>
                <a:gridCol w="2613355"/>
                <a:gridCol w="1787652"/>
                <a:gridCol w="1100023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구조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피치·선폭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스트레스 조건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Ea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무배리어 Ru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21 nm 피치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&gt;30 MA/cm²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고장 유도 실패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무배리어 Ru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21 nm 피치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150–200 MA/cm²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자기발열 ~260 °C에서 고장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</a:rPr>
                        <a:t>한계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 / TaN + Co 라이너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장배선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라이너 의존 활성화에너지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0.84 · 1.02–1.05 eV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</a:rPr>
                        <a:t>참조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 / TaN + Ru 라이너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장배선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라이너 의존 활성화에너지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0.94–0.98 eV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</a:rPr>
                        <a:t>참조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074920"/>
            <a:ext cx="11277295" cy="960120"/>
          </a:xfrm>
          <a:prstGeom prst="roundRect">
            <a:avLst>
              <a:gd name="adj" fmla="val 15238"/>
            </a:avLst>
          </a:prstGeom>
          <a:solidFill>
            <a:srgbClr val="E6F8F6"/>
          </a:solidFill>
          <a:ln w="12700">
            <a:solidFill>
              <a:srgbClr val="E6F8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516636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Cu는 라이너 의존 Ea로 수명 예측, Ru는 자기발열 한계(~260 °C)가 고장 모드 — 같은 J 축으로 비교할 수 없음.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cyan">
  <a:themeElements>
    <a:clrScheme name="Turquoise DS cyan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A8D8"/>
      </a:accent1>
      <a:accent2>
        <a:srgbClr val="00B8A9"/>
      </a:accent2>
      <a:accent3>
        <a:srgbClr val="FF8E72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cyan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 라이너별 EM 활성화에너지</dc:title>
  <dc:subject>PptxGenJS Presentation</dc:subject>
  <dc:creator>공정 AI팀</dc:creator>
  <cp:lastModifiedBy>공정 AI팀</cp:lastModifiedBy>
  <cp:revision>1</cp:revision>
  <dcterms:created xsi:type="dcterms:W3CDTF">2026-10-03T16:10:13Z</dcterms:created>
  <dcterms:modified xsi:type="dcterms:W3CDTF">2026-10-03T16:10:13Z</dcterms:modified>
</cp:coreProperties>
</file>