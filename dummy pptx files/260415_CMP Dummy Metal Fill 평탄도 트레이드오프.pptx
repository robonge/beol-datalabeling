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CMP" id="{9e2e1d9c-a88c-7c4b-019d-47a6efbe887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E7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 FILL · 표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Metal Fill 방식별 CMP 평탄도와 전기적 성능 상충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목적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덮임률 편차 최소화, 균일 지지력, 평탄도.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부작용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기생 C·크로스토크, 플로팅 더미 안테나 효과.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결합, 접지 더미 차폐·열 분산, 크기·밀도·경계선 길이.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저항 판정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 vs 선저항 — 평가 방법과 Failure 기준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연마 시간에 비례해 Dishing/Erosion 심화 → 상위 층 DOF 불량.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87452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185416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Dummy Fill Tradeoff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