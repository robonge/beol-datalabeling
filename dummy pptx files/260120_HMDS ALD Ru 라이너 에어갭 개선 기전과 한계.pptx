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dd51d4ad-4417-5987-c7e5-2168f3e9275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수분 접촉각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+mj-lt"/>
              </a:rPr>
              <a:t>층간 기생 정전용량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C (%)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Low-k 기준</c:v>
                  </c:pt>
                  <c:pt idx="1">
                    <c:v>에어갭 (하한)</c:v>
                  </c:pt>
                  <c:pt idx="2">
                    <c:v>에어갭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83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HMDS · ALD Ru 라이너 · 에어 갭 — 개선 메커니즘과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HMDS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Ru/Co 라이너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 · 정전용량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접촉각 회복과 에어갭 정전용량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층간 기생 정전용량 상대값 (%)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3671316"/>
                <a:gridCol w="2622499"/>
                <a:gridCol w="3147365"/>
                <a:gridCol w="18361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SEMI-DAMASCENE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Semi-Damascene — 고종횡비 Ru 배선과 Cu DD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3891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776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VS AR 6 RU LINES · 18 NM PITCH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금속 선식각 → 고종횡비 배선 → 전류 밀도 획기적 감소.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280160"/>
            <a:ext cx="6522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구조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91056"/>
          <a:ext cx="6522415" cy="914400"/>
        </p:xfrm>
        <a:graphic>
          <a:graphicData uri="http://schemas.openxmlformats.org/drawingml/2006/table">
            <a:tbl>
              <a:tblPr/>
              <a:tblGrid>
                <a:gridCol w="1431950"/>
                <a:gridCol w="2545690"/>
                <a:gridCol w="254569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212080" y="5303520"/>
            <a:ext cx="652241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12080" y="5376672"/>
            <a:ext cx="65224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Advanced Interconnect Reliability Table3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