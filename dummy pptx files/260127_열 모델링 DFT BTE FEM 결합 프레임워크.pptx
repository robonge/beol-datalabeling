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" id="{55a1e2a9-f360-45ff-a0d0-c59e5673bd9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SP-08c · 열 모델링 · ECTC 2024 / TCPMT 2025 (CHANG)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DFT → BTE → FEM 모듈러 결합과 실측 보정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DFT (원자)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8347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495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783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783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7783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BTE (nm–µm)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123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3271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559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559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31559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FEM (전체 스택)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5898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046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5334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334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65334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3ω 유전체 k 추출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9674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0822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9110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110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99110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자기발열 측정 보정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계층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스케일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역할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DFT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크기의존 금속 열물성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nm–µm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포논 수송, 경계 산란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전체 스택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12층·18 nm 피치 A10 코어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박막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유전체 열전도도 추출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자기발열 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BEOL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3D FEM 보정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726680" y="3017520"/>
            <a:ext cx="4007815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909560" y="3154680"/>
            <a:ext cx="3642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왜 바꾸는가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909560" y="3566160"/>
            <a:ext cx="36420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벌크 물성값을 쓰는 기존 FEM은 노드가 미세화될수록 BEOL 열저항을 점점 더 과소평가.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검증 대상: A10 고밀도 코어 12층, 18 nm 피치 스택. 입력: 금속선 밀도·비아 밀도·유전체 k·크기의존 금속 열물성.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BTE–FEM 모듈러 결합 (ECTC 2024 / TCPMT 2025).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SP-08c · 열 모델링 · 한계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벌크 물성 FEM이 틀리는 이유와 남은 공백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문제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미세화될수록 과소평가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벌크 물성값을 쓰는 기존 FEM은 노드가 미세화될수록 BEOL 열저항을 점점 더 과소평가.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직렬 열저항은 가장 나쁜 고리가 결정 — 비아층(열저항 86%)의 유전체 k가 전체를 좌우.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입력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모델 입력 변수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검증 대상: A10 고밀도 코어 12층, 18 nm 피치 스택. 입력: 금속선 밀도·비아 밀도·유전체 k·크기의존 금속 열물성.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공백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비공개 항목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FEOL→BEOL 열결합 기여도 % (Lofrano ITherm 2022 전문 비공개).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1차원 모델이 전류 확산을 무시할 때의 오차 % — 'significant'만 기술 (JJAP 2023).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SP-08c · 데이터 공백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열 평가 재현에 필요한 미확보 데이터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미확보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확보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에어갭 치수 (폭·높이)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미공개 — RC·자기발열 재현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원문 저자 문의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FEOL→BEOL 열결합 기여도 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Lofrano ITherm 2022 전문 비공개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IEEE Xplore 구독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12층·18 nm 스택 층별 열전도도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제3자 실측치로 대체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ECTC 2024 accepted manuscript (Lirias)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1차원 열모델 오차 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'significant'만 기술 (JJAP 2023)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원문 보충자료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E8E9EC"/>
          </a:solidFill>
          <a:ln w="12700">
            <a:solidFill>
              <a:srgbClr val="E8E9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에어갭 치수와 층별 k 없이는 RC 개선·자기발열 악화 모두 재현 불가 — 원문 저자 문의가 선행.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열 모델링 체계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