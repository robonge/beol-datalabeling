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411ea4bc-2f06-1465-d6d4-38e6aa31bca4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CU VS AL · DAMASCENE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이중 상감 공정의 물리적 전제 — Al 대비 장점과 RIE 불가 제약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30–40%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RC 지연 감소 (vs Al)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k ≤ 2.5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다공성 Low-k 유전율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06624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32 nm~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090672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MHM 통합 공정 보편화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511296"/>
            <a:ext cx="3367735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결함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주요 결함 메커니즘과 파급 경로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20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280160"/>
            <a:ext cx="6705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결함 → 결과 → 신뢰성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609344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식각·금속화·CMP 상호작용이 10 nm 이하에서 수율·신뢰성 이슈로 직결.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569464"/>
          <a:ext cx="6705295" cy="914400"/>
        </p:xfrm>
        <a:graphic>
          <a:graphicData uri="http://schemas.openxmlformats.org/drawingml/2006/table">
            <a:tbl>
              <a:tblPr/>
              <a:tblGrid>
                <a:gridCol w="1676095"/>
                <a:gridCol w="1196950"/>
                <a:gridCol w="2155241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Background Cu vs Al</dc:title>
  <dc:subject>PptxGenJS Presentation</dc:subject>
  <dc:creator>공정 AI팀</dc:creator>
  <cp:lastModifiedBy>공정 AI팀</cp:lastModifiedBy>
  <cp:revision>1</cp:revision>
  <dcterms:created xsi:type="dcterms:W3CDTF">2026-10-03T16:30:16Z</dcterms:created>
  <dcterms:modified xsi:type="dcterms:W3CDTF">2026-10-03T16:30:16Z</dcterms:modified>
</cp:coreProperties>
</file>