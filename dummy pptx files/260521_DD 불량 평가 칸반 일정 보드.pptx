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일정" id="{38e951a2-aea9-dbb8-aecb-83620eeeb2ea}">
          <p14:sldIdLst>
            <p14:sldId id="256"/>
          </p14:sldIdLst>
        </p14:section>
        <p14:section name="종합" id="{99cdece5-7d1b-b107-530b-bea7e530057c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DD 불량 평가 통합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DD 불량 평가 통합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cu_rdl_fi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1280160"/>
            <a:ext cx="2926080" cy="2487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08415" y="3813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배선 FIB 단면 (AS-FABRICATED) — DISHING/형상 참고, CC BY MICROMACHINES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종료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79062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Split 설계·웨이퍼 배정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FTIR/XPS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438144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ECP·CMP 베이스라인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85216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522144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수행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22144" y="1627632"/>
            <a:ext cx="1790624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22144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50160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WAT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650160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522144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50160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국소화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2650160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22144" y="3438144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650160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비아 TEM/EDX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650160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587088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판독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87088" y="1627632"/>
            <a:ext cx="1790624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87088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15104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AFM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715104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87088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15104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HMDS 접촉각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4715104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6652031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예정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4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652031" y="1627632"/>
            <a:ext cx="179062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652031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80047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1000 h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780047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52031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80047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HTOL/EM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780047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52031" y="3438144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780047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재설계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780047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652031" y="4279392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780047" y="4352544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판정 보고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6780047" y="4736592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5760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장기 신뢰성(TDDB·HTOL/EM)은 중간 판독 시점 W06·W08에 보고.</a:t>
            </a:r>
            <a:endParaRPr lang="en-US" sz="900" dirty="0"/>
          </a:p>
        </p:txBody>
      </p:sp>
      <p:sp>
        <p:nvSpPr>
          <p:cNvPr id="5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불량 도미노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불량별 효과 도미노와 평가 항목 매핑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714854"/>
                <a:gridCol w="2923337"/>
                <a:gridCol w="2923337"/>
                <a:gridCol w="271485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1차 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2차 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최종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침식·펀치스루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손상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확장·브릿지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Metal Short, 누설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Open, TDDB 파멸적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Preston 압력 집중 →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→ 줄 발열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기하급수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미세 브릿지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즉각 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창 협소화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전기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Comb-Serpentine, Voltage Ramp, Cross-bridge Rs.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물리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FIB-TEM/EDS, AFM Recess, EBAC.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신뢰성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TDDB, HTOL, 고전류 EM.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Kanban Schedule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