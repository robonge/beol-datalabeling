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CMP" id="{9db54c92-db11-b9bc-dc38-b867648b489d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85B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 FILL · 표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Metal Fill 방식별 CMP 평탄도와 전기적 성능 트레이드오프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462126"/>
                <a:gridCol w="2126894"/>
                <a:gridCol w="1994306"/>
                <a:gridCol w="212689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1754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25013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목적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덮임률 편차 최소화, 균일 지지력, 평탄도.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부작용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기생 C·크로스토크, 플로팅 더미 안테나 효과.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결합, 접지 더미 차폐·열 분산, 크기·밀도·경계선 길이.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저항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Dishing 깊이 vs 선저항 · 검증 방법과 Failure 기준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연마 시간에 비례해 Dishing/Erosion 심화 → 상위 층 DOF 불량.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87452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185416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Dummy Metal Density Tradeoff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