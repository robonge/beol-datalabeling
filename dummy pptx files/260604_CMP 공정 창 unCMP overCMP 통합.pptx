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84889248-59a3-86e9-b6c3-de42c1353000}">
          <p14:sldIdLst>
            <p14:sldId id="256"/>
            <p14:sldId id="257"/>
          </p14:sldIdLst>
        </p14:section>
        <p14:section name="overCMP" id="{3152c103-d6c3-e53c-9307-89d54f2f3fdd}">
          <p14:sldIdLst>
            <p14:sldId id="258"/>
            <p14:sldId id="259"/>
          </p14:sldIdLst>
        </p14:section>
        <p14:section name="일정" id="{12d2aae8-764b-0e02-5dff-57807235712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— 슬러리 화학·패드·패턴 밀도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조치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평가 방법과 조치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55848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조치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6744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 한계 → 전기 평가 1차, EBAC 2차, AFM/TEM 3차.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원인 · 영향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— Dishing/Erosion과 저항·EM 파급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영향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깊이에 따른 저항 증가와 평가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= Failure.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78308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9397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Process Window un over Merged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