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5085e061-d071-bccd-ba8a-9134717d5266}">
          <p14:sldIdLst>
            <p14:sldId id="256"/>
            <p14:sldId id="257"/>
          </p14:sldIdLst>
        </p14:section>
        <p14:section name="overCMP" id="{fc90f0d5-f234-99ea-b553-54ab50cc2c2c}">
          <p14:sldIdLst>
            <p14:sldId id="258"/>
            <p14:sldId id="259"/>
            <p14:sldId id="260"/>
          </p14:sldIdLst>
        </p14:section>
        <p14:section name="일정" id="{44f7dfdb-6a0d-629c-8c7d-e493ef66720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발생 기전 · ECP 과잉층부터 패턴 밀도까지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87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0458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861203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85B6"/>
                </a:solidFill>
              </a:rPr>
              <a:t>100–300 nm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5251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흄드 실리카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3574435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pA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366760" y="3958483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정상 선간 전류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366760" y="4379107"/>
            <a:ext cx="3367735" cy="1793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BTA 둔화층과 패드 기계력의 균형이 핵심.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평가 · E-Test → EBAC → AFM/TEM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655978"/>
                <a:gridCol w="2483510"/>
                <a:gridCol w="345003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 정리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트레이드오프 · CMP는 매우 좁은 공정 창에서 제어되어야 함.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기전 · 영향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· Dishing/Erosion 기전과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2368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6275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91937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영향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8557"/>
            <a:ext cx="3367735" cy="292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트레이드오프 관계 (표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평탄도 개선, C 증가,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차폐·열 분산, 총 C 변동 폭 큼.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 알고리즘.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 vs 저항 증가와 검증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937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pic>
        <p:nvPicPr>
          <p:cNvPr id="7" name="Image 0" descr="/tmp/claude-0/-home-claude/e70767da-955c-5cc3-beb4-741bbeefa4c6/scratchpad/img/airgap_recess_s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866" y="1280160"/>
            <a:ext cx="1359243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2971800"/>
            <a:ext cx="5608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에어갭 리세스 단면 SEM — 유사 구조 참고, CC BY ELECTRONICS 2019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3328416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= Failure.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831336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142232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5394960"/>
            <a:ext cx="5303520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57200" y="5468112"/>
            <a:ext cx="530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Residue Dishing Dummy DeepDive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