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78c59c9d-7cf1-cbb1-b646-1f19858cbf41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상대 MTTF (%) vs J/J₀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B8A9"/>
            </a:solidFill>
            <a:ln w="31750" cap="flat">
              <a:solidFill>
                <a:srgbClr val="00B8A9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B8A9"/>
              </a:solidFill>
              <a:ln w="9525" cap="flat">
                <a:solidFill>
                  <a:srgbClr val="00B8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00A8D8"/>
            </a:solidFill>
            <a:ln w="31750" cap="flat">
              <a:solidFill>
                <a:srgbClr val="00A8D8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8D8"/>
              </a:solidFill>
              <a:ln w="9525" cap="flat">
                <a:solidFill>
                  <a:srgbClr val="00A8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선저항 증가 (%) vs Dishing (nm)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블랙 방정식과 overCMP · 전류 밀도·온도의 이중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03120"/>
            <a:ext cx="3962095" cy="138673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3535573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892189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239661"/>
            <a:ext cx="3962095" cy="191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MTTF · 저항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상대 MTTF와 Dishing에 따른 저항 증가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1차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단면적↓ → J↑ → MTTF ∝ J⁻ⁿ.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2차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38218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저항↑ → 줄 발열 → exp(Ea/kT) 급감 → 열 폭주.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기준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9237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초과 = Failure. 수 nm Dishing으로 도달.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정리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주요 수치와 검증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10–20%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수 nm Dishing 저항 상승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276524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A8D8"/>
                </a:solidFill>
              </a:rPr>
              <a:t>+10%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76524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Failure 기준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n = 1–2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전류 밀도 지수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15171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8E72"/>
                </a:solidFill>
              </a:rPr>
              <a:t>×수십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15171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Void 성장 가속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1101852"/>
                <a:gridCol w="3304642"/>
                <a:gridCol w="33046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5234" y="2331720"/>
            <a:ext cx="2366682" cy="20116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442655" y="4389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8442655" y="4745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442655" y="5093208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AFM/SEM Recess, Cross-bridge Rs, 4-pt probe.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시뮬레이션 → 더미 필 피드백.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5440680"/>
            <a:ext cx="771113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5513832"/>
            <a:ext cx="7711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2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 Rs Increase Black EM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