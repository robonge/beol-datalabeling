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1fa313c6e98c7c7f683253066082d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305" y="1067105"/>
            <a:ext cx="3161995" cy="1019556"/>
          </a:xfrm>
          <a:prstGeom prst="rect">
            <a:avLst/>
          </a:prstGeom>
        </p:spPr>
      </p:pic>
      <p:pic>
        <p:nvPicPr>
          <p:cNvPr id="3" name="Image 1" descr="gen-dedup-915b2c65fc05bdfb09236d954e04369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195" y="1067105"/>
            <a:ext cx="1019556" cy="10195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KVED QXOXU029.6A ET results</a:t>
            </a:r>
            <a:endParaRPr lang="en-US" sz="19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716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933602" y="1028700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0802"/>
          <a:ext cx="6096305" cy="2971800"/>
        </p:xfrm>
        <a:graphic>
          <a:graphicData uri="http://schemas.openxmlformats.org/drawingml/2006/table">
            <a:tbl>
              <a:tblPr/>
              <a:tblGrid>
                <a:gridCol w="1226210"/>
                <a:gridCol w="1233526"/>
                <a:gridCol w="966521"/>
                <a:gridCol w="1321308"/>
                <a:gridCol w="1348740"/>
              </a:tblGrid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25.62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25.65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25.51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25.57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25.55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25.60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25.63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25.60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25.59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6803136" y="2124151"/>
            <a:ext cx="470367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/ organic residue / slurry particle SEM / Cu surface micro-scratch SEM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6670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10" name="Text 5"/>
          <p:cNvSpPr txBox="1"/>
          <p:nvPr/>
        </p:nvSpPr>
        <p:spPr>
          <a:xfrm>
            <a:off x="942746" y="4667098"/>
            <a:ext cx="47823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CMP 다이아몬드 conditioner 신규 disk 평가</a:t>
            </a:r>
            <a:endParaRPr lang="en-US" sz="1275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49103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12" name="Text 7"/>
          <p:cNvSpPr txBox="1"/>
          <p:nvPr/>
        </p:nvSpPr>
        <p:spPr>
          <a:xfrm>
            <a:off x="942746" y="49103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1526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B(신규 disk) 진행 시 AASI CD 동등 수준 (Δ-0.03 nm)</a:t>
            </a:r>
            <a:endParaRPr lang="en-US" sz="1275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3958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A(pHadj) AASI CD Δ-0.10 nm</a:t>
            </a:r>
            <a:endParaRPr lang="en-US" sz="1275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639105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VMA 소폭 열화 / CMBSRP 5.1%p 열화, MinA 8.5%p 열화, CMA 5.8%p 열화</a:t>
            </a:r>
            <a:endParaRPr lang="en-US" sz="1275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88142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응집 입자 / 다이아몬드 미립자에 의한 micro-scratch, open 및 short 동반</a:t>
            </a:r>
            <a:endParaRPr lang="en-US" sz="1275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6124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판단됨 (M2 DC 기준)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3418c94fc83cc2f67602f312ef9a2f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72307"/>
            <a:ext cx="3457346" cy="31053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CMP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410005"/>
                <a:gridCol w="3440887"/>
                <a:gridCol w="3548786"/>
                <a:gridCol w="2420417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W04, W13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filter / disk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W01, W19, 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slurry pH 조정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W15, W21, 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disk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6515100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pad-particle scratch 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376458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이전·이후 공정은 전 WF POR 동일 진행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023360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AASI 측정: CD-SEM 49 pt / WF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428213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49.58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49.30 (-0.6%,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49.69 (+0.2%, 동등)</a:t>
            </a:r>
            <a:endParaRPr lang="en-US" sz="1275" dirty="0"/>
          </a:p>
        </p:txBody>
      </p:sp>
      <p:pic>
        <p:nvPicPr>
          <p:cNvPr id="6" name="Image 0" descr="gen-dedup-abe06d32c0e989ac8a64da68951ff2ca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Via Rc cumulative distribution</a:t>
            </a:r>
            <a:endParaRPr lang="en-US" sz="2325" dirty="0"/>
          </a:p>
        </p:txBody>
      </p:sp>
      <p:pic>
        <p:nvPicPr>
          <p:cNvPr id="3" name="Image 0" descr="gen-dedup-311512bdd6e35c522cffbf66a7def5c6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9.44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9.52 (+0.8%, 동등)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9.47 (+0.3%, 동등)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b95012d23b8479fcdc9f5ae3534dc0bf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CMBSRP, MinA, CMA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CMBSRP, MinA, CMA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가능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 die yield distribution by wafer</a:t>
            </a:r>
            <a:endParaRPr lang="en-US" sz="2325" dirty="0"/>
          </a:p>
        </p:txBody>
      </p:sp>
      <p:pic>
        <p:nvPicPr>
          <p:cNvPr id="3" name="Image 0" descr="gen-dedup-cdafa6caff804577a6c17371fe914d74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79.3%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73.0%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70.4%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2026-10-04T17:37:31Z</dcterms:created>
  <dcterms:modified xsi:type="dcterms:W3CDTF">2026-10-04T17:37:31Z</dcterms:modified>
</cp:coreProperties>
</file>