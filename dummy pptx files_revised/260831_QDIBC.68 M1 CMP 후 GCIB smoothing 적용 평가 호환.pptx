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52598"/>
            <a:ext cx="4762195" cy="221924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KVED QDIBC.68 ET results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413491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CMP 후 GCIB smoothing 적용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A(GCIB 20 kV) 진행 시 AMI CD 동등 수준 (Δ+0.01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B(GCIB10k) AMI CD Δ-0.03 nm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(M1 DC 기준)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210251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</a:t>
            </a:r>
            <a:endParaRPr lang="en-US" sz="825" dirty="0"/>
          </a:p>
        </p:txBody>
      </p:sp>
      <p:sp>
        <p:nvSpPr>
          <p:cNvPr id="13" name="Text 10"/>
          <p:cNvSpPr txBox="1"/>
          <p:nvPr/>
        </p:nvSpPr>
        <p:spPr>
          <a:xfrm>
            <a:off x="5810098" y="29004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057900" y="28575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219602"/>
          <a:ext cx="5696712" cy="2915107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53.19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53.35 (+0.3%,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53.40 (+0.4%, 동등)</a:t>
            </a:r>
            <a:endParaRPr lang="en-US" sz="1275" dirty="0"/>
          </a:p>
        </p:txBody>
      </p:sp>
      <p:pic>
        <p:nvPicPr>
          <p:cNvPr id="6" name="Image 0" descr="gen-dedup-fd05e3b24ecf6ae8a5d04dcb210ec7d7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4.80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4.78 (-0.4%,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4.80 (+0.1%, 동등)</a:t>
            </a:r>
            <a:endParaRPr lang="en-US" sz="1275" dirty="0"/>
          </a:p>
        </p:txBody>
      </p:sp>
      <p:pic>
        <p:nvPicPr>
          <p:cNvPr id="6" name="Image 0" descr="gen-dedup-e90f97ee855a816f8f92a4b76e5baa0f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563063"/>
        </p:xfrm>
        <a:graphic>
          <a:graphicData uri="http://schemas.openxmlformats.org/drawingml/2006/table">
            <a:tbl>
              <a:tblPr/>
              <a:tblGrid>
                <a:gridCol w="2572207"/>
                <a:gridCol w="2227478"/>
                <a:gridCol w="1667866"/>
                <a:gridCol w="1535278"/>
                <a:gridCol w="1418234"/>
                <a:gridCol w="1399946"/>
              </a:tblGrid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13400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spec(92%)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39277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65246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VCHN/MinA/CMA POR 대비 동등수준 / CMBSRP 소폭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91124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96.3% → B 95.4%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2026-10-04T15:00:14Z</dcterms:created>
  <dcterms:modified xsi:type="dcterms:W3CDTF">2026-10-04T15:00:14Z</dcterms:modified>
</cp:coreProperties>
</file>