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66b340fe032ee7c831b3bf74d7803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0" y="1067105"/>
            <a:ext cx="3095244" cy="886054"/>
          </a:xfrm>
          <a:prstGeom prst="rect">
            <a:avLst/>
          </a:prstGeom>
        </p:spPr>
      </p:pic>
      <p:pic>
        <p:nvPicPr>
          <p:cNvPr id="3" name="Image 1" descr="gen-dedup-b8627e5d89128270da5746a96bd4bc2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554" y="1067105"/>
            <a:ext cx="895198" cy="88605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KVKB RXSKS.69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6" name="Text 2"/>
          <p:cNvSpPr txBox="1"/>
          <p:nvPr/>
        </p:nvSpPr>
        <p:spPr>
          <a:xfrm>
            <a:off x="924458" y="1067105"/>
            <a:ext cx="43534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RSBM SAM(ODT) → NHC inhibitor 변경 평가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281074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924458" y="1281074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495044"/>
            <a:ext cx="6191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B(NHC + polystyrene) 진행 시 AASI CD 동등 수준 (Δ-0.06 nm)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09928"/>
            <a:ext cx="6191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A(NHC) AASI CD Δ-0.06 nm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923898"/>
            <a:ext cx="6191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C(DETA) AASI CD Δ-0.10 nm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138782"/>
            <a:ext cx="6191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+9.3% 상승</a:t>
            </a:r>
            <a:endParaRPr lang="en-US" sz="112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352751"/>
            <a:ext cx="619140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CMBSRP/MinA/HOL POR 대비 동등수준 / VCHN 3.5%p 열화, VMA 4.2%p 열화, CMA 1.9%p 열화</a:t>
            </a:r>
            <a:endParaRPr lang="en-US" sz="112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781605"/>
            <a:ext cx="6191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inhibitor 잔류 carbon 에 의한 via bottom 계면 저항 증가 추정</a:t>
            </a:r>
            <a:endParaRPr lang="en-US" sz="112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995574"/>
            <a:ext cx="61914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inhibitor 제거 anneal 추가 split 재평가 예정 (V1 DC 기준)</a:t>
            </a:r>
            <a:endParaRPr lang="en-US" sz="1125" dirty="0"/>
          </a:p>
        </p:txBody>
      </p:sp>
      <p:sp>
        <p:nvSpPr>
          <p:cNvPr id="16" name="Text 12"/>
          <p:cNvSpPr txBox="1"/>
          <p:nvPr/>
        </p:nvSpPr>
        <p:spPr>
          <a:xfrm>
            <a:off x="7429500" y="1990649"/>
            <a:ext cx="40773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ALD Ru / 하부 metal 계면 TEM / Ru/dielectric 계면 TEM-EDS</a:t>
            </a:r>
            <a:endParaRPr lang="en-US" sz="825" dirty="0"/>
          </a:p>
        </p:txBody>
      </p:sp>
      <p:pic>
        <p:nvPicPr>
          <p:cNvPr id="17" name="Image 2" descr="gen-dedup-4d9831e0996095bd2ea601c40eeeb9d1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85800" y="3666744"/>
            <a:ext cx="2133295" cy="3047695"/>
          </a:xfrm>
          <a:prstGeom prst="rect">
            <a:avLst/>
          </a:prstGeom>
        </p:spPr>
      </p:pic>
      <p:pic>
        <p:nvPicPr>
          <p:cNvPr id="18" name="Image 3" descr="gen-dedup-5efe0799663244944ff76a4ef7930312.png">    </p:cNvPr>
          <p:cNvPicPr>
            <a:picLocks noChangeAspect="1"/>
          </p:cNvPicPr>
          <p:nvPr/>
        </p:nvPicPr>
        <p:blipFill>
          <a:blip r:embed="rId4"/>
          <a:srcRect l="0" r="0" t="-2" b="-2"/>
          <a:stretch/>
        </p:blipFill>
        <p:spPr>
          <a:xfrm>
            <a:off x="2933395" y="3666744"/>
            <a:ext cx="2133295" cy="30476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33695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5581498" y="3619195"/>
            <a:ext cx="1167689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695" y="3981298"/>
          <a:ext cx="6172200" cy="2677363"/>
        </p:xfrm>
        <a:graphic>
          <a:graphicData uri="http://schemas.openxmlformats.org/drawingml/2006/table">
            <a:tbl>
              <a:tblPr/>
              <a:tblGrid>
                <a:gridCol w="1241755"/>
                <a:gridCol w="1249070"/>
                <a:gridCol w="978408"/>
                <a:gridCol w="1337767"/>
                <a:gridCol w="1365199"/>
              </a:tblGrid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974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AASI CD wafer map</a:t>
            </a:r>
            <a:endParaRPr lang="en-US" sz="2325" dirty="0"/>
          </a:p>
        </p:txBody>
      </p:sp>
      <p:pic>
        <p:nvPicPr>
          <p:cNvPr id="3" name="Image 0" descr="gen-dedup-3e00092d9657928f73deedf58ced03ac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ed0e1eb5bd756bdbccd8f2abf7fb14a4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30b3b18f5a644558e671bc87a27e53a6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b0c0da01007479eae455ccc91538d8cc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AASI CD POR 대비 Δ-0.06 nm, edge 영역 편차 확대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AASI CD POR 대비 Δ-0.06 nm, edge 영역 편차 확대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AASI CD POR 대비 Δ-0.10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2026-10-04T14:33:42Z</dcterms:created>
  <dcterms:modified xsi:type="dcterms:W3CDTF">2026-10-04T14:33:42Z</dcterms:modified>
</cp:coreProperties>
</file>