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e5d7c3aea6e36bf0beb2f3391b232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4402" y="1067105"/>
            <a:ext cx="2343607" cy="2095805"/>
          </a:xfrm>
          <a:prstGeom prst="rect">
            <a:avLst/>
          </a:prstGeom>
        </p:spPr>
      </p:pic>
      <p:pic>
        <p:nvPicPr>
          <p:cNvPr id="3" name="Image 1" descr="gen-dedup-86e9d2961d6ce73a5e9a817b2c5c145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049" y="1067105"/>
            <a:ext cx="1733702" cy="209580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KVKA QDDSF053.1 ET results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716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933602" y="1028700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0802"/>
          <a:ext cx="6096305" cy="2915107"/>
        </p:xfrm>
        <a:graphic>
          <a:graphicData uri="http://schemas.openxmlformats.org/drawingml/2006/table">
            <a:tbl>
              <a:tblPr/>
              <a:tblGrid>
                <a:gridCol w="1217981"/>
                <a:gridCol w="1236269"/>
                <a:gridCol w="962863"/>
                <a:gridCol w="1325880"/>
                <a:gridCol w="1353312"/>
              </a:tblGrid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14.43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14.96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+0.56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15.03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+0.63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14.94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+0.54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15.08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+0.68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+0.62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14.91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+0.51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239305" y="3200400"/>
            <a:ext cx="42675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 / BEOL metal stack X-SEM (TechInsights)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4667098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914400" y="4667098"/>
            <a:ext cx="406908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etch HM 박막화 (pattern collapse 대응) 평가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4856378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4856378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5045659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B(bias 80%) 진행 시 AASI CD 0.6 nm 상향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234940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A(B80+HM70) AASI CD Δ+0.55 nm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5424221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-2.1% 감소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613502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MinA/VMA/CMA POR 대비 동등수준 / CMBSRP 4.8%p 열화, VCHN 2.8%p 열화, HOL 1.6%p 열화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5802782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 조기 소실 영역 low-k 노출, 사다리꼴 profile 로 space 감소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5992063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X-SEM 상 HM 잔존 POR 9 nm / split 4 nm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6181344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A(B80+HM70) 는 MinA/VMA/CMA POR 대비 동등수준 / CMBSRP 3.7%p 열화, VCHN 3.0%p 열화, HOL 2.1%p 열화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85800" y="6370625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HM 85% 중간 split 재평가 예정 (M1 DC 기준)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cumulative distribution</a:t>
            </a:r>
            <a:endParaRPr lang="en-US" sz="2325" dirty="0"/>
          </a:p>
        </p:txBody>
      </p:sp>
      <p:pic>
        <p:nvPicPr>
          <p:cNvPr id="3" name="Image 0" descr="gen-dedup-d85c3793eff23e1b03f0db8736e172aa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67.50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66.24 (-1.9%, 동등)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191195" y="194675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66.11 (-2.1%)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2026-10-04T14:59:19Z</dcterms:created>
  <dcterms:modified xsi:type="dcterms:W3CDTF">2026-10-04T14:59:19Z</dcterms:modified>
</cp:coreProperties>
</file>