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407fae4870bba8a6131074a9fab6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1956" y="1067105"/>
            <a:ext cx="1657807" cy="2000707"/>
          </a:xfrm>
          <a:prstGeom prst="rect">
            <a:avLst/>
          </a:prstGeom>
        </p:spPr>
      </p:pic>
      <p:pic>
        <p:nvPicPr>
          <p:cNvPr id="3" name="Image 1" descr="gen-dedup-2b492554f4c1d9bf4dc63926f63a9e6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744" y="1067105"/>
            <a:ext cx="972007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QQBIJ.68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8673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etch HM 박막화 (pattern collapse 대응)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B(bias 80%) 진행 시 AASI CD 0.4 nm 상향. pMTS 기준 BCD 0.6nm 열화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A(HM70) AASI CD Δ+0.17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-2.3% 감소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VMA/CMA/HOL POR 대비 동등수준 / CMBSRP 3.4%p 열화, VCHN 3.0%p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조기 소실 영역 low-k 노출, 사다리꼴 profile 로 space 감소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angle POR 88° → split 84°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5524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A(HM70) 는 VCHN/VMA/CMA POR 대비 동등수준 / CMBSRP 1.8%p 열화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0389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후 ET 재확인 뒤 호환 가능 판단됨 (M1 DC 기준)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metal stack X-SEM (TechInsights) / BEOL X-SEM (TechInsights)</a:t>
            </a:r>
            <a:endParaRPr lang="en-US" sz="82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34290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19090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/ Via Rc cumulative distribution</a:t>
            </a:r>
            <a:endParaRPr lang="en-US" sz="2325" dirty="0"/>
          </a:p>
        </p:txBody>
      </p:sp>
      <p:pic>
        <p:nvPicPr>
          <p:cNvPr id="3" name="Image 0" descr="gen-dedup-85074a598b4a069302c42290a0103687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1b36bc5ce2567d410e65a93c4fcb04bc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-1.1% / Via Rc +0.2%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-2.3% / Via Rc +0.8%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fc2975b21eb9d75d6fd7d1fbe90d7cc4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CMBSRP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CMBSRP, VCHN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2026-10-04T14:58:32Z</dcterms:created>
  <dcterms:modified xsi:type="dcterms:W3CDTF">2026-10-04T14:58:32Z</dcterms:modified>
</cp:coreProperties>
</file>