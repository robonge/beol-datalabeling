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2943454" cy="1371600"/>
          </a:xfrm>
          <a:prstGeom prst="rect">
            <a:avLst/>
          </a:prstGeom>
        </p:spPr>
      </p:pic>
      <p:pic>
        <p:nvPicPr>
          <p:cNvPr id="3" name="Image 1" descr="gen-dedup-0473be2a62f6146754445308d5f7e8f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946" y="1067105"/>
            <a:ext cx="2095805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KVFG QDGYP.6B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905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clean post-etch polymer 제거 시간 연장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chemistry + 150% 진행 시 ACI CD 동등 수준 (Δ+0.09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X-SEM 상 HM undercut 2 nm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(M2 DC 기준)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381598" y="2476195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 / TiN MHM trench etch X-SEM</a:t>
            </a:r>
            <a:endParaRPr lang="en-US" sz="825" dirty="0"/>
          </a:p>
        </p:txBody>
      </p:sp>
      <p:sp>
        <p:nvSpPr>
          <p:cNvPr id="14" name="Text 10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34290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39212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clean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343254"/>
        </p:xfrm>
        <a:graphic>
          <a:graphicData uri="http://schemas.openxmlformats.org/drawingml/2006/table">
            <a:tbl>
              <a:tblPr/>
              <a:tblGrid>
                <a:gridCol w="1196035"/>
                <a:gridCol w="3812134"/>
                <a:gridCol w="3758184"/>
                <a:gridCol w="2053742"/>
              </a:tblGrid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post-etch clean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W01, W06, W10, 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chemistry + 150%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293339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293339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3265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853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이전·이후 공정은 전 WF POR 동일 진행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4413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ACI CD wafer map</a:t>
            </a:r>
            <a:endParaRPr lang="en-US" sz="2325" dirty="0"/>
          </a:p>
        </p:txBody>
      </p:sp>
      <p:pic>
        <p:nvPicPr>
          <p:cNvPr id="3" name="Image 0" descr="gen-dedup-aceb58e3fa6777b78d53158ab5984c1f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5012dafc6ad79dd09ee4bceff9d9a074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Δ+0.09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496312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37313e9699f7c9e320729964eccf7597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94.8% → A 94.2%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by wafer</a:t>
            </a:r>
            <a:endParaRPr lang="en-US" sz="2325" dirty="0"/>
          </a:p>
        </p:txBody>
      </p:sp>
      <p:pic>
        <p:nvPicPr>
          <p:cNvPr id="3" name="Image 0" descr="gen-dedup-5e4f49f9275fe6adf675df248e01605e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45.2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45.4 (+0.3%)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2026-10-04T14:58:56Z</dcterms:created>
  <dcterms:modified xsi:type="dcterms:W3CDTF">2026-10-04T14:58:56Z</dcterms:modified>
</cp:coreProperties>
</file>