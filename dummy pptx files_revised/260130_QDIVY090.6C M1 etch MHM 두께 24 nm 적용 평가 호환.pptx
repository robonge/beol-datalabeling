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22272f36d8f32d82ef76012e918088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3105302" cy="1571854"/>
          </a:xfrm>
          <a:prstGeom prst="rect">
            <a:avLst/>
          </a:prstGeom>
        </p:spPr>
      </p:pic>
      <p:pic>
        <p:nvPicPr>
          <p:cNvPr id="3" name="Image 1" descr="gen-dedup-be5d7c3aea6e36bf0beb2f3391b232f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998" y="1067105"/>
            <a:ext cx="1762049" cy="157185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KVED QDIVY090.6C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163056" y="1067105"/>
            <a:ext cx="390357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etch MHM 두께 24 nm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616305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552651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B(MHM 22 nm) 진행 시 ATOI CD 0.1 nm 상향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1795882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A(MHM22+OE85) ATOI CD Δ+0.02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2038198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VCHN/MinA/HOL POR 대비 동등수준 / CMBSRP 2.2%p 개선 / VMA 소폭 열화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5905195" y="2523744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ARDE 에 의해 narrow space 영역 punch-through 전조, CD 상향으로 short 열화 추정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5905195" y="3010205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(M1 DC 기준)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676449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Barrier/Cu 계면 HR-TEM</a:t>
            </a:r>
            <a:endParaRPr lang="en-US" sz="825" dirty="0"/>
          </a:p>
        </p:txBody>
      </p:sp>
      <p:pic>
        <p:nvPicPr>
          <p:cNvPr id="15" name="Image 2" descr="gen-dedup-0eb55ccf18f6d4ecebb842f7efd2adfe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85800" y="3666744"/>
            <a:ext cx="2133295" cy="3047695"/>
          </a:xfrm>
          <a:prstGeom prst="rect">
            <a:avLst/>
          </a:prstGeom>
        </p:spPr>
      </p:pic>
      <p:pic>
        <p:nvPicPr>
          <p:cNvPr id="16" name="Image 3" descr="gen-dedup-05dd2a01469828705461bfaea096fe54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2933395" y="3666744"/>
            <a:ext cx="2133295" cy="30476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33695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5581498" y="3619195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3981298"/>
          <a:ext cx="6172200" cy="2677363"/>
        </p:xfrm>
        <a:graphic>
          <a:graphicData uri="http://schemas.openxmlformats.org/drawingml/2006/table">
            <a:tbl>
              <a:tblPr/>
              <a:tblGrid>
                <a:gridCol w="1241755"/>
                <a:gridCol w="1249070"/>
                <a:gridCol w="978408"/>
                <a:gridCol w="1337767"/>
                <a:gridCol w="1365199"/>
              </a:tblGrid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ATOI CD wafer map</a:t>
            </a:r>
            <a:endParaRPr lang="en-US" sz="2325" dirty="0"/>
          </a:p>
        </p:txBody>
      </p:sp>
      <p:pic>
        <p:nvPicPr>
          <p:cNvPr id="3" name="Image 0" descr="gen-dedup-393d91a6a1133a530c3aac7a663237b0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2fb8062ce469905eac7117c4e329d8ee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85c98fa367927c377858d9875c15da36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Δ+0.02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Δ+0.13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325" dirty="0"/>
          </a:p>
        </p:txBody>
      </p:sp>
      <p:pic>
        <p:nvPicPr>
          <p:cNvPr id="3" name="Image 0" descr="gen-dedup-af561c95701ab80bb7e59007fd075bd8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39.42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39.59 (+0.4%,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39.45 (+0.1%,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test results (M1 DC)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924251"/>
        </p:xfrm>
        <a:graphic>
          <a:graphicData uri="http://schemas.openxmlformats.org/drawingml/2006/table">
            <a:tbl>
              <a:tblPr/>
              <a:tblGrid>
                <a:gridCol w="2575865"/>
                <a:gridCol w="2230222"/>
                <a:gridCol w="1669694"/>
                <a:gridCol w="1538021"/>
                <a:gridCol w="1404518"/>
                <a:gridCol w="1401775"/>
              </a:tblGrid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VCHN/MinA/VMA POR 대비 동등수준 / CMBSRP 1.7%p 개선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VCHN/MinA/HOL POR 대비 동등수준 / CMBSRP 2.2%p 개선 / VMA 소폭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2925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97.0% → B 95.8%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c50675b002283d116ded5e6d80a13e83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전 item POR 동등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VMA 소폭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가능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by wafer</a:t>
            </a:r>
            <a:endParaRPr lang="en-US" sz="2325" dirty="0"/>
          </a:p>
        </p:txBody>
      </p:sp>
      <p:pic>
        <p:nvPicPr>
          <p:cNvPr id="3" name="Image 0" descr="gen-dedup-081680c9b7d5734023d2eea001827d1c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39.4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39.6 (+0.4%)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39.4 (+0.1%)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2026-10-04T13:22:20Z</dcterms:created>
  <dcterms:modified xsi:type="dcterms:W3CDTF">2026-10-04T13:22:20Z</dcterms:modified>
</cp:coreProperties>
</file>