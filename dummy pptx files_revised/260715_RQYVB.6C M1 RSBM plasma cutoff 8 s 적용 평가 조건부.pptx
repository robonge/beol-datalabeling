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0f794d26f71c7b5314529335aa6ef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33649"/>
            <a:ext cx="2343607" cy="3095244"/>
          </a:xfrm>
          <a:prstGeom prst="rect">
            <a:avLst/>
          </a:prstGeom>
        </p:spPr>
      </p:pic>
      <p:pic>
        <p:nvPicPr>
          <p:cNvPr id="3" name="Image 1" descr="gen-dedup-e90ffb9ee637283c09e43e4d7e6097d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02" y="3133649"/>
            <a:ext cx="2343607" cy="3095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RQYVB.6C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10199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plasma cutoff 8 s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cutoff 12 s 진행 시 AASI CD 0.2 nm 하향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+3.0% 상승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2.1%p 개선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bottom bridge defect 미관찰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targeting 후 ET 재확인 뒤 호환 가능 판단됨 (M1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6267298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(AR≈6) / Ru line TEM (AR≈3)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5810098" y="308152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057900" y="3038551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400654"/>
          <a:ext cx="5696712" cy="2190902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18.77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54872b2142f646d41704172e5eaabb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33395"/>
            <a:ext cx="2676449" cy="35433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1404518"/>
                <a:gridCol w="3427171"/>
                <a:gridCol w="3578047"/>
                <a:gridCol w="2410358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single-step DME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W13, W18, 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cutoff 12 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32658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358536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이전·이후 공정은 전 WF POR 동일 진행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384413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 wafer map</a:t>
            </a:r>
            <a:endParaRPr lang="en-US" sz="2325" dirty="0"/>
          </a:p>
        </p:txBody>
      </p:sp>
      <p:pic>
        <p:nvPicPr>
          <p:cNvPr id="3" name="Image 0" descr="gen-dedup-c7ff7adba602ab2bd10bffd4c34818f0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6a713a33e556a92035128d7001d4462f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Δ-0.16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838858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7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631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VCHN/MinA/VMA POR 대비 동등수준 / CMBSRP 2.1%p 개선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889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95.7% → A 95.0%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2026-10-04T13:18:18Z</dcterms:created>
  <dcterms:modified xsi:type="dcterms:W3CDTF">2026-10-04T13:18:18Z</dcterms:modified>
</cp:coreProperties>
</file>