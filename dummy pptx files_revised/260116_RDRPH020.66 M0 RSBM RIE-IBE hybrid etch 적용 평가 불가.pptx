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b918966ec67b46c57ae4364352076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1067105"/>
            <a:ext cx="3038551" cy="20007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SF2X KVIP RDRPH020.66 ET results</a:t>
            </a:r>
            <a:endParaRPr lang="en-US" sz="225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12379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942746" y="1123798"/>
            <a:ext cx="428853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M0 RSBM RIE-IBE hybrid etch 적용 평가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36702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942746" y="1367028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609344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RIE 80% + IBE trim 진행 시 ACI CD 0.2 nm 상향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852574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Rs median POR 대비 -3.8% 감소</a:t>
            </a:r>
            <a:endParaRPr lang="en-US" sz="1275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095805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VCHN/VMA/CMA POR 대비 동등수준 / CMBSRP 2.2%p 개선 / MinA/HOL 소폭 열화</a:t>
            </a:r>
            <a:endParaRPr lang="en-US" sz="1275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581351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IBE trim 으로 측벽 RuO 잔재 제거, bridge 개선</a:t>
            </a:r>
            <a:endParaRPr lang="en-US" sz="1275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2824582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 조건 호환 불가 — RIE 85% split 재평가 예정 (M0 DC 기준)</a:t>
            </a:r>
            <a:endParaRPr lang="en-US" sz="1275" dirty="0"/>
          </a:p>
        </p:txBody>
      </p:sp>
      <p:sp>
        <p:nvSpPr>
          <p:cNvPr id="13" name="Text 10"/>
          <p:cNvSpPr txBox="1"/>
          <p:nvPr/>
        </p:nvSpPr>
        <p:spPr>
          <a:xfrm>
            <a:off x="6381598" y="3105302"/>
            <a:ext cx="51252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TiN MHM trench etch X-SEM</a:t>
            </a:r>
            <a:endParaRPr lang="en-US" sz="825" dirty="0"/>
          </a:p>
        </p:txBody>
      </p:sp>
      <p:sp>
        <p:nvSpPr>
          <p:cNvPr id="14" name="Text 11"/>
          <p:cNvSpPr txBox="1"/>
          <p:nvPr/>
        </p:nvSpPr>
        <p:spPr>
          <a:xfrm>
            <a:off x="6381598" y="34719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6629400" y="3429000"/>
            <a:ext cx="106527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M0 ACI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1598" y="3791102"/>
          <a:ext cx="5125212" cy="2876702"/>
        </p:xfrm>
        <a:graphic>
          <a:graphicData uri="http://schemas.openxmlformats.org/drawingml/2006/table">
            <a:tbl>
              <a:tblPr/>
              <a:tblGrid>
                <a:gridCol w="1030529"/>
                <a:gridCol w="1036930"/>
                <a:gridCol w="811987"/>
                <a:gridCol w="1110996"/>
                <a:gridCol w="1133856"/>
              </a:tblGrid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W23(POR)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11.98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1.80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12.19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2.33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+0.19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12.27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2.37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+0.27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12.24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2.37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+0.24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12.18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2.42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+0.18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12.20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2.43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+0.20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12.26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2.21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+0.26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12.20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+0.20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12.19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+0.19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M0 ACI CD wafer map</a:t>
            </a:r>
            <a:endParaRPr lang="en-US" sz="2325" dirty="0"/>
          </a:p>
        </p:txBody>
      </p:sp>
      <p:pic>
        <p:nvPicPr>
          <p:cNvPr id="3" name="Image 0" descr="gen-dedup-9bf748f3655cc638786dd5c2d2c14926.png">    </p:cNvPr>
          <p:cNvPicPr>
            <a:picLocks noChangeAspect="1"/>
          </p:cNvPicPr>
          <p:nvPr/>
        </p:nvPicPr>
        <p:blipFill>
          <a:blip r:embed="rId1"/>
          <a:srcRect l="0" r="0" t="-5" b="-5"/>
          <a:stretch/>
        </p:blipFill>
        <p:spPr>
          <a:xfrm>
            <a:off x="685800" y="1181405"/>
            <a:ext cx="5333695" cy="4476902"/>
          </a:xfrm>
          <a:prstGeom prst="rect">
            <a:avLst/>
          </a:prstGeom>
        </p:spPr>
      </p:pic>
      <p:pic>
        <p:nvPicPr>
          <p:cNvPr id="4" name="Image 1" descr="gen-dedup-931b78b0b7c9f0e92aa9ffcbb290077e.png">    </p:cNvPr>
          <p:cNvPicPr>
            <a:picLocks noChangeAspect="1"/>
          </p:cNvPicPr>
          <p:nvPr/>
        </p:nvPicPr>
        <p:blipFill>
          <a:blip r:embed="rId2"/>
          <a:srcRect l="0" r="0" t="-5" b="-5"/>
          <a:stretch/>
        </p:blipFill>
        <p:spPr>
          <a:xfrm>
            <a:off x="6172200" y="1181405"/>
            <a:ext cx="5333695" cy="447690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588690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ACI CD POR 대비 Δ+0.24 nm, edge 영역 편차 확대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M0 Line Rs cumulative distribution</a:t>
            </a:r>
            <a:endParaRPr lang="en-US" sz="2325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744.94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8798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716.40 (-3.8%)</a:t>
            </a:r>
            <a:endParaRPr lang="en-US" sz="1275" dirty="0"/>
          </a:p>
        </p:txBody>
      </p:sp>
      <p:pic>
        <p:nvPicPr>
          <p:cNvPr id="5" name="Image 0" descr="gen-dedup-2932eb3f6b3bd23fcfd882662eadd617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4647895" y="1123798"/>
            <a:ext cx="6858000" cy="49533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2026-10-04T14:58:20Z</dcterms:created>
  <dcterms:modified xsi:type="dcterms:W3CDTF">2026-10-04T14:58:20Z</dcterms:modified>
</cp:coreProperties>
</file>