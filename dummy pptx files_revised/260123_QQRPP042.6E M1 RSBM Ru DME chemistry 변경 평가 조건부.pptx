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81c391740d0e01c06a241d19127a6e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8449" y="1067105"/>
            <a:ext cx="1505102" cy="2000707"/>
          </a:xfrm>
          <a:prstGeom prst="rect">
            <a:avLst/>
          </a:prstGeom>
        </p:spPr>
      </p:pic>
      <p:pic>
        <p:nvPicPr>
          <p:cNvPr id="3" name="Image 1" descr="gen-dedup-178d3dc2978ce26facf2995c1c2d659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505" y="1067105"/>
            <a:ext cx="2667305" cy="200070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KVKA QQRPP042.6E ET results</a:t>
            </a:r>
            <a:endParaRPr lang="en-US" sz="2325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123798"/>
            <a:ext cx="417606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RSBM Ru DME chemistry 변경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609344"/>
            <a:ext cx="567202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segmented etch-clean ×4 진행 시 AASI CD 0.3 nm 하향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852574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+4.2% 상승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095805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VCHN/HOL POR 대비 동등수준 / CMBSRP 2.3%p 개선 / VMA 소폭 열화 / MinA 2.4%p 열화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58135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segment 반복에 의한 lateral loss 로 CD 하향, Rs 상승 추정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824582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HAADF-STEM 기준 측벽 거칠기 개선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3066898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lot 재현성 확인 뒤 호환 가능 판단됨 (M1 DC 기준)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6381598" y="3105302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line TEM (AR≈6) / Ru HAR line TEM</a:t>
            </a:r>
            <a:endParaRPr lang="en-US" sz="825" dirty="0"/>
          </a:p>
        </p:txBody>
      </p:sp>
      <p:sp>
        <p:nvSpPr>
          <p:cNvPr id="16" name="Text 12"/>
          <p:cNvSpPr txBox="1"/>
          <p:nvPr/>
        </p:nvSpPr>
        <p:spPr>
          <a:xfrm>
            <a:off x="6381598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6629400" y="3429000"/>
            <a:ext cx="118414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AASI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3791102"/>
          <a:ext cx="5125212" cy="2553005"/>
        </p:xfrm>
        <a:graphic>
          <a:graphicData uri="http://schemas.openxmlformats.org/drawingml/2006/table">
            <a:tbl>
              <a:tblPr/>
              <a:tblGrid>
                <a:gridCol w="1024128"/>
                <a:gridCol w="1038758"/>
                <a:gridCol w="809244"/>
                <a:gridCol w="1114654"/>
                <a:gridCol w="1137514"/>
              </a:tblGrid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14.34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14.04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14.07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14.02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13.99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-0.31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14.09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 &amp; group 평균 yield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6286500" cy="2143354"/>
        </p:xfrm>
        <a:graphic>
          <a:graphicData uri="http://schemas.openxmlformats.org/drawingml/2006/table">
            <a:tbl>
              <a:tblPr/>
              <a:tblGrid>
                <a:gridCol w="1496655"/>
                <a:gridCol w="1295516"/>
                <a:gridCol w="970037"/>
                <a:gridCol w="893239"/>
                <a:gridCol w="816440"/>
                <a:gridCol w="814612"/>
              </a:tblGrid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HOL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93.6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93.7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93.7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92.6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gen-dedup-03c713d7930af47fded3a1235020ec87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7334402" y="1143000"/>
            <a:ext cx="4190695" cy="3429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6219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VCHN/HOL POR 대비 동등수준 / CMBSRP 2.3%p 개선 / VMA 소폭 열화 / MinA 2.4%p 열화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0218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MinA: POR 97.0% → A 94.6%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2026-10-04T13:25:56Z</dcterms:created>
  <dcterms:modified xsi:type="dcterms:W3CDTF">2026-10-04T13:25:56Z</dcterms:modified>
</cp:coreProperties>
</file>