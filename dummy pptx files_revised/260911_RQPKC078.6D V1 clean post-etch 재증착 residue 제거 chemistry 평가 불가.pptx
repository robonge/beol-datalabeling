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b00dc6b66132f15bd749b91c675c9a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29507"/>
            <a:ext cx="1609344" cy="1429207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954" y="3829507"/>
            <a:ext cx="3066898" cy="14292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RQPKC078.6D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24458" y="1067105"/>
            <a:ext cx="48390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clean post-etch 재증착 residue 제거 chemistry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24458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950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B(chemistry + 150%) 진행 시 ATOI CD 0.2 nm 상향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0992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A(Clean150) ATOI CD Δ+0.19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389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C(NewChem) ATOI CD Δ+0.18 nm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38782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-3.6% 감소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35275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VCHN/CMA POR 대비 동등수준 / CMBSRP 3.5%p 개선 / VMA 3.7%p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56672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 과다로 MHM undercut 발생, CD 상향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781605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review 상 sidewall residue adder 감소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99557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C(NewChem) 는 VCHN/CMA POR 대비 동등수준 / CMBSRP 2.1%p 개선 / VMA 2.2%p 열화</a:t>
            </a:r>
            <a:endParaRPr lang="en-US" sz="11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2095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clean 125% split 재평가 예정 (V1 DC 기준)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529620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 DD via/trench X-SEM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5810098" y="37764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057900" y="3733495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4095598"/>
          <a:ext cx="5696712" cy="2190902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6.64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6.43 (-3.3%)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6.40 (-3.6%)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6.53 (-1.8%, 동등)</a:t>
            </a:r>
            <a:endParaRPr lang="en-US" sz="1275" dirty="0"/>
          </a:p>
        </p:txBody>
      </p:sp>
      <p:pic>
        <p:nvPicPr>
          <p:cNvPr id="7" name="Image 0" descr="gen-dedup-838590ba2fbdfb88e221ba78abbf36cb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8e33608e9fdfcbc6802c260107d5c13e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VMA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4d77c646c71192ae209bd50aeface836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98.7%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95.6%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94.3%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95.9%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2026-10-04T15:00:26Z</dcterms:created>
  <dcterms:modified xsi:type="dcterms:W3CDTF">2026-10-04T15:00:26Z</dcterms:modified>
</cp:coreProperties>
</file>