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1055df0c77985f09ccf3885ca11c7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3133649" cy="31336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RQPYZ042.63 ET results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402061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P1 → P2 전환 시점 변경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P1 3.0 psi 진행 시 ACI CD 0.1 nm 상향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+5.5% 상승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 POR 대비 동등수준 / VCHN 소폭 저하 / CMBSRP 8.4%p 열화, MinA 18.2%p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bulk 고속 연마 중 scratch 증가 추정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AFM recess 13.3 nm (wide line 10 µm)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P1 압력 2.0 psi split 재평가 예정 (M1 DC 기준)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562649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surface micro-scratch SEM</a:t>
            </a:r>
            <a:endParaRPr lang="en-US" sz="825" dirty="0"/>
          </a:p>
        </p:txBody>
      </p:sp>
      <p:sp>
        <p:nvSpPr>
          <p:cNvPr id="15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057900" y="3295498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2553005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15.67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pic>
        <p:nvPicPr>
          <p:cNvPr id="3" name="Image 0" descr="gen-dedup-a64b08ba6af1b0c0203e1681f10256e8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11.78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11.89 (+1.0%,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by wafer</a:t>
            </a:r>
            <a:endParaRPr lang="en-US" sz="2325" dirty="0"/>
          </a:p>
        </p:txBody>
      </p:sp>
      <p:pic>
        <p:nvPicPr>
          <p:cNvPr id="3" name="Image 0" descr="gen-dedup-0acb3d4afee12496b1609ffa2640f0d7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66.8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70.5 (+5.5%)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2026-10-04T17:40:13Z</dcterms:created>
  <dcterms:modified xsi:type="dcterms:W3CDTF">2026-10-04T17:40:13Z</dcterms:modified>
</cp:coreProperties>
</file>