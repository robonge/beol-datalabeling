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78d3dc2978ce26facf2995c1c2d659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2667305" cy="2000707"/>
          </a:xfrm>
          <a:prstGeom prst="rect">
            <a:avLst/>
          </a:prstGeom>
        </p:spPr>
      </p:pic>
      <p:pic>
        <p:nvPicPr>
          <p:cNvPr id="3" name="Image 1" descr="gen-dedup-12ba50ba8990585c016ff44b71a49d9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505" y="1067105"/>
            <a:ext cx="1514246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QXFOL.64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15107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3105302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HAR line TEM / Ru line TEM (AR≈6)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942746" y="4667098"/>
            <a:ext cx="48673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clean RuO4 재증착 제거 chemistry 변경 평가</a:t>
            </a:r>
            <a:endParaRPr lang="en-US" sz="1275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9103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2" name="Text 7"/>
          <p:cNvSpPr txBox="1"/>
          <p:nvPr/>
        </p:nvSpPr>
        <p:spPr>
          <a:xfrm>
            <a:off x="942746" y="49103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1526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C(wet clean 추가) 진행 시 ACI CD 0.1 nm 하향</a:t>
            </a:r>
            <a:endParaRPr lang="en-US" sz="1275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3958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 POR 대비 동등수준 / CMBSRP 2.8%p 열화, MinA 4.0%p 열화, CMA 2.1%p 열화</a:t>
            </a:r>
            <a:endParaRPr lang="en-US" sz="1275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6391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chemistry 희석 split 재평가 예정 (M1 DC 기준)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ACI CD wafer map</a:t>
            </a:r>
            <a:endParaRPr lang="en-US" sz="2325" dirty="0"/>
          </a:p>
        </p:txBody>
      </p:sp>
      <p:pic>
        <p:nvPicPr>
          <p:cNvPr id="3" name="Image 0" descr="gen-dedup-a24c3d638b7f7823eceaf53711f6d453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7711bf713c6d370256dcd1340a8d1e0c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c441ba8e573a83f53b1ca514ba0272b5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c2347b34a3931f99a2507e7ed54ca662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Δ-0.14 nm, edge 영역 편차 확대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Δ-0.14 nm, edge 영역 편차 확대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ACI CD POR 대비 Δ-0.12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22.33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22.65 (+1.4%,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22.67 (+1.5%, 동등)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22.60 (+1.2%, 동등)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5222"/>
            <a:ext cx="42775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upper tail 다수 → via open 성 영향 추정</a:t>
            </a:r>
            <a:endParaRPr lang="en-US" sz="1275" dirty="0"/>
          </a:p>
        </p:txBody>
      </p:sp>
      <p:pic>
        <p:nvPicPr>
          <p:cNvPr id="8" name="Image 0" descr="gen-dedup-099e4a4741dcaae6aa64ee71ae9799d4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2026-10-04T13:20:16Z</dcterms:created>
  <dcterms:modified xsi:type="dcterms:W3CDTF">2026-10-04T13:20:16Z</dcterms:modified>
</cp:coreProperties>
</file>