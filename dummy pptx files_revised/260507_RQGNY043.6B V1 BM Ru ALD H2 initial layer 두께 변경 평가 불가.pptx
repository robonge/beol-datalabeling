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981298" cy="1047902"/>
          </a:xfrm>
          <a:prstGeom prst="rect">
            <a:avLst/>
          </a:prstGeom>
        </p:spPr>
      </p:pic>
      <p:pic>
        <p:nvPicPr>
          <p:cNvPr id="3" name="Image 1" descr="gen-dedup-35298d51a60f049e42e7d74ad8c613d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05" y="1067105"/>
            <a:ext cx="1057046" cy="10479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RQGNY043.6B ET results</a:t>
            </a:r>
            <a:endParaRPr lang="en-US" sz="210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657954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V1 BM Ru ALD H2 initial layer 두께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B(two-step (H2 2 nm → O2)) 진행 시 ATOI CD 동등 수준 (Δ+0.02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A(WE-O2) ATOI CD Δ+0.06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VCHN/MinA POR 대비 동등수준 / CMBSRP 소폭 열화 / VMA 4.4%p 열화, CMA 2.3%p 열화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 step 두께 부족 시 계면 산화막 재성장 → Rc 감소폭 축소 추정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06689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O2 step 온도 하향 split 재평가 예정 (V1 DC 기준)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381598" y="2152498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Ru/dielectric 계면 TEM-EDS</a:t>
            </a:r>
            <a:endParaRPr lang="en-US" sz="825" dirty="0"/>
          </a:p>
        </p:txBody>
      </p:sp>
      <p:sp>
        <p:nvSpPr>
          <p:cNvPr id="15" name="Text 11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6629400" y="3429000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3921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20.39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0.99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2.94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+0.11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1.44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549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BM split condition</a:t>
            </a:r>
            <a:endParaRPr lang="en-US" sz="23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38098"/>
          <a:ext cx="10821010" cy="1781251"/>
        </p:xfrm>
        <a:graphic>
          <a:graphicData uri="http://schemas.openxmlformats.org/drawingml/2006/table">
            <a:tbl>
              <a:tblPr/>
              <a:tblGrid>
                <a:gridCol w="1312164"/>
                <a:gridCol w="2222906"/>
                <a:gridCol w="5033772"/>
                <a:gridCol w="2252167"/>
              </a:tblGrid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WF#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W03, 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O2-based Ru ALD 15 nm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W05, W13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wet etch + O2 ALD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4453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W11, W25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two-step (H2 2 nm → O2)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단독 영향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85800" y="33723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90295" y="3372307"/>
            <a:ext cx="52212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645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이전·이후 공정은 전 WF POR 동일 진행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0233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lot 분할 진행, 동일 chamber 사용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5486713aad36efa9ea446b06d4f8bb22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VMA, CMA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 Line Rs by wafer</a:t>
            </a:r>
            <a:endParaRPr lang="en-US" sz="2325" dirty="0"/>
          </a:p>
        </p:txBody>
      </p:sp>
      <p:pic>
        <p:nvPicPr>
          <p:cNvPr id="3" name="Image 0" descr="gen-dedup-dd38f227c2d4a22afe07563ad97dfaaf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653.3 (+0.0%)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642.8 (-1.6%)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median 642.5 (-1.7%)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477402" y="230154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2026-10-04T14:31:33Z</dcterms:created>
  <dcterms:modified xsi:type="dcterms:W3CDTF">2026-10-04T14:31:33Z</dcterms:modified>
</cp:coreProperties>
</file>