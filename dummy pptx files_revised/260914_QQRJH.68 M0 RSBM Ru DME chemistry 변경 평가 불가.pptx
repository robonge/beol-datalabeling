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54bb9fde3f2b82003b9eba59b8a77a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29507"/>
            <a:ext cx="1686154" cy="2238451"/>
          </a:xfrm>
          <a:prstGeom prst="rect">
            <a:avLst/>
          </a:prstGeom>
        </p:spPr>
      </p:pic>
      <p:pic>
        <p:nvPicPr>
          <p:cNvPr id="3" name="Image 1" descr="gen-dedup-f97aba0837fb14a8e1b665c72bac2b0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849" y="3829507"/>
            <a:ext cx="2991002" cy="223845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KVIP QQRJH.68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6" name="Text 2"/>
          <p:cNvSpPr txBox="1"/>
          <p:nvPr/>
        </p:nvSpPr>
        <p:spPr>
          <a:xfrm>
            <a:off x="924458" y="1067105"/>
            <a:ext cx="369783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M0 RSBM Ru DME chemistry 변경 평가</a:t>
            </a:r>
            <a:endParaRPr lang="en-US" sz="112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281074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8" name="Text 4"/>
          <p:cNvSpPr txBox="1"/>
          <p:nvPr/>
        </p:nvSpPr>
        <p:spPr>
          <a:xfrm>
            <a:off x="924458" y="1281074"/>
            <a:ext cx="769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12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495044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A(segmented etch-clean ×4) 진행 시 ATOI CD 0.5 nm 하향</a:t>
            </a:r>
            <a:endParaRPr lang="en-US" sz="112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09928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B(Cut12s) ATOI CD Δ-0.44 nm</a:t>
            </a:r>
            <a:endParaRPr lang="en-US" sz="112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1923898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+7.3% 상승</a:t>
            </a:r>
            <a:endParaRPr lang="en-US" sz="112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138782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+2.8% 상승</a:t>
            </a:r>
            <a:endParaRPr lang="en-US" sz="112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352751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VCHN/CMA POR 대비 동등수준 / CMBSRP 2.1%p 개선 / VMA 소폭 열화 / MinA 4.1%p 열화</a:t>
            </a:r>
            <a:endParaRPr lang="en-US" sz="112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566721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 반복에 의한 lateral loss 로 CD 하향, Rs 상승 추정</a:t>
            </a:r>
            <a:endParaRPr lang="en-US" sz="112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2781605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 상 bottom bridge defect 미관찰</a:t>
            </a:r>
            <a:endParaRPr lang="en-US" sz="112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2995574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B(Cut12s) 는 VCHN/CMA POR 대비 동등수준 / CMBSRP 2.6%p 개선 / VMA 소폭 열화 / MinA 3.3%p 열화</a:t>
            </a:r>
            <a:endParaRPr lang="en-US" sz="1125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3209544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segment 수 ×2 split 재평가 예정 (M0 DC 기준)</a:t>
            </a:r>
            <a:endParaRPr lang="en-US" sz="1125" dirty="0"/>
          </a:p>
        </p:txBody>
      </p:sp>
      <p:sp>
        <p:nvSpPr>
          <p:cNvPr id="18" name="Text 14"/>
          <p:cNvSpPr txBox="1"/>
          <p:nvPr/>
        </p:nvSpPr>
        <p:spPr>
          <a:xfrm>
            <a:off x="685800" y="6105449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line TEM (AR≈6) / Ru HAR line TEM</a:t>
            </a:r>
            <a:endParaRPr lang="en-US" sz="825" dirty="0"/>
          </a:p>
        </p:txBody>
      </p:sp>
      <p:sp>
        <p:nvSpPr>
          <p:cNvPr id="19" name="Text 15"/>
          <p:cNvSpPr txBox="1"/>
          <p:nvPr/>
        </p:nvSpPr>
        <p:spPr>
          <a:xfrm>
            <a:off x="5810098" y="37764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6057900" y="3733495"/>
            <a:ext cx="11850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4095598"/>
          <a:ext cx="5696712" cy="2533802"/>
        </p:xfrm>
        <a:graphic>
          <a:graphicData uri="http://schemas.openxmlformats.org/drawingml/2006/table">
            <a:tbl>
              <a:tblPr/>
              <a:tblGrid>
                <a:gridCol w="1163117"/>
                <a:gridCol w="1147572"/>
                <a:gridCol w="911657"/>
                <a:gridCol w="1224382"/>
                <a:gridCol w="1249070"/>
              </a:tblGrid>
              <a:tr h="230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W05(POR)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11.33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30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W12(POR)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11.36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30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-0.51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30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-0.51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30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-0.60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30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-0.50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30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-0.45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30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-0.57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30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-0.46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30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-0.41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Line Rs / Via Rc cumulative distribution</a:t>
            </a:r>
            <a:endParaRPr lang="en-US" sz="2325" dirty="0"/>
          </a:p>
        </p:txBody>
      </p:sp>
      <p:pic>
        <p:nvPicPr>
          <p:cNvPr id="3" name="Image 0" descr="gen-dedup-9cf729c57ec43fe47401acf351e1db97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158d6a83a15305332b8b373a1b1e259f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+7.3% / Via Rc +2.8%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+7.1% / Via Rc +1.8%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Electrical test results (M0 DC)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3648456"/>
        </p:xfrm>
        <a:graphic>
          <a:graphicData uri="http://schemas.openxmlformats.org/drawingml/2006/table">
            <a:tbl>
              <a:tblPr/>
              <a:tblGrid>
                <a:gridCol w="2571293"/>
                <a:gridCol w="2226564"/>
                <a:gridCol w="1666951"/>
                <a:gridCol w="1535278"/>
                <a:gridCol w="1402690"/>
                <a:gridCol w="1418234"/>
              </a:tblGrid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527700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spec(92%)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553577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VCHN/CMA POR 대비 동등수준 / CMBSRP 2.1%p 개선 / VMA 소폭 열화 / MinA 4.1%p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79546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VCHN/CMA POR 대비 동등수준 / CMBSRP 2.6%p 개선 / VMA 소폭 열화 / MinA 3.3%p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05424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MinA: POR 98.4% → A 94.3%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c036cd0f9195d0c1d8ff1849a364050d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MinA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MinA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불가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2026-10-04T13:25:34Z</dcterms:created>
  <dcterms:modified xsi:type="dcterms:W3CDTF">2026-10-04T13:25:34Z</dcterms:modified>
</cp:coreProperties>
</file>