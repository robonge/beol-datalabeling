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84a981b5f838b9b0980b9ff5fab697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1649" y="1067105"/>
            <a:ext cx="1505102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RQAKV.1 ET results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067105"/>
            <a:ext cx="356524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Ru overburden CMP slurry 변경 평가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25638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5638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445666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A(slurry R2 + TU 120%) 진행 시 AASI CD 동등 수준 (Δ+0.09 nm)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34947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B(SlurryR2) AASI CD Δ+0.02 nm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824228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+6.2% 상승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013509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+3.1% 상승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202790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CMBSRP/VCHN/VMA POR 대비 동등수준 / MinA 3.4%p 열화, CMA 3.0%p 열화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392070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높이 손실에 의한 Rs 상승 및 min-area open 성 fail 추정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581351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AFM 기준 Ru recess 3 nm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770632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B(SlurryR2) 는 CMBSRP/VCHN/VMA POR 대비 동등수준 / MinA 소폭 열화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2959913"/>
            <a:ext cx="6191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3 lot 재현성 확인 뒤 호환 가능 판단됨 (V0 DC 기준)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429500" y="3105302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</a:t>
            </a:r>
            <a:endParaRPr lang="en-US" sz="825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33602" y="3619195"/>
            <a:ext cx="116768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86507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789.62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838.32 (+6.2%)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806.47 (+2.1%)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upper tail 다수 → dishing/erosion 영향 추정</a:t>
            </a:r>
            <a:endParaRPr lang="en-US" sz="1275" dirty="0"/>
          </a:p>
        </p:txBody>
      </p:sp>
      <p:pic>
        <p:nvPicPr>
          <p:cNvPr id="7" name="Image 0" descr="gen-dedup-4c212f450e733a31a54c055b3e35302f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Line Rs by wafer</a:t>
            </a:r>
            <a:endParaRPr lang="en-US" sz="2325" dirty="0"/>
          </a:p>
        </p:txBody>
      </p:sp>
      <p:pic>
        <p:nvPicPr>
          <p:cNvPr id="3" name="Image 0" descr="gen-dedup-9366f9178cc5e3254e2a9e561a2468d6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789.6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838.3 (+6.2%)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806.5 (+2.1%)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2026-10-04T13:26:30Z</dcterms:created>
  <dcterms:modified xsi:type="dcterms:W3CDTF">2026-10-04T13:26:30Z</dcterms:modified>
</cp:coreProperties>
</file>