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867352c871e715189b47d8b613fc1b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1266444" cy="942746"/>
          </a:xfrm>
          <a:prstGeom prst="rect">
            <a:avLst/>
          </a:prstGeom>
        </p:spPr>
      </p:pic>
      <p:pic>
        <p:nvPicPr>
          <p:cNvPr id="3" name="Image 1" descr="gen-dedup-345903f5781fc85ecf16543ef48622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54" y="1067105"/>
            <a:ext cx="3600907" cy="9427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KVKB RDWKJ058.63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434248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clean O2-free in-situ clean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B(wet clean 추가) 진행 시 ATOI CD 동등 수준 (Δ-0.07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2038198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VCHN/VMA/HOL POR 대비 동등수준 / CMA 1.8%p 개선 / CMBSRP 3.5%p 열화, MinA 2.0%p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523744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후 ET 재확인 뒤 호환 가능 판단됨 (M0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048256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HAR line TEM / Ru fill TEM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933602" y="36191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 wafer map</a:t>
            </a:r>
            <a:endParaRPr lang="en-US" sz="2325" dirty="0"/>
          </a:p>
        </p:txBody>
      </p:sp>
      <p:pic>
        <p:nvPicPr>
          <p:cNvPr id="3" name="Image 0" descr="gen-dedup-daf2494ebc45eb4b264394e2037457b1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e90d2a8f199039703d8f559c0a57c71f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da0a32c059e3f3ba389d324e626ef837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Δ-0.04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Δ-0.07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33.83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34.01 (+0.5%,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34.33 (+1.5%, 동등)</a:t>
            </a:r>
            <a:endParaRPr lang="en-US" sz="1275" dirty="0"/>
          </a:p>
        </p:txBody>
      </p:sp>
      <p:pic>
        <p:nvPicPr>
          <p:cNvPr id="6" name="Image 0" descr="gen-dedup-b552de47cd03678028a6d2c0a77df9d2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2026-10-04T13:20:05Z</dcterms:created>
  <dcterms:modified xsi:type="dcterms:W3CDTF">2026-10-04T13:20:05Z</dcterms:modified>
</cp:coreProperties>
</file>