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cd441366041f68f63095d39d6a5727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52598"/>
            <a:ext cx="3076956" cy="1419149"/>
          </a:xfrm>
          <a:prstGeom prst="rect">
            <a:avLst/>
          </a:prstGeom>
        </p:spPr>
      </p:pic>
      <p:pic>
        <p:nvPicPr>
          <p:cNvPr id="3" name="Image 1" descr="gen-dedup-b22c0a1c977d3d24fff812f258d0228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651" y="2952598"/>
            <a:ext cx="1600200" cy="14191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KVIP QDLKP040.1 ET results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5436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RSBM TaN ALD cycle 45 → 50 증가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Propargylamine + 60 cycle 진행 시 AASI CD 0.1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CMBSRP/MinA/CMA POR 대비 동등수준 / VCHN 소폭 열화 / VMA 3.1%p 열화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inhibitor 가교 온도 상향 split 재평가 예정 (V1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4410151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Area-selective ALD TiN — EDS mapping / Barrier/Cu 계면 HR-TEM</a:t>
            </a:r>
            <a:endParaRPr lang="en-US" sz="825" dirty="0"/>
          </a:p>
        </p:txBody>
      </p:sp>
      <p:sp>
        <p:nvSpPr>
          <p:cNvPr id="13" name="Text 9"/>
          <p:cNvSpPr txBox="1"/>
          <p:nvPr/>
        </p:nvSpPr>
        <p:spPr>
          <a:xfrm>
            <a:off x="5810098" y="29004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6057900" y="2857500"/>
            <a:ext cx="1167689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219602"/>
          <a:ext cx="5696712" cy="2915107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+0.09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3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AASI CD wafer map</a:t>
            </a:r>
            <a:endParaRPr lang="en-US" sz="2325" dirty="0"/>
          </a:p>
        </p:txBody>
      </p:sp>
      <p:pic>
        <p:nvPicPr>
          <p:cNvPr id="3" name="Image 0" descr="gen-dedup-412f0175294ab3edf198e48c9c515444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cda2948a60e8d4ee56abab6927bf1335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AASI CD POR 대비 Δ+0.13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2026-10-04T14:33:20Z</dcterms:created>
  <dcterms:modified xsi:type="dcterms:W3CDTF">2026-10-04T14:33:20Z</dcterms:modified>
</cp:coreProperties>
</file>