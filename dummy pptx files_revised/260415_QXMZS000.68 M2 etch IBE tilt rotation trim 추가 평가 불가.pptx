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b918966ec67b46c57ae4364352076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067105"/>
            <a:ext cx="3038551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QXMZS000.68 ET results</a:t>
            </a:r>
            <a:endParaRPr lang="en-US" sz="2325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425561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etch IBE tilt/rotation trim 추가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6191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A(RIE + IBE 45° 짧은 trim) 진행 시 ACI CD 0.4 nm 상향. pMTS 기준 BCD 0.6nm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38198"/>
            <a:ext cx="6191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VCHN/VMA/CMA POR 대비 동등수준 / CMBSRP 1.7%p 개선 / MinA 3.5%p 열화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523744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trim 시간 70% split 재평가 예정 (M2 DC 기준)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7429500" y="3105302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</a:t>
            </a:r>
            <a:endParaRPr lang="en-US" sz="82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3619195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190902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535278"/>
                <a:gridCol w="1456639"/>
                <a:gridCol w="5192878"/>
                <a:gridCol w="2635301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RIE only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 + IBE 45° 짧은 trim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 + IBE 50° trim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 + IBE 45° trim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025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613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210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이전·이후 공정은 전 WF POR 동일 진행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9798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pic>
        <p:nvPicPr>
          <p:cNvPr id="3" name="Image 0" descr="gen-dedup-c619da4f13f455596ae4263b963ca72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d7febed9eb422e318d50b8552a793cdf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median: POR 64.2 → A 62.8 (-2.3%)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은 narrow 대비 변화폭 작음 (-2.1% 수준)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2325" dirty="0"/>
          </a:p>
        </p:txBody>
      </p:sp>
      <p:pic>
        <p:nvPicPr>
          <p:cNvPr id="3" name="Image 0" descr="gen-dedup-808827b4c2e9ee39366088fe02d66025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13.82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13.69 (-0.9%,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13.76 (-0.4%, 동등)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191195" y="220644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13.87 (+0.4%,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4219dfbb86ecf95850c38a25a42b8f37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MinA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MinA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MinA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 die yield distribution by wafer</a:t>
            </a:r>
            <a:endParaRPr lang="en-US" sz="2325" dirty="0"/>
          </a:p>
        </p:txBody>
      </p:sp>
      <p:pic>
        <p:nvPicPr>
          <p:cNvPr id="3" name="Image 0" descr="gen-dedup-fb6e48919703a9a12a7b24e65ca3bbb5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96.7%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93.5%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94.3%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93.5%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2026-10-04T14:58:09Z</dcterms:created>
  <dcterms:modified xsi:type="dcterms:W3CDTF">2026-10-04T14:58:09Z</dcterms:modified>
</cp:coreProperties>
</file>