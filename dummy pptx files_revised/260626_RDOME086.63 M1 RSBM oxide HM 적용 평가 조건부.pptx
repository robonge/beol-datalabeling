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52698"/>
            <a:ext cx="3457346" cy="914400"/>
          </a:xfrm>
          <a:prstGeom prst="rect">
            <a:avLst/>
          </a:prstGeom>
        </p:spPr>
      </p:pic>
      <p:pic>
        <p:nvPicPr>
          <p:cNvPr id="3" name="Image 1" descr="gen-dedup-3f66c78e35a36df79145d891fbbacbc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56" y="3752698"/>
            <a:ext cx="1218895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RDOME086.63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67105"/>
            <a:ext cx="31994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oxide HM 적용 평가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95705"/>
            <a:ext cx="162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33602" y="1295705"/>
            <a:ext cx="8202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243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A(oxide HM) 진행 시 ATOI CD 0.4 nm 상향. pMTS 기준 BCD 0.7nm 열화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529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B(HM24) ATOI CD Δ+0.21 nm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815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-3.3% 감소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101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VCHN 소폭 열화 / CMBSRP 4.6%p 열화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4387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산화·소실에 의한 Ru line bottom bridge 추정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6673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HM 잔존 POR 9 nm / split 3 nm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8959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B(HM24) 는 VCHN/MinA/VMA POR 대비 동등수준 / CMBSRP 1.7%p 열화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124505"/>
            <a:ext cx="10821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3 lot 재현성 확인 뒤 호환 가능 판단됨 (M1 DC 기준)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705502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 HAR line TEM</a:t>
            </a:r>
            <a:endParaRPr lang="en-US" sz="825" dirty="0"/>
          </a:p>
        </p:txBody>
      </p:sp>
      <p:sp>
        <p:nvSpPr>
          <p:cNvPr id="18" name="Text 14"/>
          <p:cNvSpPr txBox="1"/>
          <p:nvPr/>
        </p:nvSpPr>
        <p:spPr>
          <a:xfrm>
            <a:off x="5810098" y="37005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057900" y="3657600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4019702"/>
          <a:ext cx="5696712" cy="2591410"/>
        </p:xfrm>
        <a:graphic>
          <a:graphicData uri="http://schemas.openxmlformats.org/drawingml/2006/table">
            <a:tbl>
              <a:tblPr/>
              <a:tblGrid>
                <a:gridCol w="1145743"/>
                <a:gridCol w="1153058"/>
                <a:gridCol w="902513"/>
                <a:gridCol w="1234440"/>
                <a:gridCol w="1260043"/>
              </a:tblGrid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879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 wafer map</a:t>
            </a:r>
            <a:endParaRPr lang="en-US" sz="2325" dirty="0"/>
          </a:p>
        </p:txBody>
      </p:sp>
      <p:pic>
        <p:nvPicPr>
          <p:cNvPr id="3" name="Image 0" descr="gen-dedup-87031e81838045a6c3f3950a8c2354e1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2f8a2a4e75ba953f378bfe30f12f5f46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f36c3538e92478fa0875bf0960633665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Δ+0.38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Δ+0.21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pic>
        <p:nvPicPr>
          <p:cNvPr id="3" name="Image 0" descr="gen-dedup-8e6862baccc211873f261ab014d01f1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23.12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23.17 (+0.2%,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22.99 (-0.6%, 동등)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2026-10-04T13:15:19Z</dcterms:created>
  <dcterms:modified xsi:type="dcterms:W3CDTF">2026-10-04T13:15:19Z</dcterms:modified>
</cp:coreProperties>
</file>