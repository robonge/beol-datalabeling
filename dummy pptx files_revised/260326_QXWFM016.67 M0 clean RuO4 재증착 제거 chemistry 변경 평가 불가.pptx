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2ba50ba8990585c016ff44b71a49d9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1514246" cy="2000707"/>
          </a:xfrm>
          <a:prstGeom prst="rect">
            <a:avLst/>
          </a:prstGeom>
        </p:spPr>
      </p:pic>
      <p:pic>
        <p:nvPicPr>
          <p:cNvPr id="3" name="Image 1" descr="gen-dedup-178d3dc2978ce26facf2995c1c2d659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46" y="1067105"/>
            <a:ext cx="2667305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QXWFM016.67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553005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-0.32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3105302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(AR≈6) / Ru HAR line TEM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4667098"/>
            <a:ext cx="408005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clean RuO4 재증착 제거 chemistry 변경 평가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5637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4856378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45659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B(wet clean 추가) 진행 시 ACI CD 0.2 nm 하향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3494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A(NewChem) ACI CD Δ-0.16 nm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424221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+4.8% 상승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61350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+2.2% 상승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80278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VCHN/VMA/CMA POR 대비 동등수준 / CMBSRP 4.8%p 열화, MinA 2.9%p 열화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992063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RuO4 재증착 잔류물에 의한 short 성 fail 추정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181344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 상 airgap 밀봉 궤적 POR 동등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6370625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clean 시간 단축 split 재평가 예정 (M0 DC 기준)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0305"/>
            <a:ext cx="4000500" cy="104790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clean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599286"/>
                <a:gridCol w="2710282"/>
                <a:gridCol w="3764585"/>
                <a:gridCol w="2745943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 wet clean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chemistry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 clean 추가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O2-free clean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4895698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420258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46135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ACI 측정: CD-SEM 49 pt / WF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5048402" y="4721047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이전·이후 공정은 전 WF POR 동일 진행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5048402" y="497982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ACI CD wafer map</a:t>
            </a:r>
            <a:endParaRPr lang="en-US" sz="2325" dirty="0"/>
          </a:p>
        </p:txBody>
      </p:sp>
      <p:pic>
        <p:nvPicPr>
          <p:cNvPr id="3" name="Image 0" descr="gen-dedup-dd31db88b6a76258af07b13358d3285d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32c4384d25fc690cc81ff348b010d79f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df31463fbc20c892aac6b4a91374db6e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b9fdf44f16bb68f4b4555ac9b4ca33ee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Δ-0.16 nm, edge 영역 편차 확대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ACI CD POR 대비 Δ-0.16 nm, edge 영역 편차 확대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ACI CD POR 대비 Δ-0.12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34.36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34.33 (-0.1%, 동등)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35.12 (+2.2%)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median 34.43 (+0.2%, 동등)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5222"/>
            <a:ext cx="42775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upper tail 다수 → via open 성 영향 추정</a:t>
            </a:r>
            <a:endParaRPr lang="en-US" sz="1275" dirty="0"/>
          </a:p>
        </p:txBody>
      </p:sp>
      <p:pic>
        <p:nvPicPr>
          <p:cNvPr id="8" name="Image 0" descr="gen-dedup-b4f9e9c9e62ae0f1b4d30c949528265a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2143354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93.1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90.8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90.3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93.6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72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92.4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98242001884b3fa08d0c48556d29ee60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VCHN/VMA POR 대비 동등수준 / CMA 1.6%p 개선 / CMBSRP 4.3%p 열화, MinA 3.3%p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VCHN/VMA/CMA POR 대비 동등수준 / CMBSRP 4.8%p 열화, MinA 2.9%p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VMA/CMA POR 대비 동등수준 / VCHN 2.9%p 개선 / CMBSRP 3.2%p 열화, MinA 3.2%p 열화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2026-10-04T13:19:34Z</dcterms:created>
  <dcterms:modified xsi:type="dcterms:W3CDTF">2026-10-04T13:19:34Z</dcterms:modified>
</cp:coreProperties>
</file>