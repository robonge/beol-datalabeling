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e0a35bf2c2d88080759bc2d4ca8657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305" y="1067105"/>
            <a:ext cx="2115007" cy="666598"/>
          </a:xfrm>
          <a:prstGeom prst="rect">
            <a:avLst/>
          </a:prstGeom>
        </p:spPr>
      </p:pic>
      <p:pic>
        <p:nvPicPr>
          <p:cNvPr id="3" name="Image 1" descr="gen-dedup-e36f03253fd5401d94a5a67fc968bba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0207" y="1067105"/>
            <a:ext cx="2066544" cy="6665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KVKA QDGTZ080.61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3020263"/>
        </p:xfrm>
        <a:graphic>
          <a:graphicData uri="http://schemas.openxmlformats.org/drawingml/2006/table">
            <a:tbl>
              <a:tblPr/>
              <a:tblGrid>
                <a:gridCol w="1217981"/>
                <a:gridCol w="1236269"/>
                <a:gridCol w="962863"/>
                <a:gridCol w="1325880"/>
                <a:gridCol w="1353312"/>
              </a:tblGrid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28.54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5.74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5.73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5.85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5.85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39305" y="1772107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CMP defect review SEM / CMP defect review SEM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10" name="Text 5"/>
          <p:cNvSpPr txBox="1"/>
          <p:nvPr/>
        </p:nvSpPr>
        <p:spPr>
          <a:xfrm>
            <a:off x="924458" y="4667098"/>
            <a:ext cx="307238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clean DIO3 rinse 추가 평가</a:t>
            </a:r>
            <a:endParaRPr lang="en-US" sz="1125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881982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12" name="Text 7"/>
          <p:cNvSpPr txBox="1"/>
          <p:nvPr/>
        </p:nvSpPr>
        <p:spPr>
          <a:xfrm>
            <a:off x="924458" y="4881982"/>
            <a:ext cx="769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095951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A(organic acid clean) 진행 시 ACI CD 0.2 nm 상향</a:t>
            </a:r>
            <a:endParaRPr lang="en-US" sz="1125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309921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B(DIO3) ACI CD Δ+0.16 nm</a:t>
            </a:r>
            <a:endParaRPr lang="en-US" sz="1125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524805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+3.9% 상승</a:t>
            </a:r>
            <a:endParaRPr lang="en-US" sz="1125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738774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+2.2% 상승</a:t>
            </a:r>
            <a:endParaRPr lang="en-US" sz="1125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952744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VMA/CMA POR 대비 동등수준 / CMBSRP 2.7%p 열화, VCHN 2.6%p 열화</a:t>
            </a:r>
            <a:endParaRPr lang="en-US" sz="1125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6167628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edge corrosion / BTA residue 에 의한 leakage 증가 추정</a:t>
            </a:r>
            <a:endParaRPr lang="en-US" sz="1125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6381598"/>
            <a:ext cx="10821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chemistry 희석비 조정 split 재평가 예정 (M3 DC 기준)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clean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164946"/>
                <a:gridCol w="2843784"/>
                <a:gridCol w="4811573"/>
                <a:gridCol w="2000707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W14, 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chemistry / POR brush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W02, W07, 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organic acid clean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DIO3 rinse 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645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이전·이후 공정은 전 WF POR 동일 진행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0233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ACI CD wafer map</a:t>
            </a:r>
            <a:endParaRPr lang="en-US" sz="2325" dirty="0"/>
          </a:p>
        </p:txBody>
      </p:sp>
      <p:pic>
        <p:nvPicPr>
          <p:cNvPr id="3" name="Image 0" descr="gen-dedup-470a96a5fb1f6638102321d1cff0e457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d42f1b273d0337786833b2b1f0824505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6afaf35ce35a2704d83243137fd3bd30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ACI CD POR 대비 Δ+0.16 nm, edge 영역 편차 확대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ACI CD POR 대비 Δ+0.16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2026-10-04T13:26:18Z</dcterms:created>
  <dcterms:modified xsi:type="dcterms:W3CDTF">2026-10-04T13:26:18Z</dcterms:modified>
</cp:coreProperties>
</file>