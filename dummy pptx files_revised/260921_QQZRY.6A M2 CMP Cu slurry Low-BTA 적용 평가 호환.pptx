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4c54a9ba465ce23f22fd7a9f83b018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5124298" cy="15910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KVED QQZRY.6A ET results</a:t>
            </a:r>
            <a:endParaRPr lang="en-US" sz="2325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942746" y="1123798"/>
            <a:ext cx="409102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CMP Cu slurry Low-BTA 적용 평가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B(Low-BTA slurry) 진행 시 ACI CD 동등 수준 (Δ+0.04 nm)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5805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CMBSRP/VMA POR 대비 동등수준 / CMA 소폭 열화 / VCHN 2.1%p 열화, MinA 1.5%p 열화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58135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가능 — 추가 1 lot 모니터링 후 전환 (M2 DC 기준)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6381598" y="2695651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L/S 영역 defect review SEM</a:t>
            </a:r>
            <a:endParaRPr lang="en-US" sz="825" dirty="0"/>
          </a:p>
        </p:txBody>
      </p:sp>
      <p:sp>
        <p:nvSpPr>
          <p:cNvPr id="12" name="Text 9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3429000"/>
            <a:ext cx="10652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190902"/>
        </p:xfrm>
        <a:graphic>
          <a:graphicData uri="http://schemas.openxmlformats.org/drawingml/2006/table">
            <a:tbl>
              <a:tblPr/>
              <a:tblGrid>
                <a:gridCol w="1024128"/>
                <a:gridCol w="1038758"/>
                <a:gridCol w="809244"/>
                <a:gridCol w="1114654"/>
                <a:gridCol w="1137514"/>
              </a:tblGrid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20.76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20.81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20.80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20.79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20.79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e5d7c3aea6e36bf0beb2f3391b232f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10305"/>
            <a:ext cx="2980944" cy="266730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CMP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2220163"/>
        </p:xfrm>
        <a:graphic>
          <a:graphicData uri="http://schemas.openxmlformats.org/drawingml/2006/table">
            <a:tbl>
              <a:tblPr/>
              <a:tblGrid>
                <a:gridCol w="1543507"/>
                <a:gridCol w="1463954"/>
                <a:gridCol w="5161788"/>
                <a:gridCol w="2649931"/>
              </a:tblGrid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 slurry / OP 100%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 130%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Low-BTA slurry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down-force 2.5 psi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6515100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3810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381030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4202582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4461358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이전·이후 공정은 전 WF POR 동일 진행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048402" y="4721047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ACI 측정: CD-SEM 49 pt / WF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Line Rs cumulative distribution</a:t>
            </a:r>
            <a:endParaRPr lang="en-US" sz="2325" dirty="0"/>
          </a:p>
        </p:txBody>
      </p:sp>
      <p:pic>
        <p:nvPicPr>
          <p:cNvPr id="3" name="Image 0" descr="gen-dedup-3f4079c5b4d711d8dd951d308abc5176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60115ec475924c62f8f9980a545759a8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narrow median: POR 42.1 → B 43.5 (+3.3%)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wide line 은 narrow 대비 변화폭 작음 (+2.2% 수준)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Via Rc cumulative distribution</a:t>
            </a:r>
            <a:endParaRPr lang="en-US" sz="2325" dirty="0"/>
          </a:p>
        </p:txBody>
      </p:sp>
      <p:pic>
        <p:nvPicPr>
          <p:cNvPr id="3" name="Image 0" descr="gen-dedup-5b43aada597c86674727945123a97a46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14.10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14.05 (-0.3%, 동등)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191195" y="194675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14.09 (-0.0%, 동등)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191195" y="220644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median 13.89 (-1.5%, 동등)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325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1838858"/>
        </p:xfrm>
        <a:graphic>
          <a:graphicData uri="http://schemas.openxmlformats.org/drawingml/2006/table">
            <a:tbl>
              <a:tblPr/>
              <a:tblGrid>
                <a:gridCol w="2571293"/>
                <a:gridCol w="2226564"/>
                <a:gridCol w="1666951"/>
                <a:gridCol w="1535278"/>
                <a:gridCol w="1402690"/>
                <a:gridCol w="1418234"/>
              </a:tblGrid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3723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spec(93%)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36310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MinA/VMA/CMA POR 대비 동등수준 / CMBSRP 1.8%p 개선 / VCHN 소폭 열화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8898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CMBSRP/VMA POR 대비 동등수준 / CMA 소폭 열화 / VCHN 2.1%p 열화, MinA 1.5%p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14954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VCHN/MinA/VMA POR 대비 동등수준 / CMBSRP 1.7%p 개선 / CMA 1.7%p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40832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VCHN: POR 97.3% → B 95.2%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die yield distribution by wafer</a:t>
            </a:r>
            <a:endParaRPr lang="en-US" sz="2325" dirty="0"/>
          </a:p>
        </p:txBody>
      </p:sp>
      <p:pic>
        <p:nvPicPr>
          <p:cNvPr id="3" name="Image 0" descr="gen-dedup-94cc4e4478a2fbab0823aa30672fd2e3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96.7%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96.3%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95.6%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median 97.0%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477402" y="2560320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미미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2026-10-04T13:23:59Z</dcterms:created>
  <dcterms:modified xsi:type="dcterms:W3CDTF">2026-10-04T13:23:59Z</dcterms:modified>
</cp:coreProperties>
</file>