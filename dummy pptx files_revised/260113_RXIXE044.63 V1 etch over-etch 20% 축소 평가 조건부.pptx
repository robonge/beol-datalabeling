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b82b2e40e3ac2ee9db895cb104caf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1600200" cy="1438351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95" y="3390595"/>
            <a:ext cx="3076956" cy="143835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RXIXE044.63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36969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etch over-etch 20% 축소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B(OE 80%) 진행 시 ACI CD 0.3 nm 하향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A(OE80+LB) ACI CD Δ-0.10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+10.7%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 1.8%p 열화, VMA 4.6%p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미개구 / 잔류 polymer 에 의한 Rc 상승 및 VMA open 성 fail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하고 VCHN 동등 수준 3타점 확인 뒤 호환 가능 판단됨 (V1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67351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Cu DD via/trench X-SEM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057900" y="3295498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2971800"/>
        </p:xfrm>
        <a:graphic>
          <a:graphicData uri="http://schemas.openxmlformats.org/drawingml/2006/table">
            <a:tbl>
              <a:tblPr/>
              <a:tblGrid>
                <a:gridCol w="1145743"/>
                <a:gridCol w="1153058"/>
                <a:gridCol w="902513"/>
                <a:gridCol w="1234440"/>
                <a:gridCol w="1260043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20.96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cumulative distribution</a:t>
            </a:r>
            <a:endParaRPr lang="en-US" sz="2325" dirty="0"/>
          </a:p>
        </p:txBody>
      </p:sp>
      <p:pic>
        <p:nvPicPr>
          <p:cNvPr id="3" name="Image 0" descr="gen-dedup-5e25be211a338682652b2ea3cbed4e09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36.68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36.67 (-0.0%,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36.69 (+0.0%, 동등)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2026-10-04T13:18:54Z</dcterms:created>
  <dcterms:modified xsi:type="dcterms:W3CDTF">2026-10-04T13:18:54Z</dcterms:modified>
</cp:coreProperties>
</file>