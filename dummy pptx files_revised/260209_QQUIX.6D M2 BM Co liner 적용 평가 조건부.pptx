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fd4229567a6020de77c6fdd85764e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1819656" cy="1628546"/>
          </a:xfrm>
          <a:prstGeom prst="rect">
            <a:avLst/>
          </a:prstGeom>
        </p:spPr>
      </p:pic>
      <p:pic>
        <p:nvPicPr>
          <p:cNvPr id="3" name="Image 1" descr="gen-dedup-09b5de32318dd47d40652fe27cc7fec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149" y="1067105"/>
            <a:ext cx="3219602" cy="162854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QQUIX.6D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304952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BM Co liner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TaN 1.4 nm 진행 시 AASI CD 동등 수준 (Δ+0.02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8525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-5.2% 감소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-5.4% 감소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3381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CMBSRP/VCHN/CMA POR 대비 동등수준 / MinA 소폭 열화 / VMA 2.3%p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박막화에 의한 via bottom Cu 확산 / 계면 void 추정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450℃ anneal 후 Cu 확산 경로 일부 확인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targeting 후 ET 재확인 뒤 호환 가능 판단됨 (M2 DC 기준)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381598" y="2734056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Cu/liner/barrier TEM-EDS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629400" y="34290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553005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a8f5687a017017e96b7e66295421f8db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CMBSRP/VCHN/CMA POR 대비 동등수준 / MinA 소폭 열화 / VMA 2.3%p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96.6% → A 94.3%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2026-10-04T13:19:04Z</dcterms:created>
  <dcterms:modified xsi:type="dcterms:W3CDTF">2026-10-04T13:19:04Z</dcterms:modified>
</cp:coreProperties>
</file>