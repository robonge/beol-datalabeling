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84a981b5f838b9b0980b9ff5fab697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1505102" cy="2000707"/>
          </a:xfrm>
          <a:prstGeom prst="rect">
            <a:avLst/>
          </a:prstGeom>
        </p:spPr>
      </p:pic>
      <p:pic>
        <p:nvPicPr>
          <p:cNvPr id="3" name="Image 1" descr="gen-dedup-178d3dc2978ce26facf2995c1c2d659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798" y="1067105"/>
            <a:ext cx="2667305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QQAIS.66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163056" y="1067105"/>
            <a:ext cx="410199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plasma cutoff 8 s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552651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C(segmented etch-clean ×4) 진행 시 ACI CD 동등 수준 (Δ-0.08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2038198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 2.6%p 개선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281428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(M1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105302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 / Ru HAR line TEM</a:t>
            </a:r>
            <a:endParaRPr lang="en-US" sz="825" dirty="0"/>
          </a:p>
        </p:txBody>
      </p:sp>
      <p:pic>
        <p:nvPicPr>
          <p:cNvPr id="13" name="Image 2" descr="gen-dedup-e9d641502cfd8c03a43f423104f53745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85800" y="3666744"/>
            <a:ext cx="2133295" cy="3047695"/>
          </a:xfrm>
          <a:prstGeom prst="rect">
            <a:avLst/>
          </a:prstGeom>
        </p:spPr>
      </p:pic>
      <p:pic>
        <p:nvPicPr>
          <p:cNvPr id="14" name="Image 3" descr="gen-dedup-93143cf7d211a5fca570bc7a5a67acb3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2933395" y="3666744"/>
            <a:ext cx="2133295" cy="30476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33695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5581498" y="36191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3981298"/>
          <a:ext cx="6172200" cy="2190902"/>
        </p:xfrm>
        <a:graphic>
          <a:graphicData uri="http://schemas.openxmlformats.org/drawingml/2006/table">
            <a:tbl>
              <a:tblPr/>
              <a:tblGrid>
                <a:gridCol w="1233343"/>
                <a:gridCol w="1251628"/>
                <a:gridCol w="974606"/>
                <a:gridCol w="1342140"/>
                <a:gridCol w="1370483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423721"/>
                <a:gridCol w="1350569"/>
                <a:gridCol w="5600700"/>
                <a:gridCol w="2445106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single-step DME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cutoff 12 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etch-clean ×3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etch-clean ×4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025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613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10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9798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838858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631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VCHN/VMA POR 대비 동등수준 / CMBSRP 2.6%p 개선, CMA 1.5%p 개선 / MinA 소폭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89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VCHN/MinA/CMA POR 대비 동등수준 / CMBSRP 2.6%p 개선 / VMA 소폭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495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VCHN/MinA/VMA POR 대비 동등수준 / CMBSRP 2.6%p 개선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4083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97.3% → B 96.4%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880ce24e294c7eb243bacd781b051143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 소폭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VMA 소폭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전 item POR 동등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2026-10-04T13:25:46Z</dcterms:created>
  <dcterms:modified xsi:type="dcterms:W3CDTF">2026-10-04T13:25:46Z</dcterms:modified>
</cp:coreProperties>
</file>