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3144" y="1067105"/>
            <a:ext cx="2343607" cy="209580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KVKB QQSSP013.6F ET results</a:t>
            </a:r>
            <a:endParaRPr lang="en-US" sz="2325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716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933602" y="1028700"/>
            <a:ext cx="11795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0802"/>
          <a:ext cx="6096305" cy="2915107"/>
        </p:xfrm>
        <a:graphic>
          <a:graphicData uri="http://schemas.openxmlformats.org/drawingml/2006/table">
            <a:tbl>
              <a:tblPr/>
              <a:tblGrid>
                <a:gridCol w="1217981"/>
                <a:gridCol w="1236269"/>
                <a:gridCol w="962863"/>
                <a:gridCol w="1325880"/>
                <a:gridCol w="1353312"/>
              </a:tblGrid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18.73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18.91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18.81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18.76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18.81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18.76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18.80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239305" y="3200400"/>
            <a:ext cx="42675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</a:t>
            </a:r>
            <a:endParaRPr lang="en-US" sz="825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46670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942746" y="4667098"/>
            <a:ext cx="43214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V2 etch endpoint 이후 OE 시간 단축 평가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49103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942746" y="49103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51526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OE 20% + 저에너지 진행 시 ATOI CD 동등 수준 (Δ-0.04 nm)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53958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+4.5% 상승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5639105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CMBSRP/VCHN/MinA POR 대비 동등수준 / VMA 2.3%p 열화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588142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OE 축소로 trench bottom corner micro-trench 감소, 단 via bottom 미개구 site 발생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6124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3타점 확인 뒤 호환 가능 판단됨 (V2 DC 기준)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ATOI CD wafer map</a:t>
            </a:r>
            <a:endParaRPr lang="en-US" sz="2325" dirty="0"/>
          </a:p>
        </p:txBody>
      </p:sp>
      <p:pic>
        <p:nvPicPr>
          <p:cNvPr id="3" name="Image 0" descr="gen-dedup-dfb95d67c872468b4f3ccdddaebe8cac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685800" y="1181405"/>
            <a:ext cx="5333695" cy="4476902"/>
          </a:xfrm>
          <a:prstGeom prst="rect">
            <a:avLst/>
          </a:prstGeom>
        </p:spPr>
      </p:pic>
      <p:pic>
        <p:nvPicPr>
          <p:cNvPr id="4" name="Image 1" descr="gen-dedup-e656422810d6913e804a7485e2cd81fe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72200" y="1181405"/>
            <a:ext cx="5333695" cy="44769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8869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ATOI CD POR 대비 Δ-0.04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Line Rs cumulative distribution</a:t>
            </a:r>
            <a:endParaRPr lang="en-US" sz="2325" dirty="0"/>
          </a:p>
        </p:txBody>
      </p:sp>
      <p:pic>
        <p:nvPicPr>
          <p:cNvPr id="3" name="Image 0" descr="gen-dedup-5e8dcef369a493ce9fa253471b18ce6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936a9a17fd9f879b38d0ed505ae1fd69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narrow median: POR 35.5 → A 35.6 (+0.5%)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wide line 은 narrow 대비 변화폭 큼 (+0.6% 수준)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496312"/>
        </p:xfrm>
        <a:graphic>
          <a:graphicData uri="http://schemas.openxmlformats.org/drawingml/2006/table">
            <a:tbl>
              <a:tblPr/>
              <a:tblGrid>
                <a:gridCol w="1322752"/>
                <a:gridCol w="1145410"/>
                <a:gridCol w="857458"/>
                <a:gridCol w="789812"/>
                <a:gridCol w="721252"/>
                <a:gridCol w="729479"/>
                <a:gridCol w="720338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b445c54fc207a496acc9dffde1d13ce3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CMBSRP/VCHN/MinA POR 대비 동등수준 / VMA 2.3%p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VMA: POR 97.6% → A 95.2%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2026-10-04T15:00:02Z</dcterms:created>
  <dcterms:modified xsi:type="dcterms:W3CDTF">2026-10-04T15:00:02Z</dcterms:modified>
</cp:coreProperties>
</file>