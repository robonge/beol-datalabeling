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fd4229567a6020de77c6fdd85764e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1723644" cy="1543507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051" y="1067105"/>
            <a:ext cx="3314700" cy="15435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KVKA RQRWM.6D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4869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etch MHM PVD 신규 chamber 호환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MHM 22 nm + passivation 강화 진행 시 ATOI CD 동등 수준 (Δ+0.10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CMBSRP/VMA POR 대비 동등수준 / VCHN/MinA 소폭 열화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MHM 고갈 영역 shoulder erosion 에 의한 top CD 확장으로 short 열화 추정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(M2 DC 기준)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381598" y="26481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 / Cu DD via/trench X-SEM</a:t>
            </a:r>
            <a:endParaRPr lang="en-US" sz="825" dirty="0"/>
          </a:p>
        </p:txBody>
      </p:sp>
      <p:sp>
        <p:nvSpPr>
          <p:cNvPr id="14" name="Text 10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3429000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76702"/>
        </p:xfrm>
        <a:graphic>
          <a:graphicData uri="http://schemas.openxmlformats.org/drawingml/2006/table">
            <a:tbl>
              <a:tblPr/>
              <a:tblGrid>
                <a:gridCol w="1030529"/>
                <a:gridCol w="1036930"/>
                <a:gridCol w="811987"/>
                <a:gridCol w="1110996"/>
                <a:gridCol w="1133856"/>
              </a:tblGrid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24.86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24.97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343254"/>
        </p:xfrm>
        <a:graphic>
          <a:graphicData uri="http://schemas.openxmlformats.org/drawingml/2006/table">
            <a:tbl>
              <a:tblPr/>
              <a:tblGrid>
                <a:gridCol w="856793"/>
                <a:gridCol w="4646981"/>
                <a:gridCol w="3845966"/>
                <a:gridCol w="1470355"/>
              </a:tblGrid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MHM 30 nm / POR etch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W01, W03, W08, W11, W12, W14, 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MHM 22 nm + passivation 강화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293339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293339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3265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이전·이후 공정은 전 WF POR 동일 진행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853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ATOI CD wafer map</a:t>
            </a:r>
            <a:endParaRPr lang="en-US" sz="2325" dirty="0"/>
          </a:p>
        </p:txBody>
      </p:sp>
      <p:pic>
        <p:nvPicPr>
          <p:cNvPr id="3" name="Image 0" descr="gen-dedup-1f05ab78e19ded72e131bca1c7ac41cf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64e04b8efcf7fbfb77a4373d7899b4b4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Δ+0.10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2325" dirty="0"/>
          </a:p>
        </p:txBody>
      </p:sp>
      <p:pic>
        <p:nvPicPr>
          <p:cNvPr id="3" name="Image 0" descr="gen-dedup-b2aaa7cbdd049aecab09be3e2f0f3e30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64.51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63.99 (-0.8%, 동등)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3200400"/>
        </p:xfrm>
        <a:graphic>
          <a:graphicData uri="http://schemas.openxmlformats.org/drawingml/2006/table">
            <a:tbl>
              <a:tblPr/>
              <a:tblGrid>
                <a:gridCol w="1719072"/>
                <a:gridCol w="1488643"/>
                <a:gridCol w="1114654"/>
                <a:gridCol w="1025957"/>
                <a:gridCol w="938174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5fba86814001e30ca9e3fd2d244595c4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CMBSRP/VMA POR 대비 동등수준 / VCHN/MinA 소폭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MinA: POR 99.1% → A 98.1%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 die yield distribution by wafer</a:t>
            </a:r>
            <a:endParaRPr lang="en-US" sz="2325" dirty="0"/>
          </a:p>
        </p:txBody>
      </p:sp>
      <p:pic>
        <p:nvPicPr>
          <p:cNvPr id="3" name="Image 0" descr="gen-dedup-587903b4592103017db3c950196f1ce9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98.6%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98.0%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2026-10-04T13:16:47Z</dcterms:created>
  <dcterms:modified xsi:type="dcterms:W3CDTF">2026-10-04T13:16:47Z</dcterms:modified>
</cp:coreProperties>
</file>