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0102" y="1067105"/>
            <a:ext cx="4276649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QDJDP.6C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123798"/>
            <a:ext cx="44869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etch MHM PVD 신규 chamber 호환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B(MHM 22 nm + OE 85%) 진행 시 AMI CD 0.6 nm 상향. pMTS 기준 BCD 0.9nm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A(MHM22+pass) AMI CD Δ+0.20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-2.5% 감소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CMA POR 대비 동등수준 / VMA 1.6%p 개선 / MinA 소폭 열화 / CMBSRP 5.0%p 열화, VCHN 2.6%p 열화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06689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MHM 고갈 영역 shoulder erosion 에 의한 top CD 확장으로 short 열화 추정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524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FTIR 기준 Low-k Si-OH 증가 (carbon depletion) 확인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9567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A(MHM22+pass) 는 CMA POR 대비 동등수준 / VMA 1.6%p 개선 / VCHN/MinA 소폭 열화 / CMBSRP 2.4%p 열화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2812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하고 VCHN 동등 수준 3타점 확인 뒤 호환 가능 판단됨 (M2 DC 기준)</a:t>
            </a:r>
            <a:endParaRPr lang="en-US" sz="1275" dirty="0"/>
          </a:p>
        </p:txBody>
      </p:sp>
      <p:sp>
        <p:nvSpPr>
          <p:cNvPr id="16" name="Text 13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34290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041502"/>
                <a:gridCol w="3317443"/>
                <a:gridCol w="4674413"/>
                <a:gridCol w="1787652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MHM 30 nm / POR etch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W04, W20,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passivation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W09,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OE 85%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8213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 wafer map</a:t>
            </a:r>
            <a:endParaRPr lang="en-US" sz="2325" dirty="0"/>
          </a:p>
        </p:txBody>
      </p:sp>
      <p:pic>
        <p:nvPicPr>
          <p:cNvPr id="3" name="Image 0" descr="gen-dedup-3b1efeee1502684ec35a26b671b51c3a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6d97cc147ec849d51d1b7c408610f8b7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8c0745e731ea400dbf23e9f358847bc9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Δ+0.20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Δ+0.55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506c7fc3117c2867cfcbc46c6fe92fcb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69.31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69.11 (-0.3%,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67.61 (-2.5%)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e581b30dd8e34c4c122e1ffac90eda36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10.29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10.32 (+0.2%,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10.29 (-0.1%,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200400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debf26535fc1d4c7561152f6e27c6479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CMA POR 대비 동등수준 / VMA 1.6%p 개선 / VCHN/MinA 소폭 열화 / CMBSRP 2.4%p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CMA POR 대비 동등수준 / VMA 1.6%p 개선 / MinA 소폭 열화 / CMBSRP 5.0%p 열화, VCHN 2.6%p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96.4% → B 91.4%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2026-10-04T13:17:05Z</dcterms:created>
  <dcterms:modified xsi:type="dcterms:W3CDTF">2026-10-04T13:17:05Z</dcterms:modified>
</cp:coreProperties>
</file>