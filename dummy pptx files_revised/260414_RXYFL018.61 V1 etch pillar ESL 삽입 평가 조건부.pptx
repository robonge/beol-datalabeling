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3e126f950d1b65dbd82a04d69a4c8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3019349" cy="1380744"/>
          </a:xfrm>
          <a:prstGeom prst="rect">
            <a:avLst/>
          </a:prstGeom>
        </p:spPr>
      </p:pic>
      <p:pic>
        <p:nvPicPr>
          <p:cNvPr id="3" name="Image 1" descr="gen-dedup-423f99c841b0a3c2e1f0de8ebfb8144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1067105"/>
            <a:ext cx="1848002" cy="13807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KVIP RXYFL018.61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133795" y="1067105"/>
            <a:ext cx="26865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etch pillar ESL 삽입 평가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25638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133795" y="125638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445666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C(HP-FSAV) 진행 시 ACI CD 0.2 nm 하향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634947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A(PE-FSAV) ACI CD Δ-0.10 nm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1824228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B(ALE) ACI CD Δ-0.21 nm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013509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+8.7% 상승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202790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 3.3%p 열화, VMA 1.9%p 열화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905195" y="2581351"/>
            <a:ext cx="5600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높이 편차로 via 접촉 면적 감소, Rc 상승 추정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05195" y="2770632"/>
            <a:ext cx="5600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하고 VCHN 동등 수준 3타점 확인 뒤 호환 가능 판단됨 (V1 DC 기준)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486254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FSAV TEM (Mx / Mx+1) / Ru HAR line TEM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33602" y="3619195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686507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/ Via Rc cumulative distribution</a:t>
            </a:r>
            <a:endParaRPr lang="en-US" sz="2325" dirty="0"/>
          </a:p>
        </p:txBody>
      </p:sp>
      <p:pic>
        <p:nvPicPr>
          <p:cNvPr id="3" name="Image 0" descr="gen-dedup-ae8d938456531f38b7f27ff709037ece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adea9b17b9e21470f70d9528c597feca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+0.2% / Via Rc +2.5%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+0.1% / Via Rc +4.6%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+1.1% / Via Rc +8.7%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V1 yield by wafer (%)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563063"/>
        </p:xfrm>
        <a:graphic>
          <a:graphicData uri="http://schemas.openxmlformats.org/drawingml/2006/table">
            <a:tbl>
              <a:tblPr/>
              <a:tblGrid>
                <a:gridCol w="2276856"/>
                <a:gridCol w="1971446"/>
                <a:gridCol w="1476756"/>
                <a:gridCol w="1358798"/>
                <a:gridCol w="1241755"/>
                <a:gridCol w="1255471"/>
                <a:gridCol w="1239012"/>
              </a:tblGrid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134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392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CMBSRP/MinA/HOL POR 대비 동등수준 / VMA/CMA 소폭 열화 / VCHN 2.5%p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52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CMBSRP/MinA/HOL POR 대비 동등수준 / VMA/CMA 소폭 열화 / VCHN 2.2%p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911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CMBSRP/MinA/CMA POR 대비 동등수준 / VCHN 3.3%p 열화, VMA 1.9%p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17001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97.7% → C 94.3%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04ab77f753a190ef1343ec3a696af450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VCHN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VCHN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VCHN, VMA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2026-10-04T13:15:54Z</dcterms:created>
  <dcterms:modified xsi:type="dcterms:W3CDTF">2026-10-04T13:15:54Z</dcterms:modified>
</cp:coreProperties>
</file>