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5298d51a60f049e42e7d74ad8c613d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1057046" cy="1047902"/>
          </a:xfrm>
          <a:prstGeom prst="rect">
            <a:avLst/>
          </a:prstGeom>
        </p:spPr>
      </p:pic>
      <p:pic>
        <p:nvPicPr>
          <p:cNvPr id="3" name="Image 1" descr="gen-dedup-345903f5781fc85ecf16543ef486221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454" y="1067105"/>
            <a:ext cx="3981298" cy="104790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KVED QDNWU082.62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359816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BM ALD Ru seed 박막화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49737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Ru seed 1 nm 진행 시 ATOI CD 동등 수준 (Δ+0.06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85257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-11.7% 감소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-8.9% 감소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5813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— 추가 1 lot 모니터링 후 전환 (V1 DC 기준)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381598" y="2152498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Ru/dielectric 계면 TEM-EDS / Ru fill TEM</a:t>
            </a:r>
            <a:endParaRPr lang="en-US" sz="825" dirty="0"/>
          </a:p>
        </p:txBody>
      </p:sp>
      <p:sp>
        <p:nvSpPr>
          <p:cNvPr id="15" name="Text 11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3429000"/>
            <a:ext cx="11795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48356"/>
        </p:xfrm>
        <a:graphic>
          <a:graphicData uri="http://schemas.openxmlformats.org/drawingml/2006/table">
            <a:tbl>
              <a:tblPr/>
              <a:tblGrid>
                <a:gridCol w="1030529"/>
                <a:gridCol w="1036930"/>
                <a:gridCol w="811987"/>
                <a:gridCol w="1110996"/>
                <a:gridCol w="1133856"/>
              </a:tblGrid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ATOI CD wafer map</a:t>
            </a:r>
            <a:endParaRPr lang="en-US" sz="2325" dirty="0"/>
          </a:p>
        </p:txBody>
      </p:sp>
      <p:pic>
        <p:nvPicPr>
          <p:cNvPr id="3" name="Image 0" descr="gen-dedup-b4c8ed2d93d204e287ecafe04a77956f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45793ddfbd2e6945aeb7dd43a75b7868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Δ+0.06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848356"/>
        </p:xfrm>
        <a:graphic>
          <a:graphicData uri="http://schemas.openxmlformats.org/drawingml/2006/table">
            <a:tbl>
              <a:tblPr/>
              <a:tblGrid>
                <a:gridCol w="1494130"/>
                <a:gridCol w="1293876"/>
                <a:gridCol w="968350"/>
                <a:gridCol w="891540"/>
                <a:gridCol w="814730"/>
                <a:gridCol w="823874"/>
              </a:tblGrid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83eb0941c67e24fae1ba6a8f0cc98411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CMBSRP/VCHN/MinA POR 대비 동등수준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CMBSRP: POR 97.0% → A 96.7%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die yield distribution by wafer</a:t>
            </a:r>
            <a:endParaRPr lang="en-US" sz="2325" dirty="0"/>
          </a:p>
        </p:txBody>
      </p:sp>
      <p:pic>
        <p:nvPicPr>
          <p:cNvPr id="3" name="Image 0" descr="gen-dedup-e626ef22637a5545aabd82a5ce8ec1fc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96.6%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97.0%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2026-10-04T13:22:31Z</dcterms:created>
  <dcterms:modified xsi:type="dcterms:W3CDTF">2026-10-04T13:22:31Z</dcterms:modified>
</cp:coreProperties>
</file>