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66" d="100"/>
          <a:sy n="66" d="100"/>
        </p:scale>
        <p:origin x="2184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A5BD6-8C74-F204-0492-3586A0674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8B21D7-B0BE-D5A9-2B7D-19A8FE837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374C4E-B5F6-0EB3-21E5-5A1A5BAC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D7D7BA-5769-CD52-D233-71F15DCA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0042C6-D9F9-5CD6-0554-B42F03B9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903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C8A48-1D97-91D7-CCE4-8D4EB207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3FB3FA-C3D2-35B2-3B96-82620859A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D014E4-57F4-B1D3-F04D-FE6A579C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0D5FAF-71FD-A3E1-3CC6-D3ABB08A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8315A-25DE-CD3E-206B-192A833C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86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0D2FE-A9C9-EA5B-3935-02EEBFF0D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E0148C-5707-1980-5191-3E15F7363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239B7F-3954-B668-7115-B0B34CBD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51E99A-7969-45E8-A3A9-AEC558AD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00364A-53DC-EA0F-41CC-4886964B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85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BFF9F-252A-6DE7-30A2-BB211866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D6A35-8CEE-520D-FABB-C7E58E30A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52D7F9-BDD4-9404-B524-22BAEC33E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1C930F-D28C-008A-EA8C-18CCCC51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28D966-9911-F1BA-5445-9CCB6FDE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D9B417-DD5C-58B4-12F5-95FA58FF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04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42A77-7CAB-53F3-09E9-726082B0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57FCB-B715-D2C6-0D38-D337F1312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A9F4DD-F842-929C-8916-507D12578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6BD95C-07AF-98D7-73EF-3820E01F2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FD49FC-1007-A309-1235-D0562BABA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90B9C8-66A5-7043-BC5D-67A2E48A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20BD86-0139-890D-062A-11BAB573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FB6D03-CDFD-4A1F-2370-674F3513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01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EBE88-F34E-96F2-8AB7-DD84292D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6EA0B7-062A-93B0-2599-34AFA0E3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151EC7-FF36-F0D6-BB7E-9D0B3E67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558E33-ADBA-9B6D-FA9B-08F5CA50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93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F869CE-2364-27F2-5D5E-708D99D2A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8515C2-680F-EEF0-568B-07BBA0A8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EE7C13-73E5-A364-A23A-139E21FA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20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49D71-75C1-6892-DED6-18F4D957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B5586-7BAC-5751-7B98-0FDB943C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F94EE5-0854-D35A-8512-CF0FEA298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AF6186-EE68-4829-9966-A296DDF5F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3828D3-2137-F060-C96B-13CAC3603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9AC097-BCB0-7A58-8E03-86C402B42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629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50FA2-1A5A-6219-D27A-9DECB1ED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11C3EB-0755-EEFE-C1C8-2F99597A715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77BEE8-37FE-CF5F-DB5A-FE3C8821D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67CC43-9EF4-704F-C2D9-3E611E9F5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BFF2E2-7376-CBEC-56C2-63BD2BF7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412B74-81C6-C2DA-7D93-A7777DA2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523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F037A2-6599-2A3C-A00F-491E34DE6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272D3F-4A8C-CF2C-096B-21EC90F27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E81718-F0B6-20AE-6F76-ECF7CD9B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E571D3-055A-5A06-E60A-A8C889E4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7A2F80-554E-7182-A9CF-333569BE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274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CB419F4-04DF-D749-F868-7C16BF86C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F1D0F8-D359-A718-B3DC-2378E5E0E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9B3467-031B-25A6-788D-A64C163E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AD682A-3FDA-A66D-1B3A-C2478315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38516A-D6A8-9D39-8B3B-409F9FA2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33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773423-41C0-26AC-67BC-CEB8F118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424100-E740-CD8C-5E15-72F704668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91B33-4A98-51C9-0C2A-396FD4F14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2E190-1466-4B1E-9AD3-39445B3F21F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674E3A-C323-B8F6-1C31-7EE274B40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7AFF4F-8661-822D-C4CE-370A02083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32A68-FB0B-4F06-9F49-BC97A8DF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65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AFBD3-D221-ECDC-53D4-78D95105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SF1.4 KVFI RDM7YB.62 ET results</a:t>
            </a:r>
            <a:endParaRPr lang="ko-KR" alt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Image 3" descr="gen-dedup-390f5b072457e5f5f6282a76625f491d.jpg">
            <a:extLst>
              <a:ext uri="{FF2B5EF4-FFF2-40B4-BE49-F238E27FC236}">
                <a16:creationId xmlns:a16="http://schemas.microsoft.com/office/drawing/2014/main" id="{1FF2AB1E-0D04-5628-EAE0-66F854664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527" y="1428643"/>
            <a:ext cx="4622800" cy="1575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0A0878-9BCF-F16A-0753-7B2CB4CC3889}"/>
              </a:ext>
            </a:extLst>
          </p:cNvPr>
          <p:cNvSpPr txBox="1"/>
          <p:nvPr/>
        </p:nvSpPr>
        <p:spPr>
          <a:xfrm>
            <a:off x="660400" y="1577954"/>
            <a:ext cx="598732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평가목적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; I1 etch Akara PM6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호환 평가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평가결과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;</a:t>
            </a:r>
          </a:p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	POR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대비 </a:t>
            </a:r>
            <a:r>
              <a:rPr lang="en-US" altLang="ko-KR" sz="11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akara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PM6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진행 시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AMI CD 0.5 nm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상향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11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pMTS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기준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BCD 0.8nm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열화 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ET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결과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CMBSRP HOL POR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대비 동등수준 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	VA VCHN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short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소폭 열화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	AMI CD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상향으로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short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열화로 추정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	CD targeting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하고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VCHN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동등 수준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타점 확인 뒤 호환 가능 판단됨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(M1 DC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489D86DB-5D8C-C5BE-E563-47C3B8680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067500"/>
              </p:ext>
            </p:extLst>
          </p:nvPr>
        </p:nvGraphicFramePr>
        <p:xfrm>
          <a:off x="6580111" y="3772449"/>
          <a:ext cx="5466618" cy="2653588"/>
        </p:xfrm>
        <a:graphic>
          <a:graphicData uri="http://schemas.openxmlformats.org/drawingml/2006/table">
            <a:tbl>
              <a:tblPr/>
              <a:tblGrid>
                <a:gridCol w="9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WAFER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3σ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RANGE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Δ vs TARGET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W01(POR)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24.55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3.75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24.32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3.30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24.40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3.50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24.85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1.85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5.40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+0.55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24.92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1.95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5.80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+0.62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24.79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1.75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5.10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75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+0.49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POOLED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24.64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1.51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5.80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+0.34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7BE03F4-0266-6D2F-D143-E5DF06149EEB}"/>
              </a:ext>
            </a:extLst>
          </p:cNvPr>
          <p:cNvSpPr txBox="1"/>
          <p:nvPr/>
        </p:nvSpPr>
        <p:spPr>
          <a:xfrm>
            <a:off x="6438900" y="3429000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L1 ILS CD</a:t>
            </a:r>
          </a:p>
        </p:txBody>
      </p:sp>
      <p:pic>
        <p:nvPicPr>
          <p:cNvPr id="35" name="그림 34" descr="The image illustrates two contrasting microscopy images, one with a high numerical aperture (NA) and another with a smaller NA, highlighting the differences in resolution and detail.&#10;&#10;AI 생성 콘텐츠는 정확하지 않을 수 있습니다.">
            <a:extLst>
              <a:ext uri="{FF2B5EF4-FFF2-40B4-BE49-F238E27FC236}">
                <a16:creationId xmlns:a16="http://schemas.microsoft.com/office/drawing/2014/main" id="{9719C414-86F9-D82C-6AC9-168F35FA6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95" y="3429000"/>
            <a:ext cx="5845409" cy="267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0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140</Words>
  <Application>Microsoft Office PowerPoint</Application>
  <PresentationFormat>와이드스크린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Noto Sans KR</vt:lpstr>
      <vt:lpstr>맑은 고딕</vt:lpstr>
      <vt:lpstr>Arial</vt:lpstr>
      <vt:lpstr>IBM Plex Mono</vt:lpstr>
      <vt:lpstr>Wingdings</vt:lpstr>
      <vt:lpstr>Office 테마</vt:lpstr>
      <vt:lpstr>SF1.4 KVFI RDM7YB.62 ET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Robong _e</dc:creator>
  <cp:lastModifiedBy>Robong _e</cp:lastModifiedBy>
  <cp:revision>1</cp:revision>
  <dcterms:created xsi:type="dcterms:W3CDTF">2026-10-04T12:17:34Z</dcterms:created>
  <dcterms:modified xsi:type="dcterms:W3CDTF">2026-10-04T12:26:12Z</dcterms:modified>
</cp:coreProperties>
</file>