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0acda5c2fbec0dc5c0e5828be1052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857500" cy="31144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KVIP RQDYK.61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2199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post-CMP defect review SEM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37719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4028846" y="1067105"/>
            <a:ext cx="44961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CMP P2 clearing polish time 단축 평가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40288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3771900" y="1552651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A(OP 15%) 진행 시 AMI CD 동등 수준 (Δ-0.01 nm)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3771900" y="1795882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B(OP0) AMI CD Δ-0.03 nm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038198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MinA/CMA/HOL POR 대비 동등수준 / CMBSRP 6.2%p 저하, VCHN 7.5%p 열화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3771900" y="2281428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ECP mound 상부 Cu 잔류 site 에서 short 발생 판단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3771900" y="2523744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 구조 leakage POR 대비 2 order 증가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3771900" y="2766974"/>
            <a:ext cx="796442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B(OP0) 는 MinA/CMA/HOL POR 대비 유사 수준 / CMBSRP 소폭 열화 / VCHN 7.6%p 열화</a:t>
            </a:r>
            <a:endParaRPr lang="en-US" sz="1275" dirty="0"/>
          </a:p>
        </p:txBody>
      </p:sp>
      <p:sp>
        <p:nvSpPr>
          <p:cNvPr id="15" name="Text 12"/>
          <p:cNvSpPr txBox="1"/>
          <p:nvPr/>
        </p:nvSpPr>
        <p:spPr>
          <a:xfrm>
            <a:off x="3771900" y="3010205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동등, 양산 적용 진행 (M2 DC 기준)</a:t>
            </a:r>
            <a:endParaRPr lang="en-US" sz="1275" dirty="0"/>
          </a:p>
        </p:txBody>
      </p:sp>
      <p:sp>
        <p:nvSpPr>
          <p:cNvPr id="16" name="Text 13"/>
          <p:cNvSpPr txBox="1"/>
          <p:nvPr/>
        </p:nvSpPr>
        <p:spPr>
          <a:xfrm>
            <a:off x="3771900" y="41385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019702" y="4095598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71900" y="4457700"/>
          <a:ext cx="7734910" cy="2210105"/>
        </p:xfrm>
        <a:graphic>
          <a:graphicData uri="http://schemas.openxmlformats.org/drawingml/2006/table">
            <a:tbl>
              <a:tblPr/>
              <a:tblGrid>
                <a:gridCol w="1580083"/>
                <a:gridCol w="1558138"/>
                <a:gridCol w="1237183"/>
                <a:gridCol w="1663294"/>
                <a:gridCol w="1696212"/>
              </a:tblGrid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21.90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21.91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21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21.88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7c51ecaab733401e0a31599ea55f2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4000500" cy="12856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CMP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390802"/>
                <a:gridCol w="4432097"/>
                <a:gridCol w="2608783"/>
                <a:gridCol w="2387498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 OP 30%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W11, W16,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 15%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W12, 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 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695444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7c51ecaab733401e0a31599ea55f2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1181405"/>
            <a:ext cx="3886200" cy="12481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post-CMP defect count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667805" cy="3286354"/>
        </p:xfrm>
        <a:graphic>
          <a:graphicData uri="http://schemas.openxmlformats.org/drawingml/2006/table">
            <a:tbl>
              <a:tblPr/>
              <a:tblGrid>
                <a:gridCol w="1332281"/>
                <a:gridCol w="1057961"/>
                <a:gridCol w="1103681"/>
                <a:gridCol w="1288390"/>
                <a:gridCol w="1080821"/>
                <a:gridCol w="804672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TYPE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Scratch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Residue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Corrosion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Particle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19695" y="2467051"/>
            <a:ext cx="38862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7619695" y="4000500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total 170 ea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7619695" y="4259275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평균 total 256 ea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7619695" y="4518965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평균 total 201 ea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7619695" y="4777740"/>
            <a:ext cx="38862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Residue type 이 split 간 차이 주도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34.32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33.85 (-1.3%,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33.92 (-1.1%, 동등)</a:t>
            </a:r>
            <a:endParaRPr lang="en-US" sz="1275" dirty="0"/>
          </a:p>
        </p:txBody>
      </p:sp>
      <p:pic>
        <p:nvPicPr>
          <p:cNvPr id="6" name="Image 0" descr="gen-dedup-7222e7129a80dd11821388df3a67af57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3200400"/>
        </p:xfrm>
        <a:graphic>
          <a:graphicData uri="http://schemas.openxmlformats.org/drawingml/2006/table">
            <a:tbl>
              <a:tblPr/>
              <a:tblGrid>
                <a:gridCol w="1493912"/>
                <a:gridCol w="1293688"/>
                <a:gridCol w="969123"/>
                <a:gridCol w="892325"/>
                <a:gridCol w="823755"/>
                <a:gridCol w="813698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573ab5fd5601b83c28a32dd2d80e0fd6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MinA/CMA/HOL POR 대비 동등수준 / CMBSRP 6.2%p 열화, VCHN 7.5%p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MinA/CMA/HOL POR 대비 동등수준 / CMBSRP 소폭 열화 / VCHN 7.6%p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73.6% → B 66.0%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2026-10-04T17:39:20Z</dcterms:created>
  <dcterms:modified xsi:type="dcterms:W3CDTF">2026-10-04T17:39:20Z</dcterms:modified>
</cp:coreProperties>
</file>