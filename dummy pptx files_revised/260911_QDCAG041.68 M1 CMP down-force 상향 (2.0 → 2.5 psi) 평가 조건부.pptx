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16d6cb20fc13b508b5e7a7eac574e1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3057754" cy="952805"/>
          </a:xfrm>
          <a:prstGeom prst="rect">
            <a:avLst/>
          </a:prstGeom>
        </p:spPr>
      </p:pic>
      <p:pic>
        <p:nvPicPr>
          <p:cNvPr id="3" name="Image 1" descr="gen-dedup-a4f6675fd5d2dcdba385cade16e95ac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954" y="1067105"/>
            <a:ext cx="1123798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KVKA QDCAG041.68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190902"/>
        </p:xfrm>
        <a:graphic>
          <a:graphicData uri="http://schemas.openxmlformats.org/drawingml/2006/table">
            <a:tbl>
              <a:tblPr/>
              <a:tblGrid>
                <a:gridCol w="1217981"/>
                <a:gridCol w="1236269"/>
                <a:gridCol w="962863"/>
                <a:gridCol w="1325880"/>
                <a:gridCol w="1353312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2057400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L/S 영역 defect review SEM / post CMP tilt SEM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0" name="Text 5"/>
          <p:cNvSpPr txBox="1"/>
          <p:nvPr/>
        </p:nvSpPr>
        <p:spPr>
          <a:xfrm>
            <a:off x="942746" y="4667098"/>
            <a:ext cx="47439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CMP down-force 상향 (2.0 → 2.5 psi) 평가</a:t>
            </a:r>
            <a:endParaRPr lang="en-US" sz="1275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9103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2" name="Text 7"/>
          <p:cNvSpPr txBox="1"/>
          <p:nvPr/>
        </p:nvSpPr>
        <p:spPr>
          <a:xfrm>
            <a:off x="942746" y="49103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1526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OP 130% 진행 시 AMI CD 동등 수준 (Δ+0.09 nm)</a:t>
            </a:r>
            <a:endParaRPr lang="en-US" sz="1275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3958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+6.1% 상승</a:t>
            </a:r>
            <a:endParaRPr lang="en-US" sz="1275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6391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CMBSRP/VMA POR 대비 동등수준 / MinA 2.2%p 열화, CMA 2.2%p 열화</a:t>
            </a:r>
            <a:endParaRPr lang="en-US" sz="1275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88142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overCMP dishing/erosion 에 의한 Cu 단면적 감소로 Rs 상승 추정, EM 마진 우려</a:t>
            </a:r>
            <a:endParaRPr lang="en-US" sz="1275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6124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TDDB 결과 확인 뒤 호환 가능 판단됨 (M1 DC 기준)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 wafer map</a:t>
            </a:r>
            <a:endParaRPr lang="en-US" sz="2325" dirty="0"/>
          </a:p>
        </p:txBody>
      </p:sp>
      <p:pic>
        <p:nvPicPr>
          <p:cNvPr id="3" name="Image 0" descr="gen-dedup-e97b9669b8b2d5ad0d60b03d80d1c6d4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9eff58bae8b2a17bf880cdbe47c2d497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Δ+0.09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3.53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3.59 (+1.8%, 동등)</a:t>
            </a:r>
            <a:endParaRPr lang="en-US" sz="1275" dirty="0"/>
          </a:p>
        </p:txBody>
      </p:sp>
      <p:pic>
        <p:nvPicPr>
          <p:cNvPr id="5" name="Image 0" descr="gen-dedup-0ad50229b5fc88e90bdceb2c5529ca71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1838858"/>
        </p:xfrm>
        <a:graphic>
          <a:graphicData uri="http://schemas.openxmlformats.org/drawingml/2006/table">
            <a:tbl>
              <a:tblPr/>
              <a:tblGrid>
                <a:gridCol w="3039466"/>
                <a:gridCol w="2631643"/>
                <a:gridCol w="1815084"/>
                <a:gridCol w="1657807"/>
                <a:gridCol w="1676095"/>
              </a:tblGrid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92.4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92.1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spec(94%)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631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CMBSRP/VMA POR 대비 동등수준 / MinA 2.2%p 열화, CMA 2.2%p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889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CMA: POR 97.8% → A 95.6%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2026-10-04T13:18:07Z</dcterms:created>
  <dcterms:modified xsi:type="dcterms:W3CDTF">2026-10-04T13:18:07Z</dcterms:modified>
</cp:coreProperties>
</file>