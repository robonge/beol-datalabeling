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1bf46f7ca1193f702b9eca2bb64890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2457907" cy="771754"/>
          </a:xfrm>
          <a:prstGeom prst="rect">
            <a:avLst/>
          </a:prstGeom>
        </p:spPr>
      </p:pic>
      <p:pic>
        <p:nvPicPr>
          <p:cNvPr id="3" name="Image 1" descr="gen-dedup-4ded6facd2d5b98869b3e27c36703cb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602" y="1067105"/>
            <a:ext cx="2409444" cy="77175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RDVRL.66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5905195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163056" y="1067105"/>
            <a:ext cx="42007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CMP barrier slurry 선택비 변경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5905195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616305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905195" y="1552651"/>
            <a:ext cx="56007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B(barrier slurry B) 진행 시 ATOI CD 동등 수준 (Δ-0.02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905195" y="2038198"/>
            <a:ext cx="56007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MinA/VMA/CMA POR 대비 동등수준 / VCHN 소폭 열화 / CMBSRP 4.2%p 열화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5905195" y="2523744"/>
            <a:ext cx="56007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조건 CD targeting 후 ET 재확인 뒤 호환 가능 판단됨 (M3 DC 기준)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1876349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CMP defect review SEM / CMP defect review SEM</a:t>
            </a:r>
            <a:endParaRPr lang="en-US" sz="82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933602" y="3619195"/>
            <a:ext cx="118506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553005"/>
        </p:xfrm>
        <a:graphic>
          <a:graphicData uri="http://schemas.openxmlformats.org/drawingml/2006/table">
            <a:tbl>
              <a:tblPr/>
              <a:tblGrid>
                <a:gridCol w="2162556"/>
                <a:gridCol w="2194560"/>
                <a:gridCol w="1708099"/>
                <a:gridCol w="2352751"/>
                <a:gridCol w="2402129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CMP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278331"/>
                <a:gridCol w="2166214"/>
                <a:gridCol w="5181905"/>
                <a:gridCol w="2194560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 polish time / POR pad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W04, 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conditioner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W05, 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barrier slurry 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7645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이전·이후 공정은 전 WF POR 동일 진행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0233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ATOI 측정: CD-SEM 49 pt / WF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Electrical test results (M3 DC)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2200961"/>
        </p:xfrm>
        <a:graphic>
          <a:graphicData uri="http://schemas.openxmlformats.org/drawingml/2006/table">
            <a:tbl>
              <a:tblPr/>
              <a:tblGrid>
                <a:gridCol w="2276856"/>
                <a:gridCol w="1971446"/>
                <a:gridCol w="1476756"/>
                <a:gridCol w="1358798"/>
                <a:gridCol w="1241755"/>
                <a:gridCol w="1255471"/>
                <a:gridCol w="1239012"/>
              </a:tblGrid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91.1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89.8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75269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spec(93%)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01238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VCHN/MinA/CMA POR 대비 동등수준 / VMA 소폭 열화 / CMBSRP 1.7%p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27116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MinA/VMA/CMA POR 대비 동등수준 / VCHN 소폭 열화 / CMBSRP 4.2%p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52993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CMBSRP: POR 94.7% → B 90.4%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평균 yield 비교</a:t>
            </a:r>
            <a:endParaRPr lang="en-US" sz="2325" dirty="0"/>
          </a:p>
        </p:txBody>
      </p:sp>
      <p:pic>
        <p:nvPicPr>
          <p:cNvPr id="3" name="Image 0" descr="gen-dedup-396bc647eae04d62e112c99bdcc2dde2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CMBSRP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CMBSRP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조건부 호환, 추가 확인 필요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2026-10-04T13:16:07Z</dcterms:created>
  <dcterms:modified xsi:type="dcterms:W3CDTF">2026-10-04T13:16:07Z</dcterms:modified>
</cp:coreProperties>
</file>