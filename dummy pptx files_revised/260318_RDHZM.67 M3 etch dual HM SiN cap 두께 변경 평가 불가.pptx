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238451" cy="2000707"/>
          </a:xfrm>
          <a:prstGeom prst="rect">
            <a:avLst/>
          </a:prstGeom>
        </p:spPr>
      </p:pic>
      <p:pic>
        <p:nvPicPr>
          <p:cNvPr id="3" name="Image 1" descr="gen-dedup-5407fae4870bba8a6131074a9fab615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146" y="1067105"/>
            <a:ext cx="1657807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RDHZM.67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5905195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163056" y="1067105"/>
            <a:ext cx="43214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etch dual HM SiN cap 두께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905195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616305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905195" y="1552651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B(TiN 박막 + SiN) 진행 시 AASI CD 0.3 nm 하향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905195" y="1795882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A(TiN/SiN) AASI CD Δ-0.36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905195" y="2038198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+2.9%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5905195" y="2281428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ET 결과 VCHN/MinA POR 대비 동등수준 / CMBSRP 4.2%p 개선 / CMA 소폭 열화 / VMA 1.9%p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5905195" y="2766974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산화 희생층이 TiN 형태를 지지, top CD 확장 억제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5905195" y="3010205"/>
            <a:ext cx="5600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SiN cap 85% split 재평가 예정 (M3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105302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BEOL metal stack X-SEM (TechInsights)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933602" y="3619195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981298"/>
          <a:ext cx="10821010" cy="2190902"/>
        </p:xfrm>
        <a:graphic>
          <a:graphicData uri="http://schemas.openxmlformats.org/drawingml/2006/table">
            <a:tbl>
              <a:tblPr/>
              <a:tblGrid>
                <a:gridCol w="2162556"/>
                <a:gridCol w="2194560"/>
                <a:gridCol w="1708099"/>
                <a:gridCol w="2352751"/>
                <a:gridCol w="2402129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-0.41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b918966ec67b46c57ae4364352076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4000500" cy="26197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534363"/>
                <a:gridCol w="2600554"/>
                <a:gridCol w="4049878"/>
                <a:gridCol w="2635301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single MHM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TiN/SiN dual HM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박막 + SiN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029554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AASI 측정: CD-SEM 49 pt / WF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2026-10-04T14:59:51Z</dcterms:created>
  <dcterms:modified xsi:type="dcterms:W3CDTF">2026-10-04T14:59:51Z</dcterms:modified>
</cp:coreProperties>
</file>