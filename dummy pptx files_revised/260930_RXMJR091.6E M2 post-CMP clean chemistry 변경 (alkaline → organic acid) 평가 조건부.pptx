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b1c7d47521709db2f2fd07d611f2ef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90595"/>
            <a:ext cx="4762195" cy="14950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KVKB RXMJR091.6E ET results</a:t>
            </a:r>
            <a:endParaRPr lang="en-US" sz="2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942746" y="1067105"/>
            <a:ext cx="62773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post-CMP clean chemistry 변경 (alkaline → organic acid) 평가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A(DIO3 rinse 추가) 진행 시 ACI CD 동등 수준 (Δ+0.08 nm)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B(OrgAcid) ACI CD Δ+0.08 nm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+2.2% 상승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 / HOL 소폭 열화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brush 세정력 저하로 particle·organic residue 잔류, short 성 열화 추정</a:t>
            </a:r>
            <a:endParaRPr lang="en-US" sz="1275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7669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조건 CD targeting 후 ET 재확인 뒤 호환 가능 판단됨 (M2 DC 기준)</a:t>
            </a:r>
            <a:endParaRPr lang="en-US" sz="1275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4924044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CMP defect review SEM</a:t>
            </a:r>
            <a:endParaRPr lang="en-US" sz="825" dirty="0"/>
          </a:p>
        </p:txBody>
      </p:sp>
      <p:sp>
        <p:nvSpPr>
          <p:cNvPr id="15" name="Text 12"/>
          <p:cNvSpPr txBox="1"/>
          <p:nvPr/>
        </p:nvSpPr>
        <p:spPr>
          <a:xfrm>
            <a:off x="5810098" y="3338474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057900" y="3295498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657600"/>
          <a:ext cx="5696712" cy="3020263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25.31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25.39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4.83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25.48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25.44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25.37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25.38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/ Via Rc cumulative distribution</a:t>
            </a:r>
            <a:endParaRPr lang="en-US" sz="2325" dirty="0"/>
          </a:p>
        </p:txBody>
      </p:sp>
      <p:pic>
        <p:nvPicPr>
          <p:cNvPr id="3" name="Image 0" descr="gen-dedup-34017c1e7e5b1f5feb087440330b4ba6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defbd9afee3cfd838e4863ec16bb46cd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+2.2% / Via Rc +1.2%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+1.0% / Via Rc -0.2%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2026-10-04T13:18:41Z</dcterms:created>
  <dcterms:modified xsi:type="dcterms:W3CDTF">2026-10-04T13:18:41Z</dcterms:modified>
</cp:coreProperties>
</file>