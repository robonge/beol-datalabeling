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96069e84a35f16f00824ff2c25b4a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1476756" cy="847649"/>
          </a:xfrm>
          <a:prstGeom prst="rect">
            <a:avLst/>
          </a:prstGeom>
        </p:spPr>
      </p:pic>
      <p:pic>
        <p:nvPicPr>
          <p:cNvPr id="3" name="Image 1" descr="gen-dedup-032e4925a984299a462f9b726d767ce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956" y="1067105"/>
            <a:ext cx="2704795" cy="8476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KVED QDSDI.1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71800"/>
        </p:xfrm>
        <a:graphic>
          <a:graphicData uri="http://schemas.openxmlformats.org/drawingml/2006/table">
            <a:tbl>
              <a:tblPr/>
              <a:tblGrid>
                <a:gridCol w="1226210"/>
                <a:gridCol w="1233526"/>
                <a:gridCol w="966521"/>
                <a:gridCol w="1321308"/>
                <a:gridCol w="134874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14.51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1952244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residue defect SEM / post CMP defect review SEM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4667098"/>
            <a:ext cx="32196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pad conditioner 변경 평가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5637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56378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4565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A(polish time 85%) 진행 시 AMI CD 동등 수준 (Δ+0.01 nm)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3494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B(NewCond) AMI CD Δ-0.00 nm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42422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C(BarB) AMI CD Δ+0.02 nm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61350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-2.8% 감소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80278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MinA/CMA POR 대비 동등수준 / CMBSRP 5.9%p 열화, VCHN 1.6%p 열화, VMA 1.8%p 열화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99206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밀도 낮은 die 주변부 미연마 잔류물로 metal short 추정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18134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EBAC 로 short site 국소화, TEM 상 TaN 잔류 3 nm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370625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조건 TDDB 결과 확인 뒤 호환 가능 판단됨 (M1 DC 기준)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/ Via Rc cumulative distribution</a:t>
            </a:r>
            <a:endParaRPr lang="en-US" sz="2325" dirty="0"/>
          </a:p>
        </p:txBody>
      </p:sp>
      <p:pic>
        <p:nvPicPr>
          <p:cNvPr id="3" name="Image 0" descr="gen-dedup-5fbca77ee344aada6ec662a9cba2954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1ac609d52422d0251eab0f639aeff512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-2.8% / Via Rc +1.4%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-1.6% / Via Rc -0.2%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-0.7% / Via Rc +1.0%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2026-10-04T13:17:17Z</dcterms:created>
  <dcterms:modified xsi:type="dcterms:W3CDTF">2026-10-04T13:17:17Z</dcterms:modified>
</cp:coreProperties>
</file>