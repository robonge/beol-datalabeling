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345903f5781fc85ecf16543ef48622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3981298" cy="1047902"/>
          </a:xfrm>
          <a:prstGeom prst="rect">
            <a:avLst/>
          </a:prstGeom>
        </p:spPr>
      </p:pic>
      <p:pic>
        <p:nvPicPr>
          <p:cNvPr id="3" name="Image 1" descr="gen-dedup-35298d51a60f049e42e7d74ad8c613d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705" y="1067105"/>
            <a:ext cx="1057046" cy="104790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RDSVK070.6C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4299509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V0 Ru overburden CMP slurry 변경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slurry R2 + TU 120% 진행 시 ATOI CD 0.1 nm 상향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18525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+6.6% 상승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+3.7%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33812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VMA POR 대비 동등수준 / CMBSRP 1.9%p 열화, VCHN 1.8%p 열화, MinA 4.4%p 열화, CMA 2.1%p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높이 손실에 의한 Rs 상승 및 min-area open 성 fail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height 3σ POR 대비 증가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310128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slurry 선택비 조정 split 재평가 예정 (V0 DC 기준)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381598" y="2152498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 fill TEM / Ru/dielectric 계면 TEM-EDS</a:t>
            </a:r>
            <a:endParaRPr lang="en-US" sz="82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6629400" y="3429000"/>
            <a:ext cx="11795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ATOI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190902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0.58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-0.10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+0.00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0.81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0.75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ATOI CD wafer map</a:t>
            </a:r>
            <a:endParaRPr lang="en-US" sz="2325" dirty="0"/>
          </a:p>
        </p:txBody>
      </p:sp>
      <p:pic>
        <p:nvPicPr>
          <p:cNvPr id="3" name="Image 0" descr="gen-dedup-922acc857f0699841d2bab1a4acc6973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1181405"/>
            <a:ext cx="5333695" cy="4476902"/>
          </a:xfrm>
          <a:prstGeom prst="rect">
            <a:avLst/>
          </a:prstGeom>
        </p:spPr>
      </p:pic>
      <p:pic>
        <p:nvPicPr>
          <p:cNvPr id="4" name="Image 1" descr="gen-dedup-013a5d76295033bf81bad5aac518472f.png">    </p:cNvPr>
          <p:cNvPicPr>
            <a:picLocks noChangeAspect="1"/>
          </p:cNvPicPr>
          <p:nvPr/>
        </p:nvPicPr>
        <p:blipFill>
          <a:blip r:embed="rId2"/>
          <a:srcRect l="0" r="0" t="-5" b="-5"/>
          <a:stretch/>
        </p:blipFill>
        <p:spPr>
          <a:xfrm>
            <a:off x="6172200" y="1181405"/>
            <a:ext cx="5333695" cy="447690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58869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ATOI CD POR 대비 Δ+0.12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 Via Rc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16.12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16.71 (+3.7%)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427756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upper tail 다수 → via open 성 영향 추정</a:t>
            </a:r>
            <a:endParaRPr lang="en-US" sz="1275" dirty="0"/>
          </a:p>
        </p:txBody>
      </p:sp>
      <p:pic>
        <p:nvPicPr>
          <p:cNvPr id="6" name="Image 0" descr="gen-dedup-4b8b141a3d205dd6864c4bc3363e806b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</a:t>
            </a:r>
            <a:endParaRPr lang="en-US" sz="23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1743761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91.2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93.5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93.2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90.7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93.3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90.1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93.9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cbf00ea7323c5b82254ac16b4bb36b5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VMA POR 대비 동등수준 / CMBSRP 1.9%p 열화, VCHN 1.8%p 열화, MinA 4.4%p 열화, CMA 2.1%p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MinA: POR 95.0% → A 90.6%</a:t>
            </a:r>
            <a:endParaRPr lang="en-US" sz="12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MinA die yield distribution by wafer</a:t>
            </a:r>
            <a:endParaRPr lang="en-US" sz="2325" dirty="0"/>
          </a:p>
        </p:txBody>
      </p:sp>
      <p:pic>
        <p:nvPicPr>
          <p:cNvPr id="3" name="Image 0" descr="gen-dedup-d2adab2852ade92138219214458cc5e3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685800" y="1181405"/>
            <a:ext cx="7429500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77402" y="1524305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94.6%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477402" y="1783080"/>
            <a:ext cx="3048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median 90.6%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477402" y="2041855"/>
            <a:ext cx="332110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wafer 간 편차 대비 split 간 차이 유의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2026-10-04T13:15:42Z</dcterms:created>
  <dcterms:modified xsi:type="dcterms:W3CDTF">2026-10-04T13:15:42Z</dcterms:modified>
</cp:coreProperties>
</file>