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c97332a429ec3738738eb282d6dd16b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0" y="1067105"/>
            <a:ext cx="2581351" cy="1695298"/>
          </a:xfrm>
          <a:prstGeom prst="rect">
            <a:avLst/>
          </a:prstGeom>
        </p:spPr>
      </p:pic>
      <p:pic>
        <p:nvPicPr>
          <p:cNvPr id="3" name="Image 1" descr="gen-dedup-fd9b2bc3ef85cd32a0b6efe9b9394c4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6746" y="1067105"/>
            <a:ext cx="1410005" cy="169529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SF0.7 RDOVO.69 ET results</a:t>
            </a:r>
            <a:endParaRPr lang="en-US" sz="2325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067105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1067105"/>
            <a:ext cx="341162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V0 etch IBE neutralizer 전류 변경 평가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256386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1256386"/>
            <a:ext cx="71780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445666"/>
            <a:ext cx="61914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A(IBE 700 eV) 진행 시 AMI CD 0.2 nm 하향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634947"/>
            <a:ext cx="61914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B(IBE1000) AMI CD Δ-0.08 nm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1824228"/>
            <a:ext cx="61914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+5.5% 상승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013509"/>
            <a:ext cx="61914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+3.5% 상승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202790"/>
            <a:ext cx="61914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CMBSRP/VCHN/VMA POR 대비 동등수준 / HOL 2.0%p 개선 / MinA 2.2%p 열화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2392070"/>
            <a:ext cx="61914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이온 에너지 하향으로 재증착 감소, 단 etch 잔류에 의한 line 폭 편차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2581351"/>
            <a:ext cx="61914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Breakdown field 9 MV/cm 이상 유지 (FSAV 구조)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2770632"/>
            <a:ext cx="61914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B(IBE1000) 는 CMBSRP/VCHN/MinA POR 대비 동등수준 / HOL 2.1%p 개선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685800" y="2959913"/>
            <a:ext cx="61914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조건 TDDB 결과 확인 뒤 호환 가능 판단됨 (V0 DC 기준)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7306056" y="2800807"/>
            <a:ext cx="4200754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TiN MHM trench etch X-SEM / BEOL metal stack X-SEM (TechInsights)</a:t>
            </a:r>
            <a:endParaRPr lang="en-US" sz="825" dirty="0"/>
          </a:p>
        </p:txBody>
      </p:sp>
      <p:pic>
        <p:nvPicPr>
          <p:cNvPr id="19" name="Image 2" descr="gen-dedup-b6ef88bac13b03fdf2ff7a3ecb715464.png">    </p:cNvPr>
          <p:cNvPicPr>
            <a:picLocks noChangeAspect="1"/>
          </p:cNvPicPr>
          <p:nvPr/>
        </p:nvPicPr>
        <p:blipFill>
          <a:blip r:embed="rId3"/>
          <a:srcRect l="0" r="0" t="-2" b="-2"/>
          <a:stretch/>
        </p:blipFill>
        <p:spPr>
          <a:xfrm>
            <a:off x="685800" y="3666744"/>
            <a:ext cx="2133295" cy="3047695"/>
          </a:xfrm>
          <a:prstGeom prst="rect">
            <a:avLst/>
          </a:prstGeom>
        </p:spPr>
      </p:pic>
      <p:pic>
        <p:nvPicPr>
          <p:cNvPr id="20" name="Image 3" descr="gen-dedup-e0288604ec0c3f059abdec8498148916.png">    </p:cNvPr>
          <p:cNvPicPr>
            <a:picLocks noChangeAspect="1"/>
          </p:cNvPicPr>
          <p:nvPr/>
        </p:nvPicPr>
        <p:blipFill>
          <a:blip r:embed="rId4"/>
          <a:srcRect l="0" r="0" t="-2" b="-2"/>
          <a:stretch/>
        </p:blipFill>
        <p:spPr>
          <a:xfrm>
            <a:off x="2933395" y="3666744"/>
            <a:ext cx="2133295" cy="30476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33695" y="3662172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22" name="Text 16"/>
          <p:cNvSpPr txBox="1"/>
          <p:nvPr/>
        </p:nvSpPr>
        <p:spPr>
          <a:xfrm>
            <a:off x="5581498" y="3619195"/>
            <a:ext cx="106527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 AMI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695" y="3981298"/>
          <a:ext cx="6172200" cy="2677363"/>
        </p:xfrm>
        <a:graphic>
          <a:graphicData uri="http://schemas.openxmlformats.org/drawingml/2006/table">
            <a:tbl>
              <a:tblPr/>
              <a:tblGrid>
                <a:gridCol w="1241755"/>
                <a:gridCol w="1249070"/>
                <a:gridCol w="978408"/>
                <a:gridCol w="1337767"/>
                <a:gridCol w="1365199"/>
              </a:tblGrid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11.86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11.66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11.64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2.47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11.60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11.78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2.21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11.77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11.81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11.73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 etch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1781251"/>
        </p:xfrm>
        <a:graphic>
          <a:graphicData uri="http://schemas.openxmlformats.org/drawingml/2006/table">
            <a:tbl>
              <a:tblPr/>
              <a:tblGrid>
                <a:gridCol w="1521562"/>
                <a:gridCol w="3712464"/>
                <a:gridCol w="2975458"/>
                <a:gridCol w="2611526"/>
              </a:tblGrid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IBE 1500 eV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W04, W12, W20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IBE 700 eV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W07, W18, W23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IBE 1000 eV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3372307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90295" y="3372307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76458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 이전·이후 공정은 전 WF POR 동일 진행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02336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lot 분할 진행, 동일 chamber 사용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8213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ET: 49 die / WF, Kelvin chain 1k via 포함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54182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AMI 측정: CD-SEM 49 pt / WF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yield — group average</a:t>
            </a:r>
            <a:endParaRPr lang="en-US" sz="2325" dirty="0"/>
          </a:p>
        </p:txBody>
      </p:sp>
      <p:pic>
        <p:nvPicPr>
          <p:cNvPr id="3" name="Image 0" descr="gen-dedup-ad6bde45258136cc66eef1585d513350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685800" y="1181405"/>
            <a:ext cx="7810805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762695" y="1524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068105" y="1524305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762695" y="1916582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MinA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762695" y="2175358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B: 전 item POR 동등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762695" y="2435047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조건부 호환, 추가 확인 필요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2026-10-04T15:00:37Z</dcterms:created>
  <dcterms:modified xsi:type="dcterms:W3CDTF">2026-10-04T15:00:37Z</dcterms:modified>
</cp:coreProperties>
</file>