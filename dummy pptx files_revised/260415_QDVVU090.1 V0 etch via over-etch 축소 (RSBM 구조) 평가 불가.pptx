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04a44dd6a3e65e310371f3eb53d11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1524305" cy="694944"/>
          </a:xfrm>
          <a:prstGeom prst="rect">
            <a:avLst/>
          </a:prstGeom>
        </p:spPr>
      </p:pic>
      <p:pic>
        <p:nvPicPr>
          <p:cNvPr id="3" name="Image 1" descr="gen-dedup-345903f5781fc85ecf16543ef48622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505" y="1067105"/>
            <a:ext cx="2657246" cy="6949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KVFG QDVVU090.1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71800"/>
        </p:xfrm>
        <a:graphic>
          <a:graphicData uri="http://schemas.openxmlformats.org/drawingml/2006/table">
            <a:tbl>
              <a:tblPr/>
              <a:tblGrid>
                <a:gridCol w="1226210"/>
                <a:gridCol w="1234440"/>
                <a:gridCol w="965606"/>
                <a:gridCol w="1321308"/>
                <a:gridCol w="134874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12.85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1800454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FSAV TEM (Mx / Mx+1) / Ru fill TEM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62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933602" y="4667098"/>
            <a:ext cx="43754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etch via over-etch 축소 (RSBM 구조) 평가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95698"/>
            <a:ext cx="162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33602" y="4895698"/>
            <a:ext cx="8202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124298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B(RSBM + OE 85%) 진행 시 AMI CD 0.2 nm 하향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352898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A(RSBM-POR) AMI CD Δ-0.21 nm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581498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-6.7% 감소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810098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CMBSRP 소폭 열화 / VCHN 2.8%p 열화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6038698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오정렬(EPE) site 에서 via-to-line space 감소, VCHN short 소폭 열화 추정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6267298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OE 92% split 재평가 예정 (V0 DC 기준)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0e3caea2a544f96bb98e38ea31441d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400050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182319"/>
                <a:gridCol w="2884932"/>
                <a:gridCol w="4723790"/>
                <a:gridCol w="2029968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W09, 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via etch + PVD barrier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W06, W13, 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RSBM + POR etch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W07, W14, 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RSBM + OE 85%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5527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 / 하부 metal 계면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AMI CD wafer map</a:t>
            </a:r>
            <a:endParaRPr lang="en-US" sz="2325" dirty="0"/>
          </a:p>
        </p:txBody>
      </p:sp>
      <p:pic>
        <p:nvPicPr>
          <p:cNvPr id="3" name="Image 0" descr="gen-dedup-3f9fe820d1c7df47fafaa3abfe290aac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080e2f19375fbd8380c08698992aaad8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919147466c00e46a01c3004982cfc313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Δ-0.21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Δ-0.18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29.69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27.71 (-6.7%)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27.71 (-6.7%)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6.7% 감소 → bottomless barrier direct contact 효과</a:t>
            </a:r>
            <a:endParaRPr lang="en-US" sz="1275" dirty="0"/>
          </a:p>
        </p:txBody>
      </p:sp>
      <p:pic>
        <p:nvPicPr>
          <p:cNvPr id="7" name="Image 0" descr="gen-dedup-64fd53315869b38d9156551f7ed520b5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(V0 DC)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3286354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89569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1553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MinA/VMA/CMA POR 대비 동등수준 / CMBSRP 소폭 열화 / VCHN 2.0%p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141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MinA/VMA/CMA POR 대비 동등수준 / CMBSRP 소폭 열화 / VCHN 2.8%p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6729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96.8% → B 94.0%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Line Rs by wafer</a:t>
            </a:r>
            <a:endParaRPr lang="en-US" sz="2325" dirty="0"/>
          </a:p>
        </p:txBody>
      </p:sp>
      <p:pic>
        <p:nvPicPr>
          <p:cNvPr id="3" name="Image 0" descr="gen-dedup-a1f3329e57cd7ac0b24a71d651ce17bb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859.4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870.5 (+1.3%)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869.6 (+1.2%)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2026-10-04T14:32:12Z</dcterms:created>
  <dcterms:modified xsi:type="dcterms:W3CDTF">2026-10-04T14:32:12Z</dcterms:modified>
</cp:coreProperties>
</file>