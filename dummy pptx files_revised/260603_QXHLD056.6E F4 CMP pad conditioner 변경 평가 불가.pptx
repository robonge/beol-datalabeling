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68a35189aefb822a831bcfbdfa7d8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1067105"/>
            <a:ext cx="1971446" cy="629107"/>
          </a:xfrm>
          <a:prstGeom prst="rect">
            <a:avLst/>
          </a:prstGeom>
        </p:spPr>
      </p:pic>
      <p:pic>
        <p:nvPicPr>
          <p:cNvPr id="3" name="Image 1" descr="gen-dedup-6e19928321c37e6535e557ba722a469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756" y="1067105"/>
            <a:ext cx="2018995" cy="6291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KVKA QXHLD056.6E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6" name="Text 2"/>
          <p:cNvSpPr txBox="1"/>
          <p:nvPr/>
        </p:nvSpPr>
        <p:spPr>
          <a:xfrm>
            <a:off x="905256" y="1067105"/>
            <a:ext cx="294711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CMP pad conditioner 변경 평가</a:t>
            </a:r>
            <a:endParaRPr lang="en-US" sz="9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42670"/>
            <a:ext cx="133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8" name="Text 4"/>
          <p:cNvSpPr txBox="1"/>
          <p:nvPr/>
        </p:nvSpPr>
        <p:spPr>
          <a:xfrm>
            <a:off x="905256" y="1242670"/>
            <a:ext cx="667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18234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A(barrier slurry B) 진행 시 ATOI CD 동등 수준 (Δ-0.02 nm)</a:t>
            </a:r>
            <a:endParaRPr lang="en-US" sz="9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593799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B(PT85) ATOI CD Δ-0.02 nm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770278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C(NewCond) ATOI CD Δ-0.04 nm</a:t>
            </a:r>
            <a:endParaRPr lang="en-US" sz="9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945843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-3.7% 감소</a:t>
            </a:r>
            <a:endParaRPr lang="en-US" sz="9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121408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 POR 대비 동등수준 / CMBSRP 5.9%p 열화, VCHN 2.8%p 열화</a:t>
            </a:r>
            <a:endParaRPr lang="en-US" sz="9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296973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unCMP Ta/TaN residue 에 의한 line-to-line short 추정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472538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EBAC 로 short site 국소화, TEM 상 TaN 잔류 3 nm</a:t>
            </a:r>
            <a:endParaRPr lang="en-US" sz="9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649017"/>
            <a:ext cx="6191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B(PT85) 는 MinA POR 대비 동등수준 / VMA 소폭 열화 / CMBSRP 3.7%p 열화, VCHN 2.2%p 열화</a:t>
            </a:r>
            <a:endParaRPr lang="en-US" sz="9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000146"/>
            <a:ext cx="6191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polish time 92% split 재평가 예정 (F4 DC 기준)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7429500" y="17337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CMP defect review SEM / post CMP defect review SEM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933602" y="3619195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91817"/>
                <a:gridCol w="2185416"/>
                <a:gridCol w="1722730"/>
                <a:gridCol w="2336292"/>
                <a:gridCol w="2383841"/>
              </a:tblGrid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68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175004"/>
                <a:gridCol w="2866644"/>
                <a:gridCol w="4762195"/>
                <a:gridCol w="2017166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polish time / POR pad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W18, 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barrier slurry 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W13, 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polish time 85%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conditioner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025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613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10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9798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Line Rs / Via Rc cumulative distribution</a:t>
            </a:r>
            <a:endParaRPr lang="en-US" sz="2325" dirty="0"/>
          </a:p>
        </p:txBody>
      </p:sp>
      <p:pic>
        <p:nvPicPr>
          <p:cNvPr id="3" name="Image 0" descr="gen-dedup-52f6dd1179204e0a306d20db9ee5e2c1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aee3af343922247edb4a0e84656f2eab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-3.7% / Via Rc +0.9%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-2.8% / Via Rc -0.5%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-3.3% / Via Rc +0.4%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F4 yield by wafer (%)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3286354"/>
        </p:xfrm>
        <a:graphic>
          <a:graphicData uri="http://schemas.openxmlformats.org/drawingml/2006/table">
            <a:tbl>
              <a:tblPr/>
              <a:tblGrid>
                <a:gridCol w="2958998"/>
                <a:gridCol w="2562149"/>
                <a:gridCol w="1918411"/>
                <a:gridCol w="1766621"/>
                <a:gridCol w="1613916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89569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1553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MinA/VMA POR 대비 동등수준 / CMBSRP 5.9%p 열화, VCHN 2.8%p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141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 POR 대비 동등수준 / VMA 소폭 열화 / CMBSRP 3.7%p 열화, VCHN 2.2%p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6729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MinA POR 대비 동등수준 / VMA 소폭 열화 / CMBSRP 5.0%p 열화, VCHN 2.7%p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93262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96.7% → A 90.8%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4780b96364915e18777e85c4514524a4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CMBSRP, VCHN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CMBSRP, VCHN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CMBSRP, VCHN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die yield distribution by wafer</a:t>
            </a:r>
            <a:endParaRPr lang="en-US" sz="2325" dirty="0"/>
          </a:p>
        </p:txBody>
      </p:sp>
      <p:pic>
        <p:nvPicPr>
          <p:cNvPr id="3" name="Image 0" descr="gen-dedup-faa9b0b132b4297852e0f894e176038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97.4%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90.6%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92.6%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91.7%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2026-10-04T13:21:10Z</dcterms:created>
  <dcterms:modified xsi:type="dcterms:W3CDTF">2026-10-04T13:21:10Z</dcterms:modified>
</cp:coreProperties>
</file>