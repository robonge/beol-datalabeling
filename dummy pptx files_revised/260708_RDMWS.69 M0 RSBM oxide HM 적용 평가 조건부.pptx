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3095244" cy="809244"/>
          </a:xfrm>
          <a:prstGeom prst="rect">
            <a:avLst/>
          </a:prstGeom>
        </p:spPr>
      </p:pic>
      <p:pic>
        <p:nvPicPr>
          <p:cNvPr id="3" name="Image 1" descr="gen-dedup-a296717fdead92d8ddb084e5975380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0444" y="1067105"/>
            <a:ext cx="1086307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KVED RDMWS.69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553005"/>
        </p:xfrm>
        <a:graphic>
          <a:graphicData uri="http://schemas.openxmlformats.org/drawingml/2006/table">
            <a:tbl>
              <a:tblPr/>
              <a:tblGrid>
                <a:gridCol w="1218895"/>
                <a:gridCol w="1236269"/>
                <a:gridCol w="961949"/>
                <a:gridCol w="1325880"/>
                <a:gridCol w="1353312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+0.17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1914754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 HAR line TEM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4667098"/>
            <a:ext cx="279989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RSBM oxide HM 적용 평가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5637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56378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4565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B(SiN HM 20 nm) 진행 시 AMI CD 0.3 nm 상향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3494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A(OxHM) AMI CD Δ+0.16 nm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42422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-2.3% 감소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61350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VCHN 소폭 열화 / CMBSRP 5.6%p 열화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80278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selectivity 저하로 top CD 확장, line-to-line short 추정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99206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상 HM 잔존 POR 9 nm / split 3 nm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18134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A(OxHM) 는 VCHN/MinA/VMA POR 대비 동등수준 / CMBSRP 3.3%p 열화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370625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3 lot 재현성 확인 뒤 호환 가능 판단됨 (M0 DC 기준)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611173"/>
                <a:gridCol w="2730398"/>
                <a:gridCol w="3714293"/>
                <a:gridCol w="2765146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HM 30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W04, 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oxide HM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W07, 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HM 20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AMI 측정: CD-SEM 49 pt / WF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이전·이후 공정은 전 WF POR 동일 진행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8213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54182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322752"/>
                <a:gridCol w="1145410"/>
                <a:gridCol w="857458"/>
                <a:gridCol w="789812"/>
                <a:gridCol w="721252"/>
                <a:gridCol w="729479"/>
                <a:gridCol w="720338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ac781b33d573b16b06f70e0f6c70af41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VCHN/MinA/VMA POR 대비 동등수준 / CMBSRP 3.3%p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MinA/VMA/CMA POR 대비 동등수준 / VCHN 소폭 열화 / CMBSRP 5.6%p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CMBSRP: POR 97.7% → B 92.1%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Line Rs by wafer</a:t>
            </a:r>
            <a:endParaRPr lang="en-US" sz="2325" dirty="0"/>
          </a:p>
        </p:txBody>
      </p:sp>
      <p:pic>
        <p:nvPicPr>
          <p:cNvPr id="3" name="Image 0" descr="gen-dedup-4214217379f4a8d26ad31c351f2a996b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790.6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779.8 (-1.4%)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772.3 (-2.3%)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2026-10-04T13:17:55Z</dcterms:created>
  <dcterms:modified xsi:type="dcterms:W3CDTF">2026-10-04T13:17:55Z</dcterms:modified>
</cp:coreProperties>
</file>