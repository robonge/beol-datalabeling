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3d194f6eb612c1c302b9a2c28f948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805" y="1067105"/>
            <a:ext cx="3038551" cy="1533449"/>
          </a:xfrm>
          <a:prstGeom prst="rect">
            <a:avLst/>
          </a:prstGeom>
        </p:spPr>
      </p:pic>
      <p:pic>
        <p:nvPicPr>
          <p:cNvPr id="3" name="Image 1" descr="gen-dedup-bfd4229567a6020de77c6fdd85764e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251" y="1067105"/>
            <a:ext cx="1714500" cy="153344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KVED RQZET017.6B ET results</a:t>
            </a:r>
            <a:endParaRPr lang="en-US" sz="19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924458" y="1067105"/>
            <a:ext cx="43973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BM Co liner 박막화 + barrier slurry 변경 평가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924458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495044"/>
            <a:ext cx="61502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B(Co liner + slurry B) 진행 시 AMI CD 동등 수준 (Δ+0.10 nm)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09928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A(CoThin) AMI CD Δ+0.09 nm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923898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+6.0% 상승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138782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+7.8% 상승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352751"/>
            <a:ext cx="5715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CMBSRP/VCHN/HOL POR 대비 유사 수준 / MinA 소폭 저하 / VMA 26.2%p 열화, CMA 16.9%p 열화</a:t>
            </a:r>
            <a:endParaRPr lang="en-US" sz="112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781605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Cu/Co 갈바닉 전위차(ΔEcorr≈0.62 V) 에 의한 Co 부식 (Fang 결함) 추정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995574"/>
            <a:ext cx="587593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azole 계 inhibitor 첨가 split 재평가 예정 (M2 DC 기준)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6667805" y="2638044"/>
            <a:ext cx="48390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EDS mapping (Cu/Si/O/Ta)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6667805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915607" y="34290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67805" y="3791102"/>
          <a:ext cx="4839005" cy="2553005"/>
        </p:xfrm>
        <a:graphic>
          <a:graphicData uri="http://schemas.openxmlformats.org/drawingml/2006/table">
            <a:tbl>
              <a:tblPr/>
              <a:tblGrid>
                <a:gridCol w="967435"/>
                <a:gridCol w="981151"/>
                <a:gridCol w="763524"/>
                <a:gridCol w="1052474"/>
                <a:gridCol w="1074420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" name="Image 2" descr="gen-dedup-503e7d2d655f748f3d589ca70e654255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685800" y="4048049"/>
            <a:ext cx="2800807" cy="2667305"/>
          </a:xfrm>
          <a:prstGeom prst="rect">
            <a:avLst/>
          </a:prstGeom>
        </p:spPr>
      </p:pic>
      <p:pic>
        <p:nvPicPr>
          <p:cNvPr id="21" name="Image 3" descr="gen-dedup-944d706fd9fd3838269219aa2b0a534b.png">    </p:cNvPr>
          <p:cNvPicPr>
            <a:picLocks noChangeAspect="1"/>
          </p:cNvPicPr>
          <p:nvPr/>
        </p:nvPicPr>
        <p:blipFill>
          <a:blip r:embed="rId4"/>
          <a:srcRect l="-2" r="-2" t="0" b="0"/>
          <a:stretch/>
        </p:blipFill>
        <p:spPr>
          <a:xfrm>
            <a:off x="3600907" y="4048049"/>
            <a:ext cx="2800807" cy="2667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/ Via Rc cumulative distribution</a:t>
            </a:r>
            <a:endParaRPr lang="en-US" sz="2325" dirty="0"/>
          </a:p>
        </p:txBody>
      </p:sp>
      <p:pic>
        <p:nvPicPr>
          <p:cNvPr id="3" name="Image 0" descr="gen-dedup-5f5a695837819cb1938832a2f43bdad4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ca77119b918437831a89ef7e0ae39269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+5.8% / Via Rc +9.4%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+6.0% / Via Rc +7.8%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2026-10-04T17:37:45Z</dcterms:created>
  <dcterms:modified xsi:type="dcterms:W3CDTF">2026-10-04T17:37:45Z</dcterms:modified>
</cp:coreProperties>
</file>