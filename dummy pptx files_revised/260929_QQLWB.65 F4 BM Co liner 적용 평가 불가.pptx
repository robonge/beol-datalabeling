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9b5de32318dd47d40652fe27cc7fec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219602" cy="1628546"/>
          </a:xfrm>
          <a:prstGeom prst="rect">
            <a:avLst/>
          </a:prstGeom>
        </p:spPr>
      </p:pic>
      <p:pic>
        <p:nvPicPr>
          <p:cNvPr id="3" name="Image 1" descr="gen-dedup-bfd4229567a6020de77c6fdd85764e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095" y="1067105"/>
            <a:ext cx="1819656" cy="162854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QQLWB.65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300380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BM Co liner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A(re-sputter 강화) 진행 시 AMI CD 동등 수준 (Δ-0.04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 / VMA 5.1%p 열화, CMA 2.1%p 열화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58135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Co liner + TaN 1.7 nm split 재평가 예정 (F4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381598" y="2734056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EDS mapping (Cu/Si/O/Ta)</a:t>
            </a:r>
            <a:endParaRPr lang="en-US" sz="825" dirty="0"/>
          </a:p>
        </p:txBody>
      </p:sp>
      <p:sp>
        <p:nvSpPr>
          <p:cNvPr id="13" name="Text 9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34290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48356"/>
        </p:xfrm>
        <a:graphic>
          <a:graphicData uri="http://schemas.openxmlformats.org/drawingml/2006/table">
            <a:tbl>
              <a:tblPr/>
              <a:tblGrid>
                <a:gridCol w="1037844"/>
                <a:gridCol w="1035101"/>
                <a:gridCol w="815645"/>
                <a:gridCol w="1106424"/>
                <a:gridCol w="1129284"/>
              </a:tblGrid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42.79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6.65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42.90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6.78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42.83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42.85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42.81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42.73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42.81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42.85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42.77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42.82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fd4229567a6020de77c6fdd85764e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3467405" cy="31053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187806"/>
                <a:gridCol w="3783787"/>
                <a:gridCol w="3811219"/>
                <a:gridCol w="2038198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W05, 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2.0 nm / Ta liner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W01, W06, W15, 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re-sputter 강화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W07, 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 liner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측정: CD-SEM 49 pt / WF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28213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048402" y="454182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이전·이후 공정은 전 WF POR 동일 진행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3553358"/>
        </p:xfrm>
        <a:graphic>
          <a:graphicData uri="http://schemas.openxmlformats.org/drawingml/2006/table">
            <a:tbl>
              <a:tblPr/>
              <a:tblGrid>
                <a:gridCol w="1322752"/>
                <a:gridCol w="1145410"/>
                <a:gridCol w="857458"/>
                <a:gridCol w="789812"/>
                <a:gridCol w="721252"/>
                <a:gridCol w="729479"/>
                <a:gridCol w="720338"/>
              </a:tblGrid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92.4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92.1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92.4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1de4e4f61fac97c810373280dfe01e6c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02920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 / VMA 5.1%p 열화, CMA 2.1%p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28797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CMBSRP/VCHN/MinA POR 대비 동등수준 / VMA 4.4%p 열화, CMA 2.5%p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54766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96.7% → A 91.6%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2026-10-04T13:18:30Z</dcterms:created>
  <dcterms:modified xsi:type="dcterms:W3CDTF">2026-10-04T13:18:30Z</dcterms:modified>
</cp:coreProperties>
</file>