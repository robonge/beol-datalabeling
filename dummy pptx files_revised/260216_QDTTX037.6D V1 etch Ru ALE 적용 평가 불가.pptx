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3478bda7c374eaebdb23733d1b86fc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90595"/>
            <a:ext cx="4172407" cy="313364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QDTTX037.6D ET results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30385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etch Ru ALE 적용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PE-FSAV 진행 시 ATOI CD 0.2 nm 하향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+6.3% 상승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CMBSRP/MinA/CMA POR 대비 동등수준 / VCHN 3.2%p 열화, VMA 2.7%p 열화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 사이클 부족으로 via bottom 잔류, open 성 열화 추정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overlay 무관 정렬 확인 (FSAV)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pillar 높이 target 상향 split 재평가 예정 (V1 DC 기준)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562649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HAR line TEM</a:t>
            </a:r>
            <a:endParaRPr lang="en-US" sz="825" dirty="0"/>
          </a:p>
        </p:txBody>
      </p:sp>
      <p:sp>
        <p:nvSpPr>
          <p:cNvPr id="15" name="Text 12"/>
          <p:cNvSpPr txBox="1"/>
          <p:nvPr/>
        </p:nvSpPr>
        <p:spPr>
          <a:xfrm>
            <a:off x="5810098" y="33384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057900" y="3295498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657600"/>
          <a:ext cx="5696712" cy="2953512"/>
        </p:xfrm>
        <a:graphic>
          <a:graphicData uri="http://schemas.openxmlformats.org/drawingml/2006/table">
            <a:tbl>
              <a:tblPr/>
              <a:tblGrid>
                <a:gridCol w="1153973"/>
                <a:gridCol w="1150315"/>
                <a:gridCol w="907085"/>
                <a:gridCol w="1229868"/>
                <a:gridCol w="1254557"/>
              </a:tblGrid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18.63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18.58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18.27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18.36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18.33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18.42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18.34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68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18.42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/ Via Rc cumulative distribution</a:t>
            </a:r>
            <a:endParaRPr lang="en-US" sz="2325" dirty="0"/>
          </a:p>
        </p:txBody>
      </p:sp>
      <p:pic>
        <p:nvPicPr>
          <p:cNvPr id="3" name="Image 0" descr="gen-dedup-b760603eace3135ee84ec28ebe68c248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efe85d44e05a4e446787e77e3b6c651f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+0.6% / Via Rc +6.3%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1e61081c44c415a1f4e49c5981cb4943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VCHN, VMA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die yield distribution by wafer</a:t>
            </a:r>
            <a:endParaRPr lang="en-US" sz="2325" dirty="0"/>
          </a:p>
        </p:txBody>
      </p:sp>
      <p:pic>
        <p:nvPicPr>
          <p:cNvPr id="3" name="Image 0" descr="gen-dedup-75a02d278c307977dd4b66d041832046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95.0%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91.7%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2026-10-04T13:23:26Z</dcterms:created>
  <dcterms:modified xsi:type="dcterms:W3CDTF">2026-10-04T13:23:26Z</dcterms:modified>
</cp:coreProperties>
</file>