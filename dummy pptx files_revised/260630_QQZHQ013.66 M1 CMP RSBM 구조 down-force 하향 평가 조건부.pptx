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97b0e50a05cee35632f2789674603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447849" cy="1133856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067105"/>
            <a:ext cx="2419502" cy="11338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KVFG QQZHQ013.66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6133795" y="1067105"/>
            <a:ext cx="363474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CMP RSBM 구조 down-force 하향 평가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25638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133795" y="125638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445666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A(RSBM + low DF) 진행 시 ATOI CD 동등 수준 (Δ+0.06 nm)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1634947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B(RSBM-POR) ATOI CD Δ-0.01 nm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1824228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+4.5% 상승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905195" y="2013509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-15.3% 감소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905195" y="2202790"/>
            <a:ext cx="5600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 소폭 열화 / MinA 2.8%p 열화, VMA 2.7%p 열화, CMA 2.8%p 열화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905195" y="2581351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bottomless 구조 상단 계면 adhesion 저하, edge die 집중 fail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905195" y="2770632"/>
            <a:ext cx="5600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CD targeting 하고 VCHN 동등 수준 3타점 확인 뒤 호환 가능 판단됨 (M1 DC 기준)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238451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Area-selective ALD TiN — EDS mapping / Cu DD via/trench X-SEM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933602" y="3619195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77363"/>
        </p:xfrm>
        <a:graphic>
          <a:graphicData uri="http://schemas.openxmlformats.org/drawingml/2006/table">
            <a:tbl>
              <a:tblPr/>
              <a:tblGrid>
                <a:gridCol w="2176272"/>
                <a:gridCol w="2189988"/>
                <a:gridCol w="1715414"/>
                <a:gridCol w="2345436"/>
                <a:gridCol w="2392985"/>
              </a:tblGrid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25.72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26.87 (+4.5%)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26.42 (+2.7%)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upper tail 다수 → line 단면적 손실 영향 추정</a:t>
            </a:r>
            <a:endParaRPr lang="en-US" sz="1275" dirty="0"/>
          </a:p>
        </p:txBody>
      </p:sp>
      <p:pic>
        <p:nvPicPr>
          <p:cNvPr id="7" name="Image 0" descr="gen-dedup-75fee8a0eaea4da348cbe5e4fc9dce70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6.54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5.54 (-15.3%)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5.16 (-21.2%)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15.3% 감소 → bottomless barrier direct contact 효과</a:t>
            </a:r>
            <a:endParaRPr lang="en-US" sz="1275" dirty="0"/>
          </a:p>
        </p:txBody>
      </p:sp>
      <p:pic>
        <p:nvPicPr>
          <p:cNvPr id="7" name="Image 0" descr="gen-dedup-5b049e061c0d69ff7d78902e9b2fa504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848356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be0c51ffeee4da39de89009b62774bde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 소폭 열화 / MinA 2.8%p 열화, VMA 2.7%p 열화, CMA 2.8%p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MinA/VMA POR 대비 동등수준 / CMBSRP 소폭 열화 / VCHN 2.5%p 열화, CMA 1.6%p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96.5% → A 93.7%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 die yield distribution by wafer</a:t>
            </a:r>
            <a:endParaRPr lang="en-US" sz="2325" dirty="0"/>
          </a:p>
        </p:txBody>
      </p:sp>
      <p:pic>
        <p:nvPicPr>
          <p:cNvPr id="3" name="Image 0" descr="gen-dedup-0cc09cb6e7a2ed4f3746dec31716eb50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96.2%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93.8%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96.0%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2026-10-04T14:34:06Z</dcterms:created>
  <dcterms:modified xsi:type="dcterms:W3CDTF">2026-10-04T14:34:06Z</dcterms:modified>
</cp:coreProperties>
</file>