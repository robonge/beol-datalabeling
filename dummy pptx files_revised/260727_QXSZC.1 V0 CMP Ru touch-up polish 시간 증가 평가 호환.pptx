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45903f5781fc85ecf16543ef48622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952598"/>
            <a:ext cx="3905402" cy="1028700"/>
          </a:xfrm>
          <a:prstGeom prst="rect">
            <a:avLst/>
          </a:prstGeom>
        </p:spPr>
      </p:pic>
      <p:pic>
        <p:nvPicPr>
          <p:cNvPr id="3" name="Image 1" descr="gen-dedup-1bc33775fb21d9e9613a1629bfcf752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098" y="2952598"/>
            <a:ext cx="771754" cy="10287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KVFG QXSZC.1 ET results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067105"/>
            <a:ext cx="45061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V0 CMP Ru touch-up polish 시간 증가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55265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B(touch-up 150%) 진행 시 ACI CD 동등 수준 (Δ+0.08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795882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CMBSRP/MinA/VMA POR 대비 동등수준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03819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동등, 양산 적용 진행 (V0 DC 기준)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4019702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fill TEM / Ru line TEM (AR≈3)</a:t>
            </a:r>
            <a:endParaRPr lang="en-US" sz="825" dirty="0"/>
          </a:p>
        </p:txBody>
      </p:sp>
      <p:sp>
        <p:nvSpPr>
          <p:cNvPr id="13" name="Text 9"/>
          <p:cNvSpPr txBox="1"/>
          <p:nvPr/>
        </p:nvSpPr>
        <p:spPr>
          <a:xfrm>
            <a:off x="5810098" y="29004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6057900" y="2857500"/>
            <a:ext cx="103235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098" y="3219602"/>
          <a:ext cx="5696712" cy="2915107"/>
        </p:xfrm>
        <a:graphic>
          <a:graphicData uri="http://schemas.openxmlformats.org/drawingml/2006/table">
            <a:tbl>
              <a:tblPr/>
              <a:tblGrid>
                <a:gridCol w="1138428"/>
                <a:gridCol w="1154887"/>
                <a:gridCol w="899770"/>
                <a:gridCol w="1238098"/>
                <a:gridCol w="1264615"/>
              </a:tblGrid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13.20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13.32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13.30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13.28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13.29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13.26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13.27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2496312"/>
        </p:xfrm>
        <a:graphic>
          <a:graphicData uri="http://schemas.openxmlformats.org/drawingml/2006/table">
            <a:tbl>
              <a:tblPr/>
              <a:tblGrid>
                <a:gridCol w="1765706"/>
                <a:gridCol w="1528877"/>
                <a:gridCol w="1054303"/>
                <a:gridCol w="962863"/>
                <a:gridCol w="973836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84df78877c653eecb87d7d3a4c541ab7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6219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MinA/VMA/CMA POR 대비 동등수준 / CMBSRP 소폭 열화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0218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CMBSRP/MinA/VMA POR 대비 동등수준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528066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CMBSRP: POR 98.4% → A 97.4%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2026-10-04T13:20:50Z</dcterms:created>
  <dcterms:modified xsi:type="dcterms:W3CDTF">2026-10-04T13:20:50Z</dcterms:modified>
</cp:coreProperties>
</file>