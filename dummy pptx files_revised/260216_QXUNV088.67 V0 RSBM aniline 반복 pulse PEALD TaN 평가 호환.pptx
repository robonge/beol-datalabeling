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200400" cy="838505"/>
          </a:xfrm>
          <a:prstGeom prst="rect">
            <a:avLst/>
          </a:prstGeom>
        </p:spPr>
      </p:pic>
      <p:pic>
        <p:nvPicPr>
          <p:cNvPr id="3" name="Image 1" descr="gen-dedup-b75414675fdda3cebdc49e7c34b11c8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807" y="1067105"/>
            <a:ext cx="1837944" cy="8385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KVIP QXUNV088.67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668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V0 RSBM aniline 반복 pulse PEALD TaN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aniline + 250℃ 진행 시 ATOI CD 동등 수준 (Δ-0.05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MinA/VMA/CMA POR 대비 동등수준 / CMBSRP 2.1%p 열화, VCHN 1.6%p 열화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판단됨 (V0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381598" y="1943100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FSAV TEM (Mx / Mx+1)</a:t>
            </a:r>
            <a:endParaRPr lang="en-US" sz="825" dirty="0"/>
          </a:p>
        </p:txBody>
      </p:sp>
      <p:sp>
        <p:nvSpPr>
          <p:cNvPr id="13" name="Text 9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3429000"/>
            <a:ext cx="11795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76702"/>
        </p:xfrm>
        <a:graphic>
          <a:graphicData uri="http://schemas.openxmlformats.org/drawingml/2006/table">
            <a:tbl>
              <a:tblPr/>
              <a:tblGrid>
                <a:gridCol w="1030529"/>
                <a:gridCol w="1036930"/>
                <a:gridCol w="811987"/>
                <a:gridCol w="1110996"/>
                <a:gridCol w="1133856"/>
              </a:tblGrid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13.71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13.65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13.63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13.68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13.65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13.69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13.67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13.65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876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13.66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RSBM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343254"/>
        </p:xfrm>
        <a:graphic>
          <a:graphicData uri="http://schemas.openxmlformats.org/drawingml/2006/table">
            <a:tbl>
              <a:tblPr/>
              <a:tblGrid>
                <a:gridCol w="895198"/>
                <a:gridCol w="4854550"/>
                <a:gridCol w="3534156"/>
                <a:gridCol w="1536192"/>
              </a:tblGrid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PEALD TaN (inhibitor 없음)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77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W05, W07, W13, W16, W19, W23, 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aniline + 250℃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293339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293339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32658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58536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 측정: CD-SEM 49 pt / WF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84413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이전·이후 공정은 전 WF POR 동일 진행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10382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22.85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18.02 (-21.1%)</a:t>
            </a:r>
            <a:endParaRPr lang="en-US" sz="1275" dirty="0"/>
          </a:p>
        </p:txBody>
      </p:sp>
      <p:pic>
        <p:nvPicPr>
          <p:cNvPr id="5" name="Image 0" descr="gen-dedup-d935e575e310a1c2d32cfdb413d88650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— V0 yield by wafer (%)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3286354"/>
        </p:xfrm>
        <a:graphic>
          <a:graphicData uri="http://schemas.openxmlformats.org/drawingml/2006/table">
            <a:tbl>
              <a:tblPr/>
              <a:tblGrid>
                <a:gridCol w="2571293"/>
                <a:gridCol w="2226564"/>
                <a:gridCol w="1666951"/>
                <a:gridCol w="1535278"/>
                <a:gridCol w="1402690"/>
                <a:gridCol w="1418234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489569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spec(93%)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15538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MinA/VMA/CMA POR 대비 동등수준 / CMBSRP 2.1%p 열화, VCHN 1.6%p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41416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99.4% → A 97.3%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die yield distribution by wafer</a:t>
            </a:r>
            <a:endParaRPr lang="en-US" sz="2325" dirty="0"/>
          </a:p>
        </p:txBody>
      </p:sp>
      <p:pic>
        <p:nvPicPr>
          <p:cNvPr id="3" name="Image 0" descr="gen-dedup-8f49d2bb3917344e74a077eb4a2b84d7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99.4%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97.3%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2026-10-04T14:33:55Z</dcterms:created>
  <dcterms:modified xsi:type="dcterms:W3CDTF">2026-10-04T14:33:55Z</dcterms:modified>
</cp:coreProperties>
</file>