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cd441366041f68f63095d39d6a5727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1067105"/>
            <a:ext cx="4076395" cy="18864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KVED QQZPI.67 ET results</a:t>
            </a:r>
            <a:endParaRPr lang="en-US" sz="2325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38605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BM CuMn Mn 0.5 at% 적용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6191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B(CuMn 1.0 at% + RSBM) 진행 시 ACI CD 동등 수준 (Δ-0.01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38198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CMBSRP/MinA/VMA POR 대비 동등수준 / CMA 1.6%p 열화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81428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(V1 DC 기준)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7429500" y="2991002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Area-selective ALD TiN — EDS mapping</a:t>
            </a:r>
            <a:endParaRPr lang="en-US" sz="82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3619195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86507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390802"/>
                <a:gridCol w="2357323"/>
                <a:gridCol w="4683557"/>
                <a:gridCol w="2388413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 seed (pure)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W05, 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CuMn 0.3 at% + RSBM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CuMn 1.0 at% + RSBM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CuMn 0.5 at% + RSBM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025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4613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7210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496312"/>
        </p:xfrm>
        <a:graphic>
          <a:graphicData uri="http://schemas.openxmlformats.org/drawingml/2006/table">
            <a:tbl>
              <a:tblPr/>
              <a:tblGrid>
                <a:gridCol w="1765706"/>
                <a:gridCol w="1528877"/>
                <a:gridCol w="1054303"/>
                <a:gridCol w="962863"/>
                <a:gridCol w="973836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9bf115277c149d3c31b39b9816a68929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CMBSRP/VMA POR 대비 동등수준 / MinA 소폭 열화 / CMA 2.2%p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CMBSRP/MinA/VMA POR 대비 동등수준 / CMA 1.6%p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CMBSRP/MinA/VMA POR 대비 동등수준 / CMA 2.5%p 열화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2026-10-04T14:32:35Z</dcterms:created>
  <dcterms:modified xsi:type="dcterms:W3CDTF">2026-10-04T14:32:35Z</dcterms:modified>
</cp:coreProperties>
</file>