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a0847ff72121501a052af212eeff27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2943454" cy="1371600"/>
          </a:xfrm>
          <a:prstGeom prst="rect">
            <a:avLst/>
          </a:prstGeom>
        </p:spPr>
      </p:pic>
      <p:pic>
        <p:nvPicPr>
          <p:cNvPr id="3" name="Image 1" descr="gen-dedup-0473be2a62f6146754445308d5f7e8f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946" y="1067105"/>
            <a:ext cx="2095805" cy="13716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KVED RQYGZ.62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0690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etch 다단 tilt trim (0° → 50°)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A(RIE + IBE 45° trim) 진행 시 AASI CD 동등 수준 (Δ+0.05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B(IBE45s) AASI CD Δ+0.08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C(IBE50) AASI CD Δ+0.05 nm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CMBSRP/VCHN/MinA POR 대비 동등수준 / VMA 소폭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측벽 재증착 fence 제거로 short 개선, 단 trim 에 의한 CD 상향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X-SEM 상 sidewall fence (rabbit ear) 미관찰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31012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B(IBE45s) 는 VCHN/VMA/CMA POR 대비 동등수준 / CMBSRP/MinA 소폭 열화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37956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(M1 DC 기준)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381598" y="2476195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via/trench X-SEM / TiN MHM trench etch X-SEM</a:t>
            </a:r>
            <a:endParaRPr lang="en-US" sz="825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34290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39212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AASI CD wafer map</a:t>
            </a:r>
            <a:endParaRPr lang="en-US" sz="2325" dirty="0"/>
          </a:p>
        </p:txBody>
      </p:sp>
      <p:pic>
        <p:nvPicPr>
          <p:cNvPr id="3" name="Image 0" descr="gen-dedup-f7be66f067feedeb31b6319bdcf52dfa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1400294a547440ab1f38b4a56cded8e4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39d8d152efb6f2df6b5101a649267f14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7ffe461af3f47ae7d6e86a3d4c647f37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AASI CD POR 대비 Δ+0.05 nm, edge 영역 편차 POR 동등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AASI CD POR 대비 Δ+0.08 nm, edge 영역 편차 POR 동등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AASI CD POR 대비 Δ+0.05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55.76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55.45 (-0.6%,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55.84 (+0.1%, 동등)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55.86 (+0.2%, 동등)</a:t>
            </a:r>
            <a:endParaRPr lang="en-US" sz="1275" dirty="0"/>
          </a:p>
        </p:txBody>
      </p:sp>
      <p:pic>
        <p:nvPicPr>
          <p:cNvPr id="7" name="Image 0" descr="gen-dedup-6b63bcdc8bd7393636184387f728bc7b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2026-10-04T15:00:49Z</dcterms:created>
  <dcterms:modified xsi:type="dcterms:W3CDTF">2026-10-04T15:00:49Z</dcterms:modified>
</cp:coreProperties>
</file>