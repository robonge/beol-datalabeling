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0" y="1067105"/>
            <a:ext cx="2238451" cy="2000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KVKB RQFZG005.69 ET results</a:t>
            </a:r>
            <a:endParaRPr lang="en-US" sz="25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123798"/>
            <a:ext cx="448513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Cu slurry BTA 농도 50% 하향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9344"/>
            <a:ext cx="588599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B(BTA 50%) 진행 시 ATOI CD 동등 수준 (Δ+0.05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A(NewInh) ATOI CD Δ+0.04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C(H2O2+30) ATOI CD Δ+0.05 nm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 POR 대비 동등수준 / VCHN 소폭 열화 / MinA 10.2%p 열화, CMA 11.1%p 열화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정적 용해(SER) 증가로 wide line 중심부 recess 추정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 POR 대비 2.4배 증가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1012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C(H2O2+30) 는 VMA 14.7%p 개선 / MinA 소폭 열화 / VCHN 9.8%p 열화, CMA 12.2%p 열화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7956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(M3 DC 기준)</a:t>
            </a:r>
            <a:endParaRPr lang="en-US" sz="1275" dirty="0"/>
          </a:p>
        </p:txBody>
      </p:sp>
      <p:sp>
        <p:nvSpPr>
          <p:cNvPr id="16" name="Text 13"/>
          <p:cNvSpPr txBox="1"/>
          <p:nvPr/>
        </p:nvSpPr>
        <p:spPr>
          <a:xfrm>
            <a:off x="6381598" y="3105302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</a:t>
            </a:r>
            <a:endParaRPr lang="en-US" sz="825" dirty="0"/>
          </a:p>
        </p:txBody>
      </p:sp>
      <p:sp>
        <p:nvSpPr>
          <p:cNvPr id="17" name="Text 14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3429000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7844"/>
                <a:gridCol w="1035101"/>
                <a:gridCol w="815645"/>
                <a:gridCol w="1106424"/>
                <a:gridCol w="1129284"/>
              </a:tblGrid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29.56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29.54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29.59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589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29.60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fc3cb43c7451be8518a2a6ce65fac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4000500" cy="1429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306678"/>
                <a:gridCol w="3188513"/>
                <a:gridCol w="4082796"/>
                <a:gridCol w="2243023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slurry (BTA std)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W03, W11, 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inhibitor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W13, 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BTA 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W10, 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H2O2 +30%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5277002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CMP defect type review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72104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dishing / erosion (AFM)</a:t>
            </a:r>
            <a:endParaRPr lang="en-US" sz="2325" dirty="0"/>
          </a:p>
        </p:txBody>
      </p:sp>
      <p:pic>
        <p:nvPicPr>
          <p:cNvPr id="3" name="Image 0" descr="gen-dedup-6b62c2242c9503a9f7582160cdb6a73b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685800" y="1181405"/>
            <a:ext cx="5905195" cy="447690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181405"/>
          <a:ext cx="4648810" cy="1828800"/>
        </p:xfrm>
        <a:graphic>
          <a:graphicData uri="http://schemas.openxmlformats.org/drawingml/2006/table">
            <a:tbl>
              <a:tblPr/>
              <a:tblGrid>
                <a:gridCol w="1076951"/>
                <a:gridCol w="734119"/>
                <a:gridCol w="660981"/>
                <a:gridCol w="703035"/>
                <a:gridCol w="736861"/>
                <a:gridCol w="736861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 \ Pattern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Wide 10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50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100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50%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90%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NewInh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B: BTA50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C: H2O2+30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3181198"/>
            <a:ext cx="4648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최대 recess 11.0 nm (POR 8.1 nm)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0" y="3440887"/>
            <a:ext cx="4648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고밀도 array 영역 Peff≈P0/ρ 영향으로 erosion 편차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3699662"/>
            <a:ext cx="4648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2nm 이하 노드 허용 dishing &lt; 2 nm 기준 초과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/ Via Rc cumulative distribution</a:t>
            </a:r>
            <a:endParaRPr lang="en-US" sz="2325" dirty="0"/>
          </a:p>
        </p:txBody>
      </p:sp>
      <p:pic>
        <p:nvPicPr>
          <p:cNvPr id="3" name="Image 0" descr="gen-dedup-58036d22a64d087527e56a9004a585e1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3be7368ae4ba3425e9ea8117340b0f4c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+1.1% / Via Rc -1.2%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+1.7% / Via Rc -0.4%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+1.3% / Via Rc -0.9%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3648456"/>
        </p:xfrm>
        <a:graphic>
          <a:graphicData uri="http://schemas.openxmlformats.org/drawingml/2006/table">
            <a:tbl>
              <a:tblPr/>
              <a:tblGrid>
                <a:gridCol w="3237890"/>
                <a:gridCol w="2099462"/>
                <a:gridCol w="1933042"/>
                <a:gridCol w="1765706"/>
                <a:gridCol w="1784909"/>
              </a:tblGrid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8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5277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spec(15%)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535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 POR 대비 동등수준 / VMA 11.6%p 개선 / MinA 13.4%p 열화, CMA 14.3%p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795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VMA POR 대비 동등수준 / VCHN 소폭 열화 / MinA 10.2%p 열화, CMA 11.1%p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054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VMA 14.7%p 개선 / MinA 소폭 열화 / VCHN 9.8%p 열화, CMA 12.2%p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1301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CMA: POR 38.8% → A 24.6%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 die yield distribution by wafer</a:t>
            </a:r>
            <a:endParaRPr lang="en-US" sz="2325" dirty="0"/>
          </a:p>
        </p:txBody>
      </p:sp>
      <p:pic>
        <p:nvPicPr>
          <p:cNvPr id="3" name="Image 0" descr="gen-dedup-a814eb56781a25524f6790a7b836810a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38.8%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22.9%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27.3%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29.0%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2026-10-04T17:39:09Z</dcterms:created>
  <dcterms:modified xsi:type="dcterms:W3CDTF">2026-10-04T17:39:09Z</dcterms:modified>
</cp:coreProperties>
</file>