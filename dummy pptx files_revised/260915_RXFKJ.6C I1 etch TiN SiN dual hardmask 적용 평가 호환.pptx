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598" y="1067105"/>
            <a:ext cx="2238451" cy="2000707"/>
          </a:xfrm>
          <a:prstGeom prst="rect">
            <a:avLst/>
          </a:prstGeom>
        </p:spPr>
      </p:pic>
      <p:pic>
        <p:nvPicPr>
          <p:cNvPr id="3" name="Image 1" descr="gen-dedup-5407fae4870bba8a6131074a9fab615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4" y="1067105"/>
            <a:ext cx="1657807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KVKB RXFKJ.6C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41929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etch TiN/SiN dual hardmask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6135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TiN 박막 + SiN 진행 시 ATOI CD 동등 수준 (Δ-0.09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8525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VCHN/VMA/CMA POR 대비 동등수준 / CMBSRP 2.0%p 개선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(I1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381598" y="31053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BEOL metal stack X-SEM (TechInsights)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3429000"/>
            <a:ext cx="111099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76702"/>
        </p:xfrm>
        <a:graphic>
          <a:graphicData uri="http://schemas.openxmlformats.org/drawingml/2006/table">
            <a:tbl>
              <a:tblPr/>
              <a:tblGrid>
                <a:gridCol w="1030529"/>
                <a:gridCol w="1036930"/>
                <a:gridCol w="811987"/>
                <a:gridCol w="1110996"/>
                <a:gridCol w="1133856"/>
              </a:tblGrid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ATOI CD wafer map</a:t>
            </a:r>
            <a:endParaRPr lang="en-US" sz="2325" dirty="0"/>
          </a:p>
        </p:txBody>
      </p:sp>
      <p:pic>
        <p:nvPicPr>
          <p:cNvPr id="3" name="Image 0" descr="gen-dedup-a069236e232f55b71e0ab49aba680152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8661db3262ed9e4f86c02624a948d372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Δ-0.09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Line Rs / Via Rc cumulative distribution</a:t>
            </a:r>
            <a:endParaRPr lang="en-US" sz="2325" dirty="0"/>
          </a:p>
        </p:txBody>
      </p:sp>
      <p:pic>
        <p:nvPicPr>
          <p:cNvPr id="3" name="Image 0" descr="gen-dedup-3c738e8659494ce3a8586c59862b121b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4cd73602b520fafd49764c2d0f9fd6a8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+0.2% / Via Rc +0.9%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32f66ac464b272dd1dac8e75224add7a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전 item POR 동등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가능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2026-10-04T14:59:34Z</dcterms:created>
  <dcterms:modified xsi:type="dcterms:W3CDTF">2026-10-04T14:59:34Z</dcterms:modified>
</cp:coreProperties>
</file>