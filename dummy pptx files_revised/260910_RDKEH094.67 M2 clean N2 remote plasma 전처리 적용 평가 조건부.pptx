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cfcade99caca754fd481c12cbcb6a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67105"/>
            <a:ext cx="2333549" cy="1181405"/>
          </a:xfrm>
          <a:prstGeom prst="rect">
            <a:avLst/>
          </a:prstGeom>
        </p:spPr>
      </p:pic>
      <p:pic>
        <p:nvPicPr>
          <p:cNvPr id="3" name="Image 1" descr="gen-dedup-a0847ff72121501a052af212eeff272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244" y="1067105"/>
            <a:ext cx="2533802" cy="118140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SF1.0 KVED RDKEH094.67 ET results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5905195" y="1067105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6" name="Text 2"/>
          <p:cNvSpPr txBox="1"/>
          <p:nvPr/>
        </p:nvSpPr>
        <p:spPr>
          <a:xfrm>
            <a:off x="6133795" y="1067105"/>
            <a:ext cx="392643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M2 clean N2 remote plasma 전처리 적용 평가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5905195" y="1256386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6133795" y="1256386"/>
            <a:ext cx="71780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5905195" y="1445666"/>
            <a:ext cx="56007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A(acetic acid clean) 진행 시 AASI CD 0.2 nm 상향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5905195" y="1634947"/>
            <a:ext cx="56007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B(N2-RP50) AASI CD Δ+0.11 nm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5905195" y="1824228"/>
            <a:ext cx="56007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median POR 대비 -4.0% 감소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5905195" y="2013509"/>
            <a:ext cx="56007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MinA/VMA/CMA POR 대비 동등수준 / CMBSRP 2.5%p 열화, VCHN 2.2%p 열화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5905195" y="2392070"/>
            <a:ext cx="5763463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plasma 질화에 의한 low-k 표면 densification, line-to-line leakage 증가 추정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5905195" y="2581351"/>
            <a:ext cx="56007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조건 CD targeting 하고 VCHN 동등 수준 3타점 확인 뒤 호환 가능 판단됨 (M2 DC 기준)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2286000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Cu/liner/barrier TEM-EDS / Cu DD via/trench X-SEM</a:t>
            </a:r>
            <a:endParaRPr lang="en-US" sz="825" dirty="0"/>
          </a:p>
        </p:txBody>
      </p:sp>
      <p:pic>
        <p:nvPicPr>
          <p:cNvPr id="16" name="Image 2" descr="gen-dedup-df880408ccd6a9b52fdac8bd27cee55e.png">    </p:cNvPr>
          <p:cNvPicPr>
            <a:picLocks noChangeAspect="1"/>
          </p:cNvPicPr>
          <p:nvPr/>
        </p:nvPicPr>
        <p:blipFill>
          <a:blip r:embed="rId3"/>
          <a:srcRect l="0" r="0" t="-2" b="-2"/>
          <a:stretch/>
        </p:blipFill>
        <p:spPr>
          <a:xfrm>
            <a:off x="685800" y="3666744"/>
            <a:ext cx="2133295" cy="3047695"/>
          </a:xfrm>
          <a:prstGeom prst="rect">
            <a:avLst/>
          </a:prstGeom>
        </p:spPr>
      </p:pic>
      <p:pic>
        <p:nvPicPr>
          <p:cNvPr id="17" name="Image 3" descr="gen-dedup-c82de9b1aa02c0e23001f1ee0da666f1.png">    </p:cNvPr>
          <p:cNvPicPr>
            <a:picLocks noChangeAspect="1"/>
          </p:cNvPicPr>
          <p:nvPr/>
        </p:nvPicPr>
        <p:blipFill>
          <a:blip r:embed="rId4"/>
          <a:srcRect l="0" r="0" t="-2" b="-2"/>
          <a:stretch/>
        </p:blipFill>
        <p:spPr>
          <a:xfrm>
            <a:off x="2933395" y="3666744"/>
            <a:ext cx="2133295" cy="304769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33695" y="3662172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9" name="Text 13"/>
          <p:cNvSpPr txBox="1"/>
          <p:nvPr/>
        </p:nvSpPr>
        <p:spPr>
          <a:xfrm>
            <a:off x="5581498" y="3619195"/>
            <a:ext cx="118414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AASI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695" y="3981298"/>
          <a:ext cx="6172200" cy="2686507"/>
        </p:xfrm>
        <a:graphic>
          <a:graphicData uri="http://schemas.openxmlformats.org/drawingml/2006/table">
            <a:tbl>
              <a:tblPr/>
              <a:tblGrid>
                <a:gridCol w="1233343"/>
                <a:gridCol w="1251628"/>
                <a:gridCol w="974606"/>
                <a:gridCol w="1342140"/>
                <a:gridCol w="1370483"/>
              </a:tblGrid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W21(POR)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22.82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3.62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22.71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3.90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22.90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1.75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5.59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22.97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4.77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22.82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4.65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22.92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4.27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22.86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5.59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AASI CD wafer map</a:t>
            </a:r>
            <a:endParaRPr lang="en-US" sz="2325" dirty="0"/>
          </a:p>
        </p:txBody>
      </p:sp>
      <p:pic>
        <p:nvPicPr>
          <p:cNvPr id="3" name="Image 0" descr="gen-dedup-ceaee7f8019271d1a12f628f50247b02.png">    </p:cNvPr>
          <p:cNvPicPr>
            <a:picLocks noChangeAspect="1"/>
          </p:cNvPicPr>
          <p:nvPr/>
        </p:nvPicPr>
        <p:blipFill>
          <a:blip r:embed="rId1"/>
          <a:srcRect l="0" r="0" t="-7" b="-7"/>
          <a:stretch/>
        </p:blipFill>
        <p:spPr>
          <a:xfrm>
            <a:off x="685800" y="1181405"/>
            <a:ext cx="3504895" cy="4200754"/>
          </a:xfrm>
          <a:prstGeom prst="rect">
            <a:avLst/>
          </a:prstGeom>
        </p:spPr>
      </p:pic>
      <p:pic>
        <p:nvPicPr>
          <p:cNvPr id="4" name="Image 1" descr="gen-dedup-ce2bd2796768fda1cb826d31918afe82.png">    </p:cNvPr>
          <p:cNvPicPr>
            <a:picLocks noChangeAspect="1"/>
          </p:cNvPicPr>
          <p:nvPr/>
        </p:nvPicPr>
        <p:blipFill>
          <a:blip r:embed="rId2"/>
          <a:srcRect l="0" r="0" t="-7" b="-7"/>
          <a:stretch/>
        </p:blipFill>
        <p:spPr>
          <a:xfrm>
            <a:off x="4343400" y="1181405"/>
            <a:ext cx="3504895" cy="4200754"/>
          </a:xfrm>
          <a:prstGeom prst="rect">
            <a:avLst/>
          </a:prstGeom>
        </p:spPr>
      </p:pic>
      <p:pic>
        <p:nvPicPr>
          <p:cNvPr id="5" name="Image 2" descr="gen-dedup-4037fc0a3ac68f17230c610f6bdfb5d8.png">    </p:cNvPr>
          <p:cNvPicPr>
            <a:picLocks noChangeAspect="1"/>
          </p:cNvPicPr>
          <p:nvPr/>
        </p:nvPicPr>
        <p:blipFill>
          <a:blip r:embed="rId3"/>
          <a:srcRect l="0" r="0" t="-7" b="-7"/>
          <a:stretch/>
        </p:blipFill>
        <p:spPr>
          <a:xfrm>
            <a:off x="8001000" y="1181405"/>
            <a:ext cx="3504895" cy="420075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5609844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AASI CD POR 대비 Δ+0.17 nm, edge 영역 편차 확대</a:t>
            </a:r>
            <a:endParaRPr lang="en-US" sz="1275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5869534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AASI CD POR 대비 Δ+0.11 nm, edge 영역 편차 POR 동등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2026-10-04T14:32:48Z</dcterms:created>
  <dcterms:modified xsi:type="dcterms:W3CDTF">2026-10-04T14:32:48Z</dcterms:modified>
</cp:coreProperties>
</file>