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b1fade4ec2a06a6202759e596d1c0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2533802" cy="780898"/>
          </a:xfrm>
          <a:prstGeom prst="rect">
            <a:avLst/>
          </a:prstGeom>
        </p:spPr>
      </p:pic>
      <p:pic>
        <p:nvPicPr>
          <p:cNvPr id="3" name="Image 1" descr="gen-dedup-3897b52ff178b7b0c563d79c2128103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295" y="1067105"/>
            <a:ext cx="2505456" cy="7808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RQQNJ070.6B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743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CMP down-force 상향 (2.0 → 2.5 psi)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Low-BTA slurry 진행 시 AASI CD 동등 수준 (Δ+0.09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+6.7% 상승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+2.4%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VCHN/VMA POR 대비 동등수준 / MinA 3.4%p 열화, CMA 2.2%p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06689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L/S 영역 erosion 및 wide line dishing 동반, min-area open 성 fail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5524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targeting 후 ET 재확인 뒤 호환 가능 판단됨 (M3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381598" y="1886407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L/S 영역 defect review SEM / post CMP defect review SEM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34290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7844"/>
                <a:gridCol w="1035101"/>
                <a:gridCol w="815645"/>
                <a:gridCol w="1106424"/>
                <a:gridCol w="1129284"/>
              </a:tblGrid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31.99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32.12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5.88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32.10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6.64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5.80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53.70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57.31 (+6.7%)</a:t>
            </a:r>
            <a:endParaRPr lang="en-US" sz="1275" dirty="0"/>
          </a:p>
        </p:txBody>
      </p:sp>
      <p:pic>
        <p:nvPicPr>
          <p:cNvPr id="5" name="Image 0" descr="gen-dedup-65297d5075269b6b3d164bfb474c1a22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3553358"/>
        </p:xfrm>
        <a:graphic>
          <a:graphicData uri="http://schemas.openxmlformats.org/drawingml/2006/table">
            <a:tbl>
              <a:tblPr/>
              <a:tblGrid>
                <a:gridCol w="1880921"/>
                <a:gridCol w="1219810"/>
                <a:gridCol w="1122883"/>
                <a:gridCol w="1025957"/>
                <a:gridCol w="1036930"/>
              </a:tblGrid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95048023ecbb30fc3e38709652bdd887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02920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VCHN/VMA POR 대비 동등수준 / MinA 3.4%p 열화, CMA 2.2%p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28797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97.8% → A 94.4%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Line Rs by wafer</a:t>
            </a:r>
            <a:endParaRPr lang="en-US" sz="2325" dirty="0"/>
          </a:p>
        </p:txBody>
      </p:sp>
      <p:pic>
        <p:nvPicPr>
          <p:cNvPr id="3" name="Image 0" descr="gen-dedup-19c1477c70151c58e19400519066d7da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53.7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57.3 (+6.7%)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2026-10-04T13:23:01Z</dcterms:created>
  <dcterms:modified xsi:type="dcterms:W3CDTF">2026-10-04T13:23:01Z</dcterms:modified>
</cp:coreProperties>
</file>