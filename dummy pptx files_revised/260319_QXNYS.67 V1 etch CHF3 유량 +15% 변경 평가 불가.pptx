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90595"/>
            <a:ext cx="2343607" cy="2085746"/>
          </a:xfrm>
          <a:prstGeom prst="rect">
            <a:avLst/>
          </a:prstGeom>
        </p:spPr>
      </p:pic>
      <p:pic>
        <p:nvPicPr>
          <p:cNvPr id="3" name="Image 1" descr="gen-dedup-bfd4229567a6020de77c6fdd85764e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02" y="3390595"/>
            <a:ext cx="2333549" cy="208574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KVIP QXNYS.67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382767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etch CHF3 유량 +15%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A(OE 80%) 진행 시 ATOI CD 0.3 nm 하향. pMTS 기준 BCD 0.6nm 열화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B(OE80+LB) ATOI CD Δ-0.26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+9.8%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VMA 4.7%p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CHF3 passivation 과다로 via bottom CD 축소, open 성 열화로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post-etch clean 강화 split 재평가 예정 (V1 DC 기준)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514746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EDS mapping (Cu/Si/O/Ta)</a:t>
            </a:r>
            <a:endParaRPr lang="en-US" sz="825" dirty="0"/>
          </a:p>
        </p:txBody>
      </p:sp>
      <p:sp>
        <p:nvSpPr>
          <p:cNvPr id="16" name="Text 12"/>
          <p:cNvSpPr txBox="1"/>
          <p:nvPr/>
        </p:nvSpPr>
        <p:spPr>
          <a:xfrm>
            <a:off x="5810098" y="3338474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057900" y="3295498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657600"/>
          <a:ext cx="5696712" cy="3020263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194206"/>
                <a:gridCol w="2915107"/>
                <a:gridCol w="4659782"/>
                <a:gridCol w="2050999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W06, 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OE 100% / POR chemistry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W09, 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OE 80%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W07, 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OE 80% + bias 하향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ATOI 측정: CD-SEM 49 pt / WF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8213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31.77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31.68 (-0.3%,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31.72 (-0.2%, 동등)</a:t>
            </a:r>
            <a:endParaRPr lang="en-US" sz="1275" dirty="0"/>
          </a:p>
        </p:txBody>
      </p:sp>
      <p:pic>
        <p:nvPicPr>
          <p:cNvPr id="6" name="Image 0" descr="gen-dedup-f34d3f084e2491dcf6cc2c795e116e99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V1 yield by wafer (%)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924251"/>
        </p:xfrm>
        <a:graphic>
          <a:graphicData uri="http://schemas.openxmlformats.org/drawingml/2006/table">
            <a:tbl>
              <a:tblPr/>
              <a:tblGrid>
                <a:gridCol w="2958998"/>
                <a:gridCol w="2562149"/>
                <a:gridCol w="1918411"/>
                <a:gridCol w="1766621"/>
                <a:gridCol w="1613916"/>
              </a:tblGrid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5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spec(93%)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CMBSRP/VCHN/MinA POR 대비 동등수준 / VMA 4.7%p 열화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 POR 대비 동등수준 / CMBSRP 소폭 열화 / VCHN 1.9%p 열화, VMA 2.6%p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29254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VMA: POR 95.1% → A 90.4%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87d414a8ccd6ac6b2ff2c0c446c0c7b9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VCHN, VMA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2026-10-04T13:21:32Z</dcterms:created>
  <dcterms:modified xsi:type="dcterms:W3CDTF">2026-10-04T13:21:32Z</dcterms:modified>
</cp:coreProperties>
</file>