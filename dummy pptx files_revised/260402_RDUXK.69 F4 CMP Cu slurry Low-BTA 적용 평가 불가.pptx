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b1c7d47521709db2f2fd07d611f2e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676802" cy="1152144"/>
          </a:xfrm>
          <a:prstGeom prst="rect">
            <a:avLst/>
          </a:prstGeom>
        </p:spPr>
      </p:pic>
      <p:pic>
        <p:nvPicPr>
          <p:cNvPr id="3" name="Image 1" descr="gen-dedup-33ba68f37a1dbf42aace30b53f7c3c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1067105"/>
            <a:ext cx="1362456" cy="1152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RDUXK.69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036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CMP Cu slurry Low-BTA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67202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A(Low-BTA slurry) 진행 시 AASI CD 0.2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B(DF2.5) AASI CD Δ+0.19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+11.7%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 POR 대비 동등수준 / MinA 3.7%p 열화, VMA 1.7%p 열화, CMA 2.9%p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overCMP dishing/erosion 에 의한 Cu 단면적 감소로 Rs 상승 추정, EM 마진 우려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10x 에서 dishing 영향 상대적으로 큼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B(DF2.5) 는 VCHN/VMA POR 대비 동등수준 / MinA 3.3%p 열화, CMA 1.9%p 열화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0389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BTA 중간 농도 slurry split 재평가 예정 (F4 DC 기준)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2257654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 / post CMP tilt SEM</a:t>
            </a:r>
            <a:endParaRPr lang="en-US" sz="82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429000"/>
            <a:ext cx="115671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b1c7d47521709db2f2fd07d611f2e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4000500" cy="12573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70432"/>
                <a:gridCol w="3728923"/>
                <a:gridCol w="3912718"/>
                <a:gridCol w="2008937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W17, 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slurry / OP 100%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W12, W14, 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Low-BTA slurry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W08, W13,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down-force 2.5 psi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6670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이전·이후 공정은 전 WF POR 동일 진행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14.99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15.29 (+2.0%,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15.43 (+2.9%)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42775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via open 성 영향 추정</a:t>
            </a:r>
            <a:endParaRPr lang="en-US" sz="1275" dirty="0"/>
          </a:p>
        </p:txBody>
      </p:sp>
      <p:pic>
        <p:nvPicPr>
          <p:cNvPr id="7" name="Image 0" descr="gen-dedup-4c8f5a3269fd2264a42d670a75bf87e9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f84621ae78245d5c95ca4798cfedb377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MinA, VMA, CMA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MinA, CMA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2026-10-04T13:20:27Z</dcterms:created>
  <dcterms:modified xsi:type="dcterms:W3CDTF">2026-10-04T13:20:27Z</dcterms:modified>
</cp:coreProperties>
</file>