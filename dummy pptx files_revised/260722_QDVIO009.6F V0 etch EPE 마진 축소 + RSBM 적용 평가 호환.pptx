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7911035f9039bb01f33f3ab99dab6c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4352544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KVKB QDVIO009.6F ET results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5905195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5" name="Text 2"/>
          <p:cNvSpPr txBox="1"/>
          <p:nvPr/>
        </p:nvSpPr>
        <p:spPr>
          <a:xfrm>
            <a:off x="6143854" y="1067105"/>
            <a:ext cx="3784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etch EPE 마진 축소 + RSBM 적용 평가</a:t>
            </a:r>
            <a:endParaRPr lang="en-US" sz="1125" dirty="0"/>
          </a:p>
        </p:txBody>
      </p:sp>
      <p:sp>
        <p:nvSpPr>
          <p:cNvPr id="6" name="Text 3"/>
          <p:cNvSpPr txBox="1"/>
          <p:nvPr/>
        </p:nvSpPr>
        <p:spPr>
          <a:xfrm>
            <a:off x="5905195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7" name="Text 4"/>
          <p:cNvSpPr txBox="1"/>
          <p:nvPr/>
        </p:nvSpPr>
        <p:spPr>
          <a:xfrm>
            <a:off x="6143854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8" name="Text 5"/>
          <p:cNvSpPr txBox="1"/>
          <p:nvPr/>
        </p:nvSpPr>
        <p:spPr>
          <a:xfrm>
            <a:off x="5905195" y="1495044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A(RSBM + OE 85%) 진행 시 AMI CD 동등 수준 (Δ-0.01 nm)</a:t>
            </a:r>
            <a:endParaRPr lang="en-US" sz="1125" dirty="0"/>
          </a:p>
        </p:txBody>
      </p:sp>
      <p:sp>
        <p:nvSpPr>
          <p:cNvPr id="9" name="Text 6"/>
          <p:cNvSpPr txBox="1"/>
          <p:nvPr/>
        </p:nvSpPr>
        <p:spPr>
          <a:xfrm>
            <a:off x="5905195" y="1709928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B(RSBM-POR) AMI CD Δ+0.04 nm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5905195" y="1923898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-22.8% 감소</a:t>
            </a:r>
            <a:endParaRPr lang="en-US" sz="1125" dirty="0"/>
          </a:p>
        </p:txBody>
      </p:sp>
      <p:sp>
        <p:nvSpPr>
          <p:cNvPr id="11" name="Text 8"/>
          <p:cNvSpPr txBox="1"/>
          <p:nvPr/>
        </p:nvSpPr>
        <p:spPr>
          <a:xfrm>
            <a:off x="5905195" y="2138782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VCHN/MinA/CMA POR 대비 동등수준 / CMBSRP/VMA 소폭 열화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5905195" y="2352751"/>
            <a:ext cx="57552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오정렬(EPE) site 에서 via-to-line space 감소, VCHN short 소폭 열화 추정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5905195" y="2566721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(V0 DC 기준)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105302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FSAV TEM (Mx / Mx+1)</a:t>
            </a:r>
            <a:endParaRPr lang="en-US" sz="82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33602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190902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Via Rc cumulative distribution</a:t>
            </a:r>
            <a:endParaRPr lang="en-US" sz="2325" dirty="0"/>
          </a:p>
        </p:txBody>
      </p:sp>
      <p:pic>
        <p:nvPicPr>
          <p:cNvPr id="3" name="Image 0" descr="gen-dedup-c96dc924a1e811965423204bd5033b1f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22.87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17.66 (-22.8%)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17.88 (-21.8%)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(V0 DC)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2276856"/>
                <a:gridCol w="1971446"/>
                <a:gridCol w="1476756"/>
                <a:gridCol w="1358798"/>
                <a:gridCol w="1241755"/>
                <a:gridCol w="1255471"/>
                <a:gridCol w="1239012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spec(94%)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VCHN/MinA/CMA POR 대비 동등수준 / CMBSRP/VMA 소폭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CMBSRP/VCHN/MinA POR 대비 동등수준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49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95.8% → A 94.3%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6a1c62f582cbc3893e16d59858ded77a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95.8%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94.4%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95.6%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2026-10-04T14:33:00Z</dcterms:created>
  <dcterms:modified xsi:type="dcterms:W3CDTF">2026-10-04T14:33:00Z</dcterms:modified>
</cp:coreProperties>
</file>