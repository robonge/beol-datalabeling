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d03ab740cae311b9557043431c7ea7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305" y="1067105"/>
            <a:ext cx="1438351" cy="1276502"/>
          </a:xfrm>
          <a:prstGeom prst="rect">
            <a:avLst/>
          </a:prstGeom>
        </p:spPr>
      </p:pic>
      <p:pic>
        <p:nvPicPr>
          <p:cNvPr id="3" name="Image 1" descr="gen-dedup-a0847ff72121501a052af212eeff272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551" y="1067105"/>
            <a:ext cx="2743200" cy="127650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KVKB QDTTJ.67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0716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6" name="Text 2"/>
          <p:cNvSpPr txBox="1"/>
          <p:nvPr/>
        </p:nvSpPr>
        <p:spPr>
          <a:xfrm>
            <a:off x="933602" y="1028700"/>
            <a:ext cx="118414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AASI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90802"/>
          <a:ext cx="6096305" cy="2553005"/>
        </p:xfrm>
        <a:graphic>
          <a:graphicData uri="http://schemas.openxmlformats.org/drawingml/2006/table">
            <a:tbl>
              <a:tblPr/>
              <a:tblGrid>
                <a:gridCol w="1217981"/>
                <a:gridCol w="1236269"/>
                <a:gridCol w="962863"/>
                <a:gridCol w="1325880"/>
                <a:gridCol w="1353312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25.97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26.22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1.54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4.72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+0.22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26.62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5.63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+0.62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4.90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+0.46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26.30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5.63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+0.30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39305" y="2381098"/>
            <a:ext cx="42675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Cu DD via/trench X-SEM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466709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0" name="Text 5"/>
          <p:cNvSpPr txBox="1"/>
          <p:nvPr/>
        </p:nvSpPr>
        <p:spPr>
          <a:xfrm>
            <a:off x="914400" y="4667098"/>
            <a:ext cx="371520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etch MHM PVD 신규 chamber 호환 평가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685800" y="485637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4856378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5045659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B(MHM 22 nm) 진행 시 AASI CD 0.7 nm 상향. pMTS 기준 BCD 0.9nm 열화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5234940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A(MHM22+OE85) AASI CD Δ+0.26 nm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5424221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C(MHM22+pass) AASI CD Δ+0.50 nm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561350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-3.2% 감소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685800" y="5802782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MinA POR 대비 동등수준 / CMBSRP 2.8%p 열화, VCHN 2.0%p 열화, VMA 1.6%p 열화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5992063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ARDE 에 의해 narrow space 영역 punch-through 전조, CD 상향으로 short 열화 추정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6181344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 상 MHM 잔존 두께 POR 11 nm / split 4~6 nm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6370625"/>
            <a:ext cx="108210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조건 3 lot 재현성 확인 뒤 호환 가능 판단됨 (M3 DC 기준)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fd4229567a6020de77c6fdd85764e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10305"/>
            <a:ext cx="2971800" cy="266730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etch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2220163"/>
        </p:xfrm>
        <a:graphic>
          <a:graphicData uri="http://schemas.openxmlformats.org/drawingml/2006/table">
            <a:tbl>
              <a:tblPr/>
              <a:tblGrid>
                <a:gridCol w="1215238"/>
                <a:gridCol w="2060143"/>
                <a:gridCol w="5458054"/>
                <a:gridCol w="2086661"/>
              </a:tblGrid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TiN MHM 30 nm / POR etch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W02, W22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MHM 22 nm + OE 85%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MHM 22 nm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44403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MHM 22 nm + passivation 강화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 조건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85800" y="6515100"/>
            <a:ext cx="4000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048402" y="3810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7" name="Text 3"/>
          <p:cNvSpPr txBox="1"/>
          <p:nvPr/>
        </p:nvSpPr>
        <p:spPr>
          <a:xfrm>
            <a:off x="5352898" y="3810305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5048402" y="4202582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ET: 49 die / WF, Kelvin chain 1k via 포함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5048402" y="4461358"/>
            <a:ext cx="6458407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2026-10-04T13:16:17Z</dcterms:created>
  <dcterms:modified xsi:type="dcterms:W3CDTF">2026-10-04T13:16:17Z</dcterms:modified>
</cp:coreProperties>
</file>