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7ec3ab04fadcef8ac33d7b53dc0ec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90595"/>
            <a:ext cx="2542946" cy="800100"/>
          </a:xfrm>
          <a:prstGeom prst="rect">
            <a:avLst/>
          </a:prstGeom>
        </p:spPr>
      </p:pic>
      <p:pic>
        <p:nvPicPr>
          <p:cNvPr id="3" name="Image 1" descr="gen-dedup-0303609344c5357a4fd7c456b10baf1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56" y="3390595"/>
            <a:ext cx="2133295" cy="8001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QDXNT.6D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342259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clean brush 압력 하향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A(organic acid clean) 진행 시 ACI CD 0.1 nm 상향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B(DIO3) ACI CD Δ+0.10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+3.5% 상승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 POR 대비 동등수준 / CMA 소폭 열화 / CMBSRP 3.0%p 열화, VCHN 3.2%p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brush 세정력 저하로 particle·organic residue 잔류, short 성 열화 추정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brush 85% 중간 조건 split 재평가 예정 (F4 DC 기준)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229100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CMP defect review SEM / Cu/SiO2 edge (bird's eye / X-section)</a:t>
            </a:r>
            <a:endParaRPr lang="en-US" sz="825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3338474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057900" y="3295498"/>
            <a:ext cx="1032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657600"/>
          <a:ext cx="5696712" cy="2553005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b1c7d47521709db2f2fd07d611f2e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72307"/>
            <a:ext cx="4000500" cy="12573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clean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266444"/>
                <a:gridCol w="2147011"/>
                <a:gridCol w="5232197"/>
                <a:gridCol w="2175358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chemistry / POR brush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organic acid clean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W05, 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DIO3 rinse 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4667098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CMP defect review 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376458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023360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이전·이후 공정은 전 WF POR 동일 진행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282135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ACI CD wafer map</a:t>
            </a:r>
            <a:endParaRPr lang="en-US" sz="2325" dirty="0"/>
          </a:p>
        </p:txBody>
      </p:sp>
      <p:pic>
        <p:nvPicPr>
          <p:cNvPr id="3" name="Image 0" descr="gen-dedup-94cc1bf806d831a5ff749564ef0702d2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05431c6fb290f303705ddf92b5cb7450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4cab90348673354adb4bfebd36e32b0c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ACI CD POR 대비 Δ+0.14 nm, edge 영역 편차 확대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ACI CD POR 대비 Δ+0.10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die yield distribution by wafer</a:t>
            </a:r>
            <a:endParaRPr lang="en-US" sz="2325" dirty="0"/>
          </a:p>
        </p:txBody>
      </p:sp>
      <p:pic>
        <p:nvPicPr>
          <p:cNvPr id="3" name="Image 0" descr="gen-dedup-052cfaf62b9d77251f388a6aa0b06a63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94.6%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91.3%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92.5%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2026-10-04T13:19:54Z</dcterms:created>
  <dcterms:modified xsi:type="dcterms:W3CDTF">2026-10-04T13:19:54Z</dcterms:modified>
</cp:coreProperties>
</file>