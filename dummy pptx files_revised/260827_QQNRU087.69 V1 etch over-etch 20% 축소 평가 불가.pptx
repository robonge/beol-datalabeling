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0847ff72121501a052af212eeff27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3314700" cy="1543507"/>
          </a:xfrm>
          <a:prstGeom prst="rect">
            <a:avLst/>
          </a:prstGeom>
        </p:spPr>
      </p:pic>
      <p:pic>
        <p:nvPicPr>
          <p:cNvPr id="3" name="Image 1" descr="gen-dedup-bfd4229567a6020de77c6fdd85764ec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3107" y="1067105"/>
            <a:ext cx="1723644" cy="15435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KVKB QQNRU087.69 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369691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V1 etch over-etch 20% 축소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OE 80% 진행 시 AASI CD 0.4 nm 하향. pMTS 기준 BCD 0.6nm 열화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+10.5% 상승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338121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MinA/CMA POR 대비 동등수준 / VCHN 2.1%p 열화, VMA 5.3%p 열화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824582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CHF3 passivation 과다로 via bottom CD 축소, open 성 열화로 추정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3310128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OE 90% 중간 조건 split 재평가 예정 (V1 DC 기준)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381598" y="2648102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via/trench X-SEM / EDS mapping (Cu/Si/O/Ta)</a:t>
            </a:r>
            <a:endParaRPr lang="en-US" sz="825" dirty="0"/>
          </a:p>
        </p:txBody>
      </p:sp>
      <p:sp>
        <p:nvSpPr>
          <p:cNvPr id="15" name="Text 11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3429000"/>
            <a:ext cx="1167689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553005"/>
        </p:xfrm>
        <a:graphic>
          <a:graphicData uri="http://schemas.openxmlformats.org/drawingml/2006/table">
            <a:tbl>
              <a:tblPr/>
              <a:tblGrid>
                <a:gridCol w="1024128"/>
                <a:gridCol w="1038758"/>
                <a:gridCol w="809244"/>
                <a:gridCol w="1114654"/>
                <a:gridCol w="1137514"/>
              </a:tblGrid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20.42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3.98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-0.37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-0.39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-0.32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-0.33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AASI CD wafer map</a:t>
            </a:r>
            <a:endParaRPr lang="en-US" sz="2325" dirty="0"/>
          </a:p>
        </p:txBody>
      </p:sp>
      <p:pic>
        <p:nvPicPr>
          <p:cNvPr id="3" name="Image 0" descr="gen-dedup-fd601dd022dc68414de2c8a58e9f10bf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685800" y="1181405"/>
            <a:ext cx="5333695" cy="4476902"/>
          </a:xfrm>
          <a:prstGeom prst="rect">
            <a:avLst/>
          </a:prstGeom>
        </p:spPr>
      </p:pic>
      <p:pic>
        <p:nvPicPr>
          <p:cNvPr id="4" name="Image 1" descr="gen-dedup-0688cfbdbe61c5a233f818ad22824bd2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172200" y="1181405"/>
            <a:ext cx="5333695" cy="44769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8869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AASI CD POR 대비 Δ-0.37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Line Rs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46.12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46.28 (+0.4%, 동등)</a:t>
            </a:r>
            <a:endParaRPr lang="en-US" sz="1275" dirty="0"/>
          </a:p>
        </p:txBody>
      </p:sp>
      <p:pic>
        <p:nvPicPr>
          <p:cNvPr id="5" name="Image 0" descr="gen-dedup-b4ec520dc1ab39f8f0f536919d90f5d4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2143354"/>
        </p:xfrm>
        <a:graphic>
          <a:graphicData uri="http://schemas.openxmlformats.org/drawingml/2006/table">
            <a:tbl>
              <a:tblPr/>
              <a:tblGrid>
                <a:gridCol w="1880921"/>
                <a:gridCol w="1219810"/>
                <a:gridCol w="1122883"/>
                <a:gridCol w="1025957"/>
                <a:gridCol w="1036930"/>
              </a:tblGrid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90.8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91.6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90.6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90.7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d02b079ad5adef1f0bafc6f7d3b14275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MinA/CMA POR 대비 동등수준 / VCHN 2.1%p 열화, VMA 5.3%p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VMA: POR 96.2% → A 90.9%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2026-10-04T13:25:04Z</dcterms:created>
  <dcterms:modified xsi:type="dcterms:W3CDTF">2026-10-04T13:25:04Z</dcterms:modified>
</cp:coreProperties>
</file>