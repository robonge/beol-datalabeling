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847ff72121501a052af212eeff27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0" y="1067105"/>
            <a:ext cx="4076395" cy="190469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RDJMO030.6F ET results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443026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BM 300℃ selective TaN ALD 적용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6191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B(soak 2 min) 진행 시 AASI CD 동등 수준 (Δ+0.02 nm)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95882"/>
            <a:ext cx="6191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CMBSRP/MinA/CMA POR 대비 동등수준 / VCHN 1.9%p 열화, VMA 4.2%p 열화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281428"/>
            <a:ext cx="6191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CD targeting 하고 VCHN 동등 수준 3타점 확인 뒤 호환 가능 판단됨 (V1 DC 기준)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7429500" y="3010205"/>
            <a:ext cx="40773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via/trench X-SEM</a:t>
            </a:r>
            <a:endParaRPr lang="en-US" sz="82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3619195"/>
            <a:ext cx="1167689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686507"/>
        </p:xfrm>
        <a:graphic>
          <a:graphicData uri="http://schemas.openxmlformats.org/drawingml/2006/table">
            <a:tbl>
              <a:tblPr/>
              <a:tblGrid>
                <a:gridCol w="2191817"/>
                <a:gridCol w="2185416"/>
                <a:gridCol w="1722730"/>
                <a:gridCol w="2336292"/>
                <a:gridCol w="2383841"/>
              </a:tblGrid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19.98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AASI CD wafer map</a:t>
            </a:r>
            <a:endParaRPr lang="en-US" sz="2325" dirty="0"/>
          </a:p>
        </p:txBody>
      </p:sp>
      <p:pic>
        <p:nvPicPr>
          <p:cNvPr id="3" name="Image 0" descr="gen-dedup-36c0725484c67b5c2fc5da37bbb661d5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37cc09a5326946a64d70576f8d643a93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9ea98929b79dac698a8ffc0a25f4dfeb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AASI CD POR 대비 Δ-0.02 nm, edge 영역 편차 POR 동등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AASI CD POR 대비 Δ+0.02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Line Rs / Via Rc cumulative distribution</a:t>
            </a:r>
            <a:endParaRPr lang="en-US" sz="2325" dirty="0"/>
          </a:p>
        </p:txBody>
      </p:sp>
      <p:pic>
        <p:nvPicPr>
          <p:cNvPr id="3" name="Image 0" descr="gen-dedup-17273bdf75d8f5080652bddf8e8ddd56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5b2796abb8e27d733c9ade770f0740a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+0.6% / Via Rc -17.8%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+1.8% / Via Rc -3.5%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— group average</a:t>
            </a:r>
            <a:endParaRPr lang="en-US" sz="2325" dirty="0"/>
          </a:p>
        </p:txBody>
      </p:sp>
      <p:pic>
        <p:nvPicPr>
          <p:cNvPr id="3" name="Image 0" descr="gen-dedup-15c9c6a08fef8cc5d0618604f81e1cd9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VMA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VCHN, VMA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조건부 호환, 추가 확인 필요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Line Rs by wafer</a:t>
            </a:r>
            <a:endParaRPr lang="en-US" sz="2325" dirty="0"/>
          </a:p>
        </p:txBody>
      </p:sp>
      <p:pic>
        <p:nvPicPr>
          <p:cNvPr id="3" name="Image 0" descr="gen-dedup-8ede621f1ad48ea595af8dbd75e889c7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34.9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35.1 (+0.6%)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35.5 (+1.8%)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2026-10-04T14:34:31Z</dcterms:created>
  <dcterms:modified xsi:type="dcterms:W3CDTF">2026-10-04T14:34:31Z</dcterms:modified>
</cp:coreProperties>
</file>