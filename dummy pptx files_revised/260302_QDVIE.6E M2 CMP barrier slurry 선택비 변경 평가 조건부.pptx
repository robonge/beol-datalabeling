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a4105356004fb4171aa929da364af8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33649"/>
            <a:ext cx="2314346" cy="743407"/>
          </a:xfrm>
          <a:prstGeom prst="rect">
            <a:avLst/>
          </a:prstGeom>
        </p:spPr>
      </p:pic>
      <p:pic>
        <p:nvPicPr>
          <p:cNvPr id="3" name="Image 1" descr="gen-dedup-15fd2a986b05cf86ff80f87326ec871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956" y="3133649"/>
            <a:ext cx="2361895" cy="74340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KVFG QDVIE.6E ET results</a:t>
            </a:r>
            <a:endParaRPr lang="en-US" sz="2325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067105"/>
            <a:ext cx="42007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M2 CMP barrier slurry 선택비 변경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55265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신규 conditioner 진행 시 AASI CD 동등 수준 (Δ-0.04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795882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VCHN/MinA/VMA POR 대비 동등수준 / CMBSRP 2.1%p 열화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3819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밀도 낮은 die 주변부 미연마 잔류물로 metal short 추정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28142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Comb 구조 leakage POR 대비 2 order 증가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52374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TDDB 결과 확인 뒤 호환 가능 판단됨 (M2 DC 기준)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3914546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CMP defect review SEM / post CMP defect review SEM</a:t>
            </a:r>
            <a:endParaRPr lang="en-US" sz="825" dirty="0"/>
          </a:p>
        </p:txBody>
      </p:sp>
      <p:sp>
        <p:nvSpPr>
          <p:cNvPr id="15" name="Text 11"/>
          <p:cNvSpPr txBox="1"/>
          <p:nvPr/>
        </p:nvSpPr>
        <p:spPr>
          <a:xfrm>
            <a:off x="5810098" y="3081528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6057900" y="3038551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AASI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098" y="3400654"/>
          <a:ext cx="5696712" cy="2915107"/>
        </p:xfrm>
        <a:graphic>
          <a:graphicData uri="http://schemas.openxmlformats.org/drawingml/2006/table">
            <a:tbl>
              <a:tblPr/>
              <a:tblGrid>
                <a:gridCol w="1138428"/>
                <a:gridCol w="1154887"/>
                <a:gridCol w="899770"/>
                <a:gridCol w="1238098"/>
                <a:gridCol w="1264615"/>
              </a:tblGrid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20.45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20.39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20.47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20.42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20.33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20.45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20.42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Line Rs / Via Rc cumulative distribution</a:t>
            </a:r>
            <a:endParaRPr lang="en-US" sz="2325" dirty="0"/>
          </a:p>
        </p:txBody>
      </p:sp>
      <p:pic>
        <p:nvPicPr>
          <p:cNvPr id="3" name="Image 0" descr="gen-dedup-c89c58d862828bf94584a11a170fe4e8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52a46b3dee896290108b0aa2deb96748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Line Rs -0.9% / Via Rc -0.7% (median, POR 대비)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2026-10-04T13:23:37Z</dcterms:created>
  <dcterms:modified xsi:type="dcterms:W3CDTF">2026-10-04T13:23:37Z</dcterms:modified>
</cp:coreProperties>
</file>