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e69da6b276c7e812d2da41afbea15b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2238451" cy="694944"/>
          </a:xfrm>
          <a:prstGeom prst="rect">
            <a:avLst/>
          </a:prstGeom>
        </p:spPr>
      </p:pic>
      <p:pic>
        <p:nvPicPr>
          <p:cNvPr id="3" name="Image 1" descr="gen-dedup-2c1d8ab9d135e7b020dc49cbb0f79c4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651" y="1067105"/>
            <a:ext cx="1943100" cy="6949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KVKB RXZCS.68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032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971800"/>
        </p:xfrm>
        <a:graphic>
          <a:graphicData uri="http://schemas.openxmlformats.org/drawingml/2006/table">
            <a:tbl>
              <a:tblPr/>
              <a:tblGrid>
                <a:gridCol w="1226210"/>
                <a:gridCol w="1233526"/>
                <a:gridCol w="966521"/>
                <a:gridCol w="1321308"/>
                <a:gridCol w="1348740"/>
              </a:tblGrid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7.85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55.96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12.52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1800454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L/S 영역 defect review SEM / CMP defect type review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4667098"/>
            <a:ext cx="38386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CMP dummy fill density 상향 (DFM) 평가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85637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4856378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045659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B(fill +15% + grounded) 진행 시 ACI CD 동등 수준 (Δ-0.01 nm)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234940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A(Fill+15) ACI CD Δ-0.00 nm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424221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-5.3% 감소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61350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VMA/CMA POR 대비 동등수준 / MinA 22.6%p 개선 / CMBSRP 소폭 저하 / VCHN 16.4%p 열화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80278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Peff 편차 감소로 metal height 균일도 개선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5992063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DC 기준 2 lot 결과, 3rd lot 진행 중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6181344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zeta potential -20 mV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6370625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CD targeting 하고 VCHN 동등 수준 3타점 관찰 뒤 호환 가능 판단됨 (F4 DC 기준)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ACI CD wafer map</a:t>
            </a:r>
            <a:endParaRPr lang="en-US" sz="2325" dirty="0"/>
          </a:p>
        </p:txBody>
      </p:sp>
      <p:pic>
        <p:nvPicPr>
          <p:cNvPr id="3" name="Image 0" descr="gen-dedup-10faacdff21b9b3997634c669625b458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5561b7900b5cfa866672997d1b8650f2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a052a8b36d4b088b205f3157f1cb204a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ACI CD POR 대비 Δ-0.00 nm, edge 영역 편차 POR 동등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ACI CD POR 대비 Δ-0.01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5.57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5.60 (+0.4%,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5.56 (-0.2%, 동등)</a:t>
            </a:r>
            <a:endParaRPr lang="en-US" sz="1275" dirty="0"/>
          </a:p>
        </p:txBody>
      </p:sp>
      <p:pic>
        <p:nvPicPr>
          <p:cNvPr id="6" name="Image 0" descr="gen-dedup-bc24da2c38e0072ec37af4de7b199cbc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d42ba82c83d9a4e46b1bbbded4615460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VCHN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VCHN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조건부 호환, 추가 확인 필요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Line Rs by wafer</a:t>
            </a:r>
            <a:endParaRPr lang="en-US" sz="2325" dirty="0"/>
          </a:p>
        </p:txBody>
      </p:sp>
      <p:pic>
        <p:nvPicPr>
          <p:cNvPr id="3" name="Image 0" descr="gen-dedup-56c69d91e4f7dd849d21d1338b0367e3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34.2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33.7 (-1.5%)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32.4 (-5.3%)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2026-10-04T17:38:49Z</dcterms:created>
  <dcterms:modified xsi:type="dcterms:W3CDTF">2026-10-04T17:38:49Z</dcterms:modified>
</cp:coreProperties>
</file>