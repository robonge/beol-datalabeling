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fd4229567a6020de77c6fdd85764e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202" y="1067105"/>
            <a:ext cx="2333549" cy="20958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KVKA QQKKK058.63 ET results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933602" y="1028700"/>
            <a:ext cx="100949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971800"/>
        </p:xfrm>
        <a:graphic>
          <a:graphicData uri="http://schemas.openxmlformats.org/drawingml/2006/table">
            <a:tbl>
              <a:tblPr/>
              <a:tblGrid>
                <a:gridCol w="1226210"/>
                <a:gridCol w="1233526"/>
                <a:gridCol w="966521"/>
                <a:gridCol w="1321308"/>
                <a:gridCol w="1348740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239305" y="3200400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</a:t>
            </a:r>
            <a:endParaRPr lang="en-US" sz="825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46670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942746" y="4667098"/>
            <a:ext cx="377372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I2 etch CHF3 유량 +15% 변경 평가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9103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942746" y="49103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1526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CHF3 +15% 진행 시 AMI CD 0.1 nm 하향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53958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+2.4% 상승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56391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CMBSRP/VCHN/CMA POR 대비 동등수준 / VMA 소폭 열화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88142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미개구 / 잔류 polymer 에 의한 Rc 상승 및 VMA open 성 fail 추정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6124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(I2 DC 기준)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33395"/>
            <a:ext cx="3962095" cy="35433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343254"/>
        </p:xfrm>
        <a:graphic>
          <a:graphicData uri="http://schemas.openxmlformats.org/drawingml/2006/table">
            <a:tbl>
              <a:tblPr/>
              <a:tblGrid>
                <a:gridCol w="898855"/>
                <a:gridCol w="4874666"/>
                <a:gridCol w="3504895"/>
                <a:gridCol w="1542593"/>
              </a:tblGrid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OE 100% / POR chemistry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W01, W05, W09, W13, W14, W15,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CHF3 +15%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293339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293339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32658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측정: CD-SEM 49 pt / WF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358536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AMI CD wafer map</a:t>
            </a:r>
            <a:endParaRPr lang="en-US" sz="2325" dirty="0"/>
          </a:p>
        </p:txBody>
      </p:sp>
      <p:pic>
        <p:nvPicPr>
          <p:cNvPr id="3" name="Image 0" descr="gen-dedup-d96a82c91141ecc03ea0affda72792bd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46e73cc5f43acd96e1a73b85db4ea8ca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Δ-0.12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Line Rs cumulative distribution</a:t>
            </a:r>
            <a:endParaRPr lang="en-US" sz="2325" dirty="0"/>
          </a:p>
        </p:txBody>
      </p:sp>
      <p:pic>
        <p:nvPicPr>
          <p:cNvPr id="3" name="Image 0" descr="gen-dedup-0be66b890ad0ced501b1ebe0da9f690a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53.41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53.14 (-0.5%, 동등)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2026-10-04T13:23:12Z</dcterms:created>
  <dcterms:modified xsi:type="dcterms:W3CDTF">2026-10-04T13:23:12Z</dcterms:modified>
</cp:coreProperties>
</file>