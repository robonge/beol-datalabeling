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60b170ea832f09e8fa6dc90cbce6a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907" y="4401007"/>
            <a:ext cx="2038198" cy="1028700"/>
          </a:xfrm>
          <a:prstGeom prst="rect">
            <a:avLst/>
          </a:prstGeom>
        </p:spPr>
      </p:pic>
      <p:pic>
        <p:nvPicPr>
          <p:cNvPr id="3" name="Image 1" descr="gen-dedup-10e3caea2a544f96bb98e38ea31441d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401007"/>
            <a:ext cx="3610051" cy="1028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KVIP RQJD8C.6D ET results</a:t>
            </a:r>
            <a:endParaRPr lang="en-US" sz="2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86907" y="990295"/>
          <a:ext cx="5763463" cy="3286354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104595"/>
                <a:gridCol w="1104595"/>
                <a:gridCol w="1104595"/>
                <a:gridCol w="1104595"/>
              </a:tblGrid>
              <a:tr h="29875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(RNF6K_8)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875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875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875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875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886907" y="5467198"/>
            <a:ext cx="57342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금속/Ru 계면 산화막 TEM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50584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Ru liner 2-step H2/O2, Wet+O2 계면 산화 억제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61211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77924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(RQJD8C_21):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Δ-0.08, AMI 9.2/9.2 · AHI 8.1로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110435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(RQJD8C_16):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Δ+0.13로 변동 최대, AMI 9.3/9.2 · AHI 8.0로 POR과 근접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43861"/>
            <a:ext cx="57726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(RQJD8C_3):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Δ+0.06, AMI 9.1/9.3 · AHI 8.0로 POR과 근접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798064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014777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48.0Ω(+3%), CMBSRP 94/98%로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95%(-5%p)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447288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32.7Ω(-30%)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92/99%로 POR 동등, VCHN 98/98%로 POR 동등 → 유의차 없음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879799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46.3Ω(-1%), CMBSRP 94/98%로 POR 동등, VCHN 98/99%로 POR 동등 → 전 item POR 동등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4350715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4567428"/>
            <a:ext cx="5618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Wet+O2·2-step H2/O2·Wet+O2 는 POR 대비 전 항목 동등 → 후보 조건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4783226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lot 재현성 확인 후 적용 검토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999939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low-k PID 영향 FTIR(C-H peak) 확인 필요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권유진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AMI CD wafer map</a:t>
            </a:r>
            <a:endParaRPr lang="en-US" sz="2100" dirty="0"/>
          </a:p>
        </p:txBody>
      </p:sp>
      <p:pic>
        <p:nvPicPr>
          <p:cNvPr id="3" name="Image 0" descr="gen-dedup-fdf99f0a2774ff5a1b9bbcd2a139fc00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183049934808e6c040d146e65458c4d9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 AMI 9.2/9.2 (POR 9.2/9.2),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권유진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6486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85646"/>
                <a:gridCol w="1285646"/>
                <a:gridCol w="1285646"/>
                <a:gridCol w="1285646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(RNF6K_8)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RQJD8C_3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권유진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Via Rc cumulative distribution</a:t>
            </a:r>
            <a:endParaRPr lang="en-US" sz="2250" dirty="0"/>
          </a:p>
        </p:txBody>
      </p:sp>
      <p:pic>
        <p:nvPicPr>
          <p:cNvPr id="3" name="Image 0" descr="gen-dedup-9956b00b63166d0f296230feece71e5a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46.8Ω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48.0Ω (+2.7%)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32.7Ω (-30.1%)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46.3Ω (-1.0%)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096098" y="2370125"/>
            <a:ext cx="416783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 barrier-less bottom 으로 Rc 감소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권유진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2026-10-05T10:08:25Z</dcterms:created>
  <dcterms:modified xsi:type="dcterms:W3CDTF">2026-10-05T10:08:25Z</dcterms:modified>
</cp:coreProperties>
</file>