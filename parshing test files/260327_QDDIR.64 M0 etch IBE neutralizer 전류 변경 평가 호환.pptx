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407fae4870bba8a6131074a9fab6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4" y="1067105"/>
            <a:ext cx="1657807" cy="2000707"/>
          </a:xfrm>
          <a:prstGeom prst="rect">
            <a:avLst/>
          </a:prstGeom>
        </p:spPr>
      </p:pic>
      <p:pic>
        <p:nvPicPr>
          <p:cNvPr id="3" name="Image 1" descr="gen-dedup-6b918966ec67b46c57ae43643520762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067105"/>
            <a:ext cx="3038551" cy="20007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KVKA QDDIR.64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415686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M0 etch IBE neutralizer 전류 변경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B(IBE 700 eV) 진행 시 ACI CD 동등 수준 (Δ-0.01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A(Neut+20) ACI CD Δ-0.02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33812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CMBSRP/VCHN/MinA POR 대비 동등수준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58135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X-SEM 상 fence 높이 POR 대비 감소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824582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A(Neut+20) 는 CMBSRP/VCHN/MinA POR 대비 동등수준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06689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— 추가 1 lot 모니터링 후 전환 (M0 DC 기준)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381598" y="3105302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BEOL metal stack X-SEM (TechInsights) / TiN MHM trench etch X-SEM</a:t>
            </a:r>
            <a:endParaRPr lang="en-US" sz="825" dirty="0"/>
          </a:p>
        </p:txBody>
      </p:sp>
      <p:sp>
        <p:nvSpPr>
          <p:cNvPr id="16" name="Text 12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629400" y="3429000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76702"/>
        </p:xfrm>
        <a:graphic>
          <a:graphicData uri="http://schemas.openxmlformats.org/drawingml/2006/table">
            <a:tbl>
              <a:tblPr/>
              <a:tblGrid>
                <a:gridCol w="1030529"/>
                <a:gridCol w="1036930"/>
                <a:gridCol w="811987"/>
                <a:gridCol w="1110996"/>
                <a:gridCol w="1133856"/>
              </a:tblGrid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37d0e6c63a8dfbb5d9832e2a2a533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72307"/>
            <a:ext cx="2343607" cy="31053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etch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260958"/>
                <a:gridCol w="4017874"/>
                <a:gridCol w="3377794"/>
                <a:gridCol w="2164385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IBE 1500 eV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W07, W12, W18, 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neutralizer +20%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W08, W16, W21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IBE 700 eV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6515100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line TEM (AR≈3)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376458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이전·이후 공정은 전 WF POR 동일 진행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4023360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ACI 측정: CD-SEM 49 pt / WF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048402" y="428213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5048402" y="454182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2026-10-04T14:58:42Z</dcterms:created>
  <dcterms:modified xsi:type="dcterms:W3CDTF">2026-10-04T14:58:42Z</dcterms:modified>
</cp:coreProperties>
</file>