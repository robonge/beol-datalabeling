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 fail die summary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8772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38098"/>
                <a:gridCol w="1238098"/>
                <a:gridCol w="1238098"/>
                <a:gridCol w="1238098"/>
                <a:gridCol w="1238098"/>
                <a:gridCol w="1238098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(RDZI7_2)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QZPPX_16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QZPPX_12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QZPPX_11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QZPPX_19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QZPPX_9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T4/70%: Short fail die 집중 (VCHN)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51678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T3/85%: Open fail die 집중 (VCHN)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77555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ME/85%: Open fail die 집중 (VCHN/CMBSRP)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403524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T7: Short fail die 집중 (CMBSRP)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편혜린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381aab80c502179844090c5bf65da222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T4/70% VCHN S 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100%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T4/70% 평균 74%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T3/85% 평균 85%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ME/85% 평균 66%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 평균 98%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667598" y="337596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평균 76%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편혜린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6e7a19ee8f14416e097973db83e5c3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1276502"/>
            <a:ext cx="5438851" cy="3276295"/>
          </a:xfrm>
          <a:prstGeom prst="rect">
            <a:avLst/>
          </a:prstGeom>
        </p:spPr>
      </p:pic>
      <p:pic>
        <p:nvPicPr>
          <p:cNvPr id="3" name="Image 1" descr="gen-dedup-8f91799ff772041b56c10e1f6372be6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4686300"/>
            <a:ext cx="1380744" cy="905256"/>
          </a:xfrm>
          <a:prstGeom prst="rect">
            <a:avLst/>
          </a:prstGeom>
        </p:spPr>
      </p:pic>
      <p:pic>
        <p:nvPicPr>
          <p:cNvPr id="4" name="Image 2" descr="gen-dedup-e56d072a26f15aaf6788c635a492609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898" y="4686300"/>
            <a:ext cx="1952244" cy="905256"/>
          </a:xfrm>
          <a:prstGeom prst="rect">
            <a:avLst/>
          </a:prstGeom>
        </p:spPr>
      </p:pic>
      <p:pic>
        <p:nvPicPr>
          <p:cNvPr id="5" name="Image 3" descr="gen-dedup-429135ca29d992e7ad200ea508e6bff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951" y="4686300"/>
            <a:ext cx="1943100" cy="90525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QZPPX058.6D ET results</a:t>
            </a:r>
            <a:endParaRPr lang="en-US" sz="1950" dirty="0"/>
          </a:p>
        </p:txBody>
      </p:sp>
      <p:sp>
        <p:nvSpPr>
          <p:cNvPr id="7" name="Text 1"/>
          <p:cNvSpPr txBox="1"/>
          <p:nvPr/>
        </p:nvSpPr>
        <p:spPr>
          <a:xfrm>
            <a:off x="6181344" y="990295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8" name="Text 2"/>
          <p:cNvSpPr txBox="1"/>
          <p:nvPr/>
        </p:nvSpPr>
        <p:spPr>
          <a:xfrm>
            <a:off x="6181344" y="5629046"/>
            <a:ext cx="54388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Cu DD trench/via X-SEM / Cu DD via/trench X-SEM</a:t>
            </a:r>
            <a:endParaRPr lang="en-US" sz="825" dirty="0"/>
          </a:p>
        </p:txBody>
      </p:sp>
      <p:sp>
        <p:nvSpPr>
          <p:cNvPr id="9" name="Text 3"/>
          <p:cNvSpPr txBox="1"/>
          <p:nvPr/>
        </p:nvSpPr>
        <p:spPr>
          <a:xfrm>
            <a:off x="571500" y="990295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4"/>
          <p:cNvSpPr txBox="1"/>
          <p:nvPr/>
        </p:nvSpPr>
        <p:spPr>
          <a:xfrm>
            <a:off x="790956" y="990295"/>
            <a:ext cx="295899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Trench etch / Via OE split 평가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1159459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790956" y="1159459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356055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Via OE split, POR 대비)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524305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T4/70% (QZPPX_16):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Δ+0.84/+1.32로 변동 최대, AEI A측만 10.2으로 POR 대비 +1.3 확대 (B측 8.3 동등)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1861718"/>
            <a:ext cx="60679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T3/85% (QZPPX_12):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Δ+0.11/+0.18, AEI 9.0/8.0 · AHI 10.1/9.7로 POR과 근접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029968"/>
            <a:ext cx="60679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ME/85% (QZPPX_11):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Δ+0.24/+0.31, AEI 9.4/8.4 (POR 8.9/8.1) 소폭 상향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2198218"/>
            <a:ext cx="60679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 (QZPPX_19):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Δ+0.33/+0.14, AEI 9.3/8.6 · AHI 10.3/9.7로 POR과 근접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2367382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(QZPPX_9):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Δ+0.62/+0.38, AEI 9.2/8.5 (POR 8.9/8.1) 소폭 상향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2563978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2732227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T4/70%: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99/99%로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0%(-100%p)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확대로 space 감소, bridge성 short 지배적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3069641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T3/85%: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97/99%로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44%(-54%p)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via bottom 미개구 / 잔류막에 의한 open 추정</a:t>
            </a:r>
            <a:endParaRPr lang="en-US" sz="975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3406140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ME/85%: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Open 49%(-51%p), CMBSRP Short 78%(-22%p),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38%(-60%p)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trench bottom corner micro-trenching → via 연결부 open 추정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3743554"/>
            <a:ext cx="601400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97/98%로 POR 동등, VCHN 97/99%로 POR 동등 → 전 item POR 동등</a:t>
            </a:r>
            <a:endParaRPr lang="en-US" sz="975" dirty="0"/>
          </a:p>
        </p:txBody>
      </p:sp>
      <p:sp>
        <p:nvSpPr>
          <p:cNvPr id="24" name="Text 18"/>
          <p:cNvSpPr txBox="1"/>
          <p:nvPr/>
        </p:nvSpPr>
        <p:spPr>
          <a:xfrm>
            <a:off x="571500" y="3911803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15%(-85%p)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Open 94%(-4%p) → CD 확대로 space 감소, bridge성 short 지배적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571500" y="4277563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4445813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 는 POR 대비 전 항목 동등 → 후보 조건, T4/70%·T3/85%·High-bias ME/85%·T7 는 Open/Short 열화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571500" y="4782312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ME/85%는 CMBSRP와 VCHN에서 같은 mode로 재현되어 split 기인으로 판단</a:t>
            </a:r>
            <a:endParaRPr lang="en-US" sz="975" dirty="0"/>
          </a:p>
        </p:txBody>
      </p:sp>
      <p:sp>
        <p:nvSpPr>
          <p:cNvPr id="28" name="Text 22"/>
          <p:cNvSpPr txBox="1"/>
          <p:nvPr/>
        </p:nvSpPr>
        <p:spPr>
          <a:xfrm>
            <a:off x="571500" y="4951476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T4/70% CD targeting 후 short 재확인 필요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571500" y="5119726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HMDS 처리 split 은 접촉각 80~88° 회복 여부 별도 확인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5287975"/>
            <a:ext cx="53821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 faceting 여부 tilt SEM 확인 예정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편혜린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2026-10-05T09:56:30Z</dcterms:created>
  <dcterms:modified xsi:type="dcterms:W3CDTF">2026-10-05T09:56:30Z</dcterms:modified>
</cp:coreProperties>
</file>