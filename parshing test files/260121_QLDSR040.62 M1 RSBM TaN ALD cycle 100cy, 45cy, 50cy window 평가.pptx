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5654" y="952805"/>
            <a:ext cx="2495398" cy="22293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KVED QLDSR040.62 ET results</a:t>
            </a:r>
            <a:endParaRPr lang="en-US" sz="1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4295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57300"/>
                <a:gridCol w="1257300"/>
                <a:gridCol w="1257300"/>
                <a:gridCol w="1257300"/>
                <a:gridCol w="1257300"/>
              </a:tblGrid>
              <a:tr h="24295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(QLDSR040_7)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QLDSR040_4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QLDSR040_19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QLDSR040_8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QLDSR040_21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ALD cycle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40cy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50cy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100cy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45cy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50cy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8.9/8.7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8.9/8.8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8.9/8.8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9.0/8.6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29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295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295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382305" y="3219602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3486607"/>
            <a:ext cx="1527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810158" y="3486607"/>
            <a:ext cx="50008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RSBM TaN ALD cycle 100cy, 45cy, 50cy window 평가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3688690"/>
            <a:ext cx="1527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810158" y="3688690"/>
            <a:ext cx="7690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3930091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(ALD cycle split, POR 대비)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4133088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 (QLDSR040_4):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Δ+0.02, AMI 9.1 · ACI 8.9/8.8로 POR과 근접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4336085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 (QLDSR040_19):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Δ+0.08, AMI 9.1 · ACI 8.9/8.8로 POR과 근접</a:t>
            </a:r>
            <a:endParaRPr lang="en-US" sz="1125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4538167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 (QLDSR040_8):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Δ+0.08, AMI 9.1 · ACI 9.0/8.6로 POR과 근접</a:t>
            </a:r>
            <a:endParaRPr lang="en-US" sz="1125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4741164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 (QLDSR040_21):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Δ+0.08로 변동 최대, AMI 9.1 · ACI 9.1/8.7로 POR과 근접</a:t>
            </a:r>
            <a:endParaRPr lang="en-US" sz="1125" dirty="0"/>
          </a:p>
        </p:txBody>
      </p:sp>
      <p:sp>
        <p:nvSpPr>
          <p:cNvPr id="15" name="Text 11"/>
          <p:cNvSpPr txBox="1"/>
          <p:nvPr/>
        </p:nvSpPr>
        <p:spPr>
          <a:xfrm>
            <a:off x="571500" y="4982566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125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5185562"/>
            <a:ext cx="704088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77.8Ω(+13%), CMBSRP 96%로 POR 동등,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90%(-6%p)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1125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5387645"/>
            <a:ext cx="6667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100cy: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120.0Ω(+74%)</a:t>
            </a:r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96%로 POR 동등, 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51%(-45%p)</a:t>
            </a:r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ALD cycle 과다로 inhibitor selectivity breakdown → via bottom TaN 성장, Rc 상승 및 open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5793638"/>
            <a:ext cx="73536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70.1Ω(+2%), CMBSRP 95%로 POR 동등,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92%(-4%p)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1125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5996635"/>
            <a:ext cx="73536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50cy: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91.6Ω(+33%)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96%로 POR 동등,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92%(-4%p)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1125" dirty="0"/>
          </a:p>
        </p:txBody>
      </p:sp>
      <p:sp>
        <p:nvSpPr>
          <p:cNvPr id="20" name="Text 16"/>
          <p:cNvSpPr txBox="1"/>
          <p:nvPr/>
        </p:nvSpPr>
        <p:spPr>
          <a:xfrm>
            <a:off x="7524598" y="3524098"/>
            <a:ext cx="4096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25" dirty="0"/>
          </a:p>
        </p:txBody>
      </p:sp>
      <p:sp>
        <p:nvSpPr>
          <p:cNvPr id="21" name="Text 17"/>
          <p:cNvSpPr txBox="1"/>
          <p:nvPr/>
        </p:nvSpPr>
        <p:spPr>
          <a:xfrm>
            <a:off x="7524598" y="3727094"/>
            <a:ext cx="40965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- 50cy·45cy·50cy 는 POR 대비 전 항목 동등 → 후보 조건, 100cy 는 Open 열화</a:t>
            </a:r>
            <a:endParaRPr lang="en-US" sz="1125" dirty="0"/>
          </a:p>
        </p:txBody>
      </p:sp>
      <p:sp>
        <p:nvSpPr>
          <p:cNvPr id="22" name="Text 18"/>
          <p:cNvSpPr txBox="1"/>
          <p:nvPr/>
        </p:nvSpPr>
        <p:spPr>
          <a:xfrm>
            <a:off x="7524598" y="4133088"/>
            <a:ext cx="4096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- 100cy Open fail die 단면 분석 필요</a:t>
            </a:r>
            <a:endParaRPr lang="en-US" sz="1125" dirty="0"/>
          </a:p>
        </p:txBody>
      </p:sp>
      <p:sp>
        <p:nvSpPr>
          <p:cNvPr id="23" name="Text 19"/>
          <p:cNvSpPr txBox="1"/>
          <p:nvPr/>
        </p:nvSpPr>
        <p:spPr>
          <a:xfrm>
            <a:off x="7524598" y="4336085"/>
            <a:ext cx="426384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HMDS 처리 split 은 접촉각 80~88° 회복 여부 별도 확인</a:t>
            </a:r>
            <a:endParaRPr lang="en-US" sz="1125" dirty="0"/>
          </a:p>
        </p:txBody>
      </p:sp>
      <p:sp>
        <p:nvSpPr>
          <p:cNvPr id="24" name="Text 20"/>
          <p:cNvSpPr txBox="1"/>
          <p:nvPr/>
        </p:nvSpPr>
        <p:spPr>
          <a:xfrm>
            <a:off x="7524598" y="4538167"/>
            <a:ext cx="458937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- 45~50 cycle selectivity window 재확인 split 진행 예정</a:t>
            </a:r>
            <a:endParaRPr lang="en-US" sz="1125" dirty="0"/>
          </a:p>
        </p:txBody>
      </p:sp>
      <p:sp>
        <p:nvSpPr>
          <p:cNvPr id="25" name="Text 21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민지훈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2026-10-05T10:11:13Z</dcterms:created>
  <dcterms:modified xsi:type="dcterms:W3CDTF">2026-10-05T10:11:13Z</dcterms:modified>
</cp:coreProperties>
</file>