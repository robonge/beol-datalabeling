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4f245d6b3ebdc20be4fca9bf21ae9d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90295"/>
            <a:ext cx="3010205" cy="857707"/>
          </a:xfrm>
          <a:prstGeom prst="rect">
            <a:avLst/>
          </a:prstGeom>
        </p:spPr>
      </p:pic>
      <p:pic>
        <p:nvPicPr>
          <p:cNvPr id="3" name="Image 1" descr="gen-dedup-5c3b196888c6f3be07f925c257667c9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90295"/>
            <a:ext cx="1695298" cy="857707"/>
          </a:xfrm>
          <a:prstGeom prst="rect">
            <a:avLst/>
          </a:prstGeom>
        </p:spPr>
      </p:pic>
      <p:pic>
        <p:nvPicPr>
          <p:cNvPr id="4" name="Image 2" descr="gen-dedup-2af564fe3b3ac99ee6054475a3f6b52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851" y="990295"/>
            <a:ext cx="875995" cy="857707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KVFG QIXJA058.65 ET results</a:t>
            </a:r>
            <a:endParaRPr lang="en-US" sz="225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1886407"/>
            <a:ext cx="57534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금속/Ru 계면 산화막 TEM / Cu/liner/barrier TEM-EDS / Ru liner / dielectric 계면 TEM-EDS</a:t>
            </a:r>
            <a:endParaRPr lang="en-US" sz="825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2171700"/>
          <a:ext cx="5763463" cy="3486607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2210105"/>
                <a:gridCol w="2210105"/>
              </a:tblGrid>
              <a:tr h="316964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(QSUXJ034_19)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QIXJA_8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696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liner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O2-ALD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O2-ALD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696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696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696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10.3/9.6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96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6964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696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6964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6964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6964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6553505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6801307" y="990295"/>
            <a:ext cx="398129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Ru liner O2-ALD 계면 산화 억제 평가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6553505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6801307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6553505" y="1461211"/>
            <a:ext cx="5067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liner / Trench etch split, POR 대비)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6553505" y="1677924"/>
            <a:ext cx="57534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 (QIXJA_8):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Δ+0.27, ACI 10.3/9.6 (POR 9.9/9.5) 소폭 상향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6553505" y="1932127"/>
            <a:ext cx="5067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6553505" y="2148840"/>
            <a:ext cx="50676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38.0Ω(+9%), CMBSRP 99/98%로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64%(-36%p)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via chamfer 무너짐으로 V-M space 감소, short 추정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6553505" y="2619756"/>
            <a:ext cx="5067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6553505" y="2836469"/>
            <a:ext cx="5067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POR 대비 전 항목 동등한 split 없음, T3 Short mode 지배적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553505" y="3052267"/>
            <a:ext cx="5067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T3 CD targeting 후 short 재확인 필요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6553505" y="3268980"/>
            <a:ext cx="5067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TDDB (Cu+ drift) 결과 대기, 2 die hold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김예준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2026-10-05T10:10:08Z</dcterms:created>
  <dcterms:modified xsi:type="dcterms:W3CDTF">2026-10-05T10:10:08Z</dcterms:modified>
</cp:coreProperties>
</file>