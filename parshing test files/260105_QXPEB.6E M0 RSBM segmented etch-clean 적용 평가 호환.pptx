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84a981b5f838b9b0980b9ff5fab697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507" y="1067105"/>
            <a:ext cx="1505102" cy="2000707"/>
          </a:xfrm>
          <a:prstGeom prst="rect">
            <a:avLst/>
          </a:prstGeom>
        </p:spPr>
      </p:pic>
      <p:pic>
        <p:nvPicPr>
          <p:cNvPr id="3" name="Image 1" descr="gen-dedup-81c391740d0e01c06a241d19127a6e0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649" y="1067105"/>
            <a:ext cx="1505102" cy="2000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QXPEB.6E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5345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M0 RSBM segmented etch-clean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A(cutoff 12 s) 진행 시 ATOI CD 동등 수준 (Δ-0.04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MinA/VMA/CMA POR 대비 동등수준 / CMBSRP 2.7%p 개선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6191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판단됨 (M0 DC 기준)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7429500" y="3105302"/>
            <a:ext cx="40773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line TEM (AR≈3) / Ru line TEM (AR≈6)</a:t>
            </a:r>
            <a:endParaRPr lang="en-US" sz="825" dirty="0"/>
          </a:p>
        </p:txBody>
      </p:sp>
      <p:pic>
        <p:nvPicPr>
          <p:cNvPr id="13" name="Image 2" descr="gen-dedup-ce9e8a117f5af2e6637615e4e86a6ffd.png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85800" y="3666744"/>
            <a:ext cx="2133295" cy="3047695"/>
          </a:xfrm>
          <a:prstGeom prst="rect">
            <a:avLst/>
          </a:prstGeom>
        </p:spPr>
      </p:pic>
      <p:pic>
        <p:nvPicPr>
          <p:cNvPr id="14" name="Image 3" descr="gen-dedup-500248dc6bb3d2fa5b87a72e40a852c1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2933395" y="3666744"/>
            <a:ext cx="2133295" cy="30476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33695" y="3662172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5581498" y="3619195"/>
            <a:ext cx="118506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695" y="3981298"/>
          <a:ext cx="6172200" cy="2686507"/>
        </p:xfrm>
        <a:graphic>
          <a:graphicData uri="http://schemas.openxmlformats.org/drawingml/2006/table">
            <a:tbl>
              <a:tblPr/>
              <a:tblGrid>
                <a:gridCol w="1233343"/>
                <a:gridCol w="1251628"/>
                <a:gridCol w="974606"/>
                <a:gridCol w="1342140"/>
                <a:gridCol w="1370483"/>
              </a:tblGrid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8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ATOI CD wafer map</a:t>
            </a:r>
            <a:endParaRPr lang="en-US" sz="2325" dirty="0"/>
          </a:p>
        </p:txBody>
      </p:sp>
      <p:pic>
        <p:nvPicPr>
          <p:cNvPr id="3" name="Image 0" descr="gen-dedup-4e8f847df4c5b28b1625d214701adbf7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6e7c83f92a8739303633f00f790f9407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aaee026bb91319341b89115765f1898e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Δ-0.04 nm, edge 영역 편차 POR 동등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ATOI CD POR 대비 Δ-0.03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M0 Line Rs / Via Rc cumulative distribution</a:t>
            </a:r>
            <a:endParaRPr lang="en-US" sz="2325" dirty="0"/>
          </a:p>
        </p:txBody>
      </p:sp>
      <p:pic>
        <p:nvPicPr>
          <p:cNvPr id="3" name="Image 0" descr="gen-dedup-34c60117ab868de2ae787bac6f169c85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685800" y="1123798"/>
            <a:ext cx="5333695" cy="4190695"/>
          </a:xfrm>
          <a:prstGeom prst="rect">
            <a:avLst/>
          </a:prstGeom>
        </p:spPr>
      </p:pic>
      <p:pic>
        <p:nvPicPr>
          <p:cNvPr id="4" name="Image 1" descr="gen-dedup-7628d2bc676c276e391715e6f9be77d9.png">    </p:cNvPr>
          <p:cNvPicPr>
            <a:picLocks noChangeAspect="1"/>
          </p:cNvPicPr>
          <p:nvPr/>
        </p:nvPicPr>
        <p:blipFill>
          <a:blip r:embed="rId2"/>
          <a:srcRect l="-1" r="-1" t="0" b="0"/>
          <a:stretch/>
        </p:blipFill>
        <p:spPr>
          <a:xfrm>
            <a:off x="6210605" y="1123798"/>
            <a:ext cx="5333695" cy="41906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52480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Line Rs +0.9% / Via Rc +1.7% (median, POR 대비)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78358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Line Rs +0.1% / Via Rc +1.2% (median, POR 대비)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— M0 yield by wafer (%)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2563063"/>
        </p:xfrm>
        <a:graphic>
          <a:graphicData uri="http://schemas.openxmlformats.org/drawingml/2006/table">
            <a:tbl>
              <a:tblPr/>
              <a:tblGrid>
                <a:gridCol w="3039466"/>
                <a:gridCol w="2631643"/>
                <a:gridCol w="1815084"/>
                <a:gridCol w="1657807"/>
                <a:gridCol w="1676095"/>
              </a:tblGrid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61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413400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색상: 주황 = spec(92%) −5%p 이내 미달, 적색 = 그 이하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39277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MinA/VMA/CMA POR 대비 동등수준 / CMBSRP 2.7%p 개선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5246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MinA/VMA/CMA POR 대비 동등수준 / CMBSRP 3.3%p 개선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91124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96.5% → A 96.2%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131fe9910fa7d4fc23102d38800b3061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전 item POR 동등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전 item POR 동등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4ee757cbc5ab977fc48e21b57f3a803b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96.4%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96.4%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96.4%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2026-10-04T13:19:23Z</dcterms:created>
  <dcterms:modified xsi:type="dcterms:W3CDTF">2026-10-04T13:19:23Z</dcterms:modified>
</cp:coreProperties>
</file>