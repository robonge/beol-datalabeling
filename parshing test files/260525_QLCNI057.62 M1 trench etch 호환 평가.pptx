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/ Short yield 비교</a:t>
            </a:r>
            <a:endParaRPr lang="en-US" sz="2100" dirty="0"/>
          </a:p>
        </p:txBody>
      </p:sp>
      <p:pic>
        <p:nvPicPr>
          <p:cNvPr id="3" name="Image 0" descr="gen-dedup-dd616af85c42b50f9a87a88223cc4c07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571500" y="1067105"/>
            <a:ext cx="781080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67598" y="14292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8973007" y="1429207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667598" y="182148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최저: Split E VCHN S 83%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667598" y="208026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99%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667598" y="233903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평균 98%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667598" y="259872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평균 98%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667598" y="285750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평균 96%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8667598" y="311719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D 평균 98%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8667598" y="337596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E 평균 92%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주은지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ET fail die summary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8772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38098"/>
                <a:gridCol w="1238098"/>
                <a:gridCol w="1238098"/>
                <a:gridCol w="1238098"/>
                <a:gridCol w="1238098"/>
                <a:gridCol w="1238098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(QLCNI_13)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QLCNI_19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QLCNI_6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QLCNI_4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QLCNI_8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QLCNI_23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E: Short fail die 집중 (VCHN)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주은지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89e498a7504d0c750b85e053ad6d6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4334256" cy="2009851"/>
          </a:xfrm>
          <a:prstGeom prst="rect">
            <a:avLst/>
          </a:prstGeom>
        </p:spPr>
      </p:pic>
      <p:pic>
        <p:nvPicPr>
          <p:cNvPr id="3" name="Image 1" descr="gen-dedup-6b918966ec67b46c57ae43643520762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651" y="1067105"/>
            <a:ext cx="3066898" cy="2009851"/>
          </a:xfrm>
          <a:prstGeom prst="rect">
            <a:avLst/>
          </a:prstGeom>
        </p:spPr>
      </p:pic>
      <p:pic>
        <p:nvPicPr>
          <p:cNvPr id="4" name="Image 2" descr="gen-dedup-d352e0ff472645e693ca289ad8a4a87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502" y="1067105"/>
            <a:ext cx="3476549" cy="2009851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E fail die 단면 분석</a:t>
            </a:r>
            <a:endParaRPr lang="en-US" sz="21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3114446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 / TiN MHM trench etch X-SEM / residue defect SEM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495751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shoulder erosion 및 MHM 소실 흔적</a:t>
            </a:r>
            <a:endParaRPr lang="en-US" sz="1275" dirty="0"/>
          </a:p>
        </p:txBody>
      </p:sp>
      <p:sp>
        <p:nvSpPr>
          <p:cNvPr id="8" name="Text 3"/>
          <p:cNvSpPr txBox="1"/>
          <p:nvPr/>
        </p:nvSpPr>
        <p:spPr>
          <a:xfrm>
            <a:off x="571500" y="3754526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CD 확장으로 space 감소 확인</a:t>
            </a:r>
            <a:endParaRPr lang="en-US" sz="127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4014216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QLCNI_23 (Split E)</a:t>
            </a:r>
            <a:endParaRPr lang="en-US" sz="1275" dirty="0"/>
          </a:p>
        </p:txBody>
      </p:sp>
      <p:sp>
        <p:nvSpPr>
          <p:cNvPr id="10" name="Text 5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주은지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89e498a7504d0c750b85e053ad6d6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5105" y="3829507"/>
            <a:ext cx="3685946" cy="1714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KVED QLCNI057.62 ET results</a:t>
            </a:r>
            <a:endParaRPr lang="en-US" sz="2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00546" y="990295"/>
          <a:ext cx="5458054" cy="2905963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322885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(QLCNI_13)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QLCNI_19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QLCNI_6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QLCNI_4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QLCNI_8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QLCNI_23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88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22.82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2288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9.8/9.7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10.3/10.2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9.1/9.1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11.3/10.8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10.3/10.2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2288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2288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10.6/10.4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9.4/9.5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11.1/10.9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10.4/10.3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10.7/10.8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228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2885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2885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288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200546" y="5581498"/>
            <a:ext cx="54205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99029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800100" y="990295"/>
            <a:ext cx="25054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trench etch 호환 평가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17957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800100" y="117957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71500" y="1407262"/>
            <a:ext cx="54013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(POR 대비)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71500" y="1596542"/>
            <a:ext cx="590793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(QLCNI_19):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Δ+0.53/+0.52, AHI 10.4 (POR 9.9) 소폭 상향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1785823"/>
            <a:ext cx="574791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(QLCNI_6):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Δ-0.82/-0.73, AHI 9.0 (POR 9.9) 소폭 하향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1975104"/>
            <a:ext cx="5401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(QLCNI_4):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Δ+1.41/+1.48로 변동 최대, AHI 11.2 · ASI 11.1/10.9로 전 구간 +1.0~1.4 확대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2353666"/>
            <a:ext cx="582747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D (QLCNI_8):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Δ+0.37/+0.31, AHI 10.2 (POR 9.9) 소폭 상향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71500" y="2542946"/>
            <a:ext cx="590793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E (QLCNI_23):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Δ+0.70/+0.47, AHI 10.4 (POR 9.9) 소폭 상향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2770632"/>
            <a:ext cx="54013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2959913"/>
            <a:ext cx="582747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96%로 POR 동등, VCHN 99/99%로 POR 동등 → 전 item POR 동등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3149194"/>
            <a:ext cx="54013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96%로 POR 동등, VCHN 99/99%로 POR 동등 → 유의차 없음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71500" y="3338474"/>
            <a:ext cx="5401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96%로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96%(-4%p)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CMA 94%(-5%p) → 유의차 없음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71500" y="3717036"/>
            <a:ext cx="54013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D: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95%로 POR 동등, VCHN 99/99%로 POR 동등 → 유의차 없음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3906317"/>
            <a:ext cx="5401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E: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95%로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83%(-17%p)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bridge성 short 우세, 원인 단면 확인 필요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71500" y="4323283"/>
            <a:ext cx="54013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571500" y="4512564"/>
            <a:ext cx="60871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A·Split B·Split C·Split D 는 POR 대비 전 항목 동등 → 후보 조건, Split E 는 Short 열화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571500" y="4701845"/>
            <a:ext cx="54013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E CD targeting 후 short 재확인 필요 (TEM/EDX)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571500" y="4891126"/>
            <a:ext cx="54013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측벽 fence / residue 여부 TEM 확인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주은지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2026-10-05T09:55:40Z</dcterms:created>
  <dcterms:modified xsi:type="dcterms:W3CDTF">2026-10-05T09:55:40Z</dcterms:modified>
</cp:coreProperties>
</file>