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9d3af580fc2467a3f78231f881acfc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1005" y="990295"/>
            <a:ext cx="1057046" cy="952805"/>
          </a:xfrm>
          <a:prstGeom prst="rect">
            <a:avLst/>
          </a:prstGeom>
        </p:spPr>
      </p:pic>
      <p:pic>
        <p:nvPicPr>
          <p:cNvPr id="3" name="Image 1" descr="gen-dedup-9f39037f10430a1f15273409f8450b5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946" y="990295"/>
            <a:ext cx="1067105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RQMD6.66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915254" y="1981505"/>
            <a:ext cx="57058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Barrier/Cu 계면 HR-TEM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15254" y="2266798"/>
          <a:ext cx="5705856" cy="3363163"/>
        </p:xfrm>
        <a:graphic>
          <a:graphicData uri="http://schemas.openxmlformats.org/drawingml/2006/table">
            <a:tbl>
              <a:tblPr/>
              <a:tblGrid>
                <a:gridCol w="670040"/>
                <a:gridCol w="670040"/>
                <a:gridCol w="727629"/>
                <a:gridCol w="727629"/>
                <a:gridCol w="727629"/>
                <a:gridCol w="727629"/>
                <a:gridCol w="727629"/>
                <a:gridCol w="727629"/>
              </a:tblGrid>
              <a:tr h="33631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(RNG7TB_20)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RQMD6_19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RQMD6_7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RQMD6_14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RQMD6_16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RQMD6_8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ALD cycle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LK depo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HDLK+HMDS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ULK-B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63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63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800100" y="990295"/>
            <a:ext cx="4648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RSBM TaN ALD cycle 100cy, 45cy, 50cy window 평가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800100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07262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(ALD cycle / LK depo split, POR 대비)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596542"/>
            <a:ext cx="52678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(RQMD6_19):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Δ+0.10, AMI 9.4 · ACI 9.9/9.9로 POR과 근접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785823"/>
            <a:ext cx="56674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 (RQMD6_7):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Δ+0.14, AMI 9.5 · ACI 9.9/10.0로 POR과 근접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975104"/>
            <a:ext cx="54278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 (RQMD6_14):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Δ+0.22, AMI 9.6 · ACI 10.0/9.8로 POR과 근접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164385"/>
            <a:ext cx="58009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pSiCOH/50cy (RQMD6_16):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Δ+0.37로 변동 최대, AMI 9.8 (POR 9.5) 소폭 상향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353666"/>
            <a:ext cx="54278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 (RQMD6_8):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Δ+0.23, AMI 9.5 · ACI 10.1/10.1로 POR과 근접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581351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770632"/>
            <a:ext cx="5115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40.3Ω(-5%), CMBSRP 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95%(-5%p)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149194"/>
            <a:ext cx="5115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40.6Ω(-4%),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95%(-5%p)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98/98%로 POR 동등 → 유의차 없음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527755"/>
            <a:ext cx="5115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43.1Ω(+1%), CMBSRP 97%로 POR 동등, VCHN 99/99%로 POR 동등 → 유의차 없음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906317"/>
            <a:ext cx="51151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pSiCOH/50cy: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63.4Ω(+49%)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66%(-34%p)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inhibitor 국부 pinhole 로 bottom TaN 초기 핵생성, Rc 상승 동반 open 추정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474159"/>
            <a:ext cx="5115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106.9Ω(+152%)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59%(-41%p)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891126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5080406"/>
            <a:ext cx="5115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- 45cy·HDLK+HMDS·ULK-B 는 POR 대비 전 항목 동등 → 후보 조건, pSiCOH/50cy·100cy 는 Open 열화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5458968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- 100cy Open fail die 단면 분석 필요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71500" y="5648249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chamfer 무너짐 / top pinch-off void 여부 TEM 확인 예정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5837530"/>
            <a:ext cx="5115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소나연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2026-10-05T10:08:58Z</dcterms:created>
  <dcterms:modified xsi:type="dcterms:W3CDTF">2026-10-05T10:08:58Z</dcterms:modified>
</cp:coreProperties>
</file>