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cd441366041f68f63095d39d6a5727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4762195" cy="22000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RDEOV037.66 ET results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0690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RSBM aniline pulse 주기 변경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B(aniline every cycle) 진행 시 ACI CD 동등 수준 (Δ+0.09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A(Ani-2) ACI CD Δ+0.06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C(Ani-250) ACI CD Δ+0.02 nm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-16.0% 감소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VCHN/MinA/CMA POR 대비 동등수준 / CMBSRP/HOL 소폭 열화 / VMA 1.5%p 열화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플라즈마 이온 폭격에 의한 패시베이션 손상, Ru 위 TaN 국부 증착 추정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(V1 DC 기준)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886907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Area-selective ALD TiN — EDS mapping</a:t>
            </a:r>
            <a:endParaRPr lang="en-US" sz="825" dirty="0"/>
          </a:p>
        </p:txBody>
      </p:sp>
      <p:sp>
        <p:nvSpPr>
          <p:cNvPr id="16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057900" y="3552444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553005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293876"/>
                <a:gridCol w="2192731"/>
                <a:gridCol w="5110582"/>
                <a:gridCol w="2221992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PEALD TaN (inhibitor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aniline every 2 cycle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aniline every cycle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aniline + 250℃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9798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cumulative distribution</a:t>
            </a:r>
            <a:endParaRPr lang="en-US" sz="2325" dirty="0"/>
          </a:p>
        </p:txBody>
      </p:sp>
      <p:pic>
        <p:nvPicPr>
          <p:cNvPr id="3" name="Image 0" descr="gen-dedup-fb1a7c7328aa3367f942082d8eb64bf8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2aa00e4f80e59a1b695c4cccd168644c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847.9 → B 852.8 (+0.6%)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큼 (+0.7%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34.10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27.49 (-19.4%)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28.64 (-16.0%)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27.16 (-20.4%)</a:t>
            </a:r>
            <a:endParaRPr lang="en-US" sz="1275" dirty="0"/>
          </a:p>
        </p:txBody>
      </p:sp>
      <p:pic>
        <p:nvPicPr>
          <p:cNvPr id="7" name="Image 0" descr="gen-dedup-16d61a77797c3a8556088927f1f28e0c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322752"/>
                <a:gridCol w="1145410"/>
                <a:gridCol w="857458"/>
                <a:gridCol w="789812"/>
                <a:gridCol w="721252"/>
                <a:gridCol w="729479"/>
                <a:gridCol w="720338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aa3ad05215480e787a4dcd68433f3243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VCHN/MinA/HOL POR 대비 동등수준 / CMBSRP/CMA 소폭 열화 / VMA 2.3%p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VCHN/MinA/CMA POR 대비 동등수준 / CMBSRP/HOL 소폭 열화 / VMA 1.5%p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VCHN/MinA POR 대비 동등수준 / CMBSRP/VMA/CMA 소폭 열화 / HOL 2.2%p 열화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8470526764b236f867caab04b76eb1c1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94.5%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95.0%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2026-10-04T14:31:52Z</dcterms:created>
  <dcterms:modified xsi:type="dcterms:W3CDTF">2026-10-04T14:31:52Z</dcterms:modified>
</cp:coreProperties>
</file>