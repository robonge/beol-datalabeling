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85d48b989d78f78e0817325e04b08d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48456"/>
            <a:ext cx="2915107" cy="28767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KVED QQLDY.6C ET results</a:t>
            </a:r>
            <a:endParaRPr lang="en-US" sz="2325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45436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CMP Ru touch-up polish 시간 증가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B(touch-up 150%) 진행 시 AASI CD 동등 수준 (Δ-0.04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A(SlurryR2) AASI CD Δ-0.08 nm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 / CMA 소폭 열화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높이 손실에 의한 Rs 상승 및 min-area open 성 fail 추정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height 3σ POR 대비 증가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A(SlurryR2) 는 CMBSRP/VCHN/MinA POR 대비 동등수준 / CMA 소폭 열화</a:t>
            </a:r>
            <a:endParaRPr lang="en-US" sz="127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0102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(M1 DC 기준)</a:t>
            </a:r>
            <a:endParaRPr lang="en-US" sz="1275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6562649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Ru/dielectric 계면 TEM-EDS</a:t>
            </a:r>
            <a:endParaRPr lang="en-US" sz="825" dirty="0"/>
          </a:p>
        </p:txBody>
      </p:sp>
      <p:sp>
        <p:nvSpPr>
          <p:cNvPr id="16" name="Text 13"/>
          <p:cNvSpPr txBox="1"/>
          <p:nvPr/>
        </p:nvSpPr>
        <p:spPr>
          <a:xfrm>
            <a:off x="5810098" y="3595421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057900" y="3552444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914546"/>
          <a:ext cx="5696712" cy="2686507"/>
        </p:xfrm>
        <a:graphic>
          <a:graphicData uri="http://schemas.openxmlformats.org/drawingml/2006/table">
            <a:tbl>
              <a:tblPr/>
              <a:tblGrid>
                <a:gridCol w="1153973"/>
                <a:gridCol w="1150315"/>
                <a:gridCol w="907085"/>
                <a:gridCol w="1229868"/>
                <a:gridCol w="1254557"/>
              </a:tblGrid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14.53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14.52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14.51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37d0e6c63a8dfbb5d9832e2a2a533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2343607" cy="31053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421892"/>
                <a:gridCol w="3469234"/>
                <a:gridCol w="3489350"/>
                <a:gridCol w="2440534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W03, 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Ru slurry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W07, W16, 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slurry R2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W09, W20,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touch-up 150%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(AR≈3)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이전·이후 공정은 전 WF POR 동일 진행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28213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 측정: CD-SEM 49 pt / WF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048402" y="454182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 wafer map</a:t>
            </a:r>
            <a:endParaRPr lang="en-US" sz="2325" dirty="0"/>
          </a:p>
        </p:txBody>
      </p:sp>
      <p:pic>
        <p:nvPicPr>
          <p:cNvPr id="3" name="Image 0" descr="gen-dedup-53171c4aee55c0d181e1b566b870fe7e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b023f59dd1dcf1a2ffd1d24f295eae2f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6b6a1ec660d9a69fab52bffbce0a22d9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AASI CD POR 대비 Δ-0.08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AASI CD POR 대비 Δ-0.04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pic>
        <p:nvPicPr>
          <p:cNvPr id="3" name="Image 0" descr="gen-dedup-0bbcb23f8ad7ac12c57061822a9d79fc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31.84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31.58 (-0.8%,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31.87 (+0.1%, 동등)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2026-10-04T13:16:28Z</dcterms:created>
  <dcterms:modified xsi:type="dcterms:W3CDTF">2026-10-04T13:16:28Z</dcterms:modified>
</cp:coreProperties>
</file>