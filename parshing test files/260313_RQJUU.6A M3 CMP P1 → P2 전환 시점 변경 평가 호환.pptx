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637d2eb36af9443265158c2c6e19cff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67105"/>
            <a:ext cx="2190902" cy="219090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38505" y="437998"/>
            <a:ext cx="104781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SF1.0 KVKB RQJUU.6A ET results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3295498"/>
            <a:ext cx="41916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 surface micro-scratch SEM</a:t>
            </a:r>
            <a:endParaRPr lang="en-US" sz="825" dirty="0"/>
          </a:p>
        </p:txBody>
      </p:sp>
      <p:sp>
        <p:nvSpPr>
          <p:cNvPr id="5" name="Text 2"/>
          <p:cNvSpPr txBox="1"/>
          <p:nvPr/>
        </p:nvSpPr>
        <p:spPr>
          <a:xfrm>
            <a:off x="5219395" y="1067105"/>
            <a:ext cx="1527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125" dirty="0"/>
          </a:p>
        </p:txBody>
      </p:sp>
      <p:sp>
        <p:nvSpPr>
          <p:cNvPr id="6" name="Text 3"/>
          <p:cNvSpPr txBox="1"/>
          <p:nvPr/>
        </p:nvSpPr>
        <p:spPr>
          <a:xfrm>
            <a:off x="5458054" y="1067105"/>
            <a:ext cx="356067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M3 CMP P1 → P2 전환 시점 변경 평가</a:t>
            </a:r>
            <a:endParaRPr lang="en-US" sz="1125" dirty="0"/>
          </a:p>
        </p:txBody>
      </p:sp>
      <p:sp>
        <p:nvSpPr>
          <p:cNvPr id="7" name="Text 4"/>
          <p:cNvSpPr txBox="1"/>
          <p:nvPr/>
        </p:nvSpPr>
        <p:spPr>
          <a:xfrm>
            <a:off x="5219395" y="1281074"/>
            <a:ext cx="1527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125" dirty="0"/>
          </a:p>
        </p:txBody>
      </p:sp>
      <p:sp>
        <p:nvSpPr>
          <p:cNvPr id="8" name="Text 5"/>
          <p:cNvSpPr txBox="1"/>
          <p:nvPr/>
        </p:nvSpPr>
        <p:spPr>
          <a:xfrm>
            <a:off x="5458054" y="1281074"/>
            <a:ext cx="7690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125" dirty="0"/>
          </a:p>
        </p:txBody>
      </p:sp>
      <p:sp>
        <p:nvSpPr>
          <p:cNvPr id="9" name="Text 6"/>
          <p:cNvSpPr txBox="1"/>
          <p:nvPr/>
        </p:nvSpPr>
        <p:spPr>
          <a:xfrm>
            <a:off x="5219395" y="1495044"/>
            <a:ext cx="6286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Split A(P1 600 nm/min) 진행 시 ACI CD 동등 수준 (Δ-0.02 nm)</a:t>
            </a:r>
            <a:endParaRPr lang="en-US" sz="1125" dirty="0"/>
          </a:p>
        </p:txBody>
      </p:sp>
      <p:sp>
        <p:nvSpPr>
          <p:cNvPr id="10" name="Text 7"/>
          <p:cNvSpPr txBox="1"/>
          <p:nvPr/>
        </p:nvSpPr>
        <p:spPr>
          <a:xfrm>
            <a:off x="5219395" y="1709928"/>
            <a:ext cx="6286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B(P1-3psi) ACI CD Δ-0.02 nm</a:t>
            </a:r>
            <a:endParaRPr lang="en-US" sz="1125" dirty="0"/>
          </a:p>
        </p:txBody>
      </p:sp>
      <p:sp>
        <p:nvSpPr>
          <p:cNvPr id="11" name="Text 8"/>
          <p:cNvSpPr txBox="1"/>
          <p:nvPr/>
        </p:nvSpPr>
        <p:spPr>
          <a:xfrm>
            <a:off x="5219395" y="1923898"/>
            <a:ext cx="6286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VCHN/MinA/CMA POR 대비 동등수준 / VMA 15.7%p 개선 / CMBSRP 소폭 열화</a:t>
            </a:r>
            <a:endParaRPr lang="en-US" sz="1125" dirty="0"/>
          </a:p>
        </p:txBody>
      </p:sp>
      <p:sp>
        <p:nvSpPr>
          <p:cNvPr id="12" name="Text 9"/>
          <p:cNvSpPr txBox="1"/>
          <p:nvPr/>
        </p:nvSpPr>
        <p:spPr>
          <a:xfrm>
            <a:off x="5219395" y="2138782"/>
            <a:ext cx="6286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 고압 연마로 topography 잔존, P2 clearing 부담 증가</a:t>
            </a:r>
            <a:endParaRPr lang="en-US" sz="1125" dirty="0"/>
          </a:p>
        </p:txBody>
      </p:sp>
      <p:sp>
        <p:nvSpPr>
          <p:cNvPr id="13" name="Text 10"/>
          <p:cNvSpPr txBox="1"/>
          <p:nvPr/>
        </p:nvSpPr>
        <p:spPr>
          <a:xfrm>
            <a:off x="5219395" y="2352751"/>
            <a:ext cx="6286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M3 DC 기준 2 lot 결과, 3rd lot 진행 중</a:t>
            </a:r>
            <a:endParaRPr lang="en-US" sz="1125" dirty="0"/>
          </a:p>
        </p:txBody>
      </p:sp>
      <p:sp>
        <p:nvSpPr>
          <p:cNvPr id="14" name="Text 11"/>
          <p:cNvSpPr txBox="1"/>
          <p:nvPr/>
        </p:nvSpPr>
        <p:spPr>
          <a:xfrm>
            <a:off x="5219395" y="2566721"/>
            <a:ext cx="6286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edge 3 mm zone recess 4.7 nm 편차</a:t>
            </a:r>
            <a:endParaRPr lang="en-US" sz="1125" dirty="0"/>
          </a:p>
        </p:txBody>
      </p:sp>
      <p:sp>
        <p:nvSpPr>
          <p:cNvPr id="15" name="Text 12"/>
          <p:cNvSpPr txBox="1"/>
          <p:nvPr/>
        </p:nvSpPr>
        <p:spPr>
          <a:xfrm>
            <a:off x="5219395" y="2781605"/>
            <a:ext cx="6286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zeta potential -34 mV</a:t>
            </a:r>
            <a:endParaRPr lang="en-US" sz="1125" dirty="0"/>
          </a:p>
        </p:txBody>
      </p:sp>
      <p:sp>
        <p:nvSpPr>
          <p:cNvPr id="16" name="Text 13"/>
          <p:cNvSpPr txBox="1"/>
          <p:nvPr/>
        </p:nvSpPr>
        <p:spPr>
          <a:xfrm>
            <a:off x="5219395" y="2995574"/>
            <a:ext cx="6286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호환 가능 판단됨 (M3 DC 기준)</a:t>
            </a:r>
            <a:endParaRPr lang="en-US" sz="1125" dirty="0"/>
          </a:p>
        </p:txBody>
      </p:sp>
      <p:sp>
        <p:nvSpPr>
          <p:cNvPr id="17" name="Text 14"/>
          <p:cNvSpPr txBox="1"/>
          <p:nvPr/>
        </p:nvSpPr>
        <p:spPr>
          <a:xfrm>
            <a:off x="685800" y="3804818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933602" y="3762756"/>
            <a:ext cx="106527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M3 ACI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4123944"/>
          <a:ext cx="6667805" cy="2533802"/>
        </p:xfrm>
        <a:graphic>
          <a:graphicData uri="http://schemas.openxmlformats.org/drawingml/2006/table">
            <a:tbl>
              <a:tblPr/>
              <a:tblGrid>
                <a:gridCol w="1341425"/>
                <a:gridCol w="1349654"/>
                <a:gridCol w="1057046"/>
                <a:gridCol w="1444752"/>
                <a:gridCol w="1474927"/>
              </a:tblGrid>
              <a:tr h="3167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67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W17(POR)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29.99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1.55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4.68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167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W23(POR)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30.13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1.40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4.50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+0.13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167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30.02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1.71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5.14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167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30.05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1.53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4.93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+0.05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167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30.01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1.66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4.88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167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30.07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1.63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5.01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+0.07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167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30.04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1.65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5.14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+0.04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0" name="Image 1" descr="gen-dedup-dc9725b2b6410ee5f511e87a01e01c1d.png">    </p:cNvPr>
          <p:cNvPicPr>
            <a:picLocks noChangeAspect="1"/>
          </p:cNvPicPr>
          <p:nvPr/>
        </p:nvPicPr>
        <p:blipFill>
          <a:blip r:embed="rId2"/>
          <a:srcRect l="-5" r="-5" t="0" b="0"/>
          <a:stretch/>
        </p:blipFill>
        <p:spPr>
          <a:xfrm>
            <a:off x="7601407" y="3762756"/>
            <a:ext cx="3905402" cy="29525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M3 Line Rs by wafer</a:t>
            </a:r>
            <a:endParaRPr lang="en-US" sz="2325" dirty="0"/>
          </a:p>
        </p:txBody>
      </p:sp>
      <p:pic>
        <p:nvPicPr>
          <p:cNvPr id="3" name="Image 0" descr="gen-dedup-5cb761005d2d5847eb07ffcf833074e8.png">    </p:cNvPr>
          <p:cNvPicPr>
            <a:picLocks noChangeAspect="1"/>
          </p:cNvPicPr>
          <p:nvPr/>
        </p:nvPicPr>
        <p:blipFill>
          <a:blip r:embed="rId1"/>
          <a:srcRect l="-3" r="-3" t="0" b="0"/>
          <a:stretch/>
        </p:blipFill>
        <p:spPr>
          <a:xfrm>
            <a:off x="685800" y="1181405"/>
            <a:ext cx="7429500" cy="47621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477402" y="152430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50.0 (+0.0%)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477402" y="1783080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 median 50.6 (+1.1%)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477402" y="204185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 median 50.6 (+1.1%)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477402" y="2301545"/>
            <a:ext cx="3321101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wafer 간 편차 대비 split 간 차이 미미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2026-10-04T17:37:00Z</dcterms:created>
  <dcterms:modified xsi:type="dcterms:W3CDTF">2026-10-04T17:37:00Z</dcterms:modified>
</cp:coreProperties>
</file>