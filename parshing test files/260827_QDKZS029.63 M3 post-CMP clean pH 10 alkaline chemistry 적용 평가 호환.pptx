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b1c7d47521709db2f2fd07d611f2e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3914546" cy="1228954"/>
          </a:xfrm>
          <a:prstGeom prst="rect">
            <a:avLst/>
          </a:prstGeom>
        </p:spPr>
      </p:pic>
      <p:pic>
        <p:nvPicPr>
          <p:cNvPr id="3" name="Image 1" descr="gen-dedup-b2f228e462aaf40983ff7479d09a24c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954" y="1067105"/>
            <a:ext cx="1123798" cy="122895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KVIP QDKZS029.63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54772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post-CMP clean pH 10 alkaline chemistry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A(brush 압력 70%) 진행 시 AMI CD 동등 수준 (Δ-0.03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B(pH10) AMI CD Δ+0.06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MinA/CMA POR 대비 동등수준 / CMBSRP/VCHN/VMA 소폭 저하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824582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BTA 잔류 소수성 watermark 및 particle 잔류에 의한 leakage 증가 추정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31012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organic residue adder POR 대비 감소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5524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B(pH10) 는 MinA/VMA/CMA POR 대비 유사 수준 / CMBSRP/VCHN 소폭 열화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40389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M3 DC 기준 2 lot 결과, 3rd lot 진행 중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2812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edge 3 mm zone recess 7.4 nm 편차</a:t>
            </a:r>
            <a:endParaRPr lang="en-US" sz="1275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45244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동등, 양산 적용 진행 (M3 DC 기준)</a:t>
            </a:r>
            <a:endParaRPr lang="en-US" sz="1275" dirty="0"/>
          </a:p>
        </p:txBody>
      </p:sp>
      <p:sp>
        <p:nvSpPr>
          <p:cNvPr id="18" name="Text 14"/>
          <p:cNvSpPr txBox="1"/>
          <p:nvPr/>
        </p:nvSpPr>
        <p:spPr>
          <a:xfrm>
            <a:off x="6381598" y="2333549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CMP defect review SEM / post-CMP defect review SEM</a:t>
            </a:r>
            <a:endParaRPr lang="en-US" sz="825" dirty="0"/>
          </a:p>
        </p:txBody>
      </p:sp>
      <p:sp>
        <p:nvSpPr>
          <p:cNvPr id="19" name="Text 15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6629400" y="3429000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48356"/>
        </p:xfrm>
        <a:graphic>
          <a:graphicData uri="http://schemas.openxmlformats.org/drawingml/2006/table">
            <a:tbl>
              <a:tblPr/>
              <a:tblGrid>
                <a:gridCol w="1037844"/>
                <a:gridCol w="1035101"/>
                <a:gridCol w="815645"/>
                <a:gridCol w="1106424"/>
                <a:gridCol w="1129284"/>
              </a:tblGrid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30.40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30.43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30.40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5.53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30.42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4.87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30.35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30.35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30.47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30.45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30.48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30.42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5.53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db0ecaa9d1cea855e315b8668336ee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72307"/>
            <a:ext cx="3467405" cy="31053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clean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263701"/>
                <a:gridCol w="4027932"/>
                <a:gridCol w="3359506"/>
                <a:gridCol w="2169871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W22, 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acidic clean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W02, W09, W13, 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brush 압력 70%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W04, W11, 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 10 alkaline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6515100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post-CMP clean 조건별 X-SEM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76458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이전·이후 공정은 전 WF POR 동일 진행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023360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428213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AMI CD wafer map</a:t>
            </a:r>
            <a:endParaRPr lang="en-US" sz="2325" dirty="0"/>
          </a:p>
        </p:txBody>
      </p:sp>
      <p:pic>
        <p:nvPicPr>
          <p:cNvPr id="3" name="Image 0" descr="gen-dedup-d0cbb4e2be5e59b18287f1a137bf0879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28fbf0fb216da72ee185ceb36716f0cf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26dff9809de3cabc4541f8af04655344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AMI CD POR 대비 Δ-0.03 nm, edge 영역 편차 POR 동등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AMI CD POR 대비 Δ+0.06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Line Rs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67.35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67.75 (+0.6%,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67.41 (+0.1%, 동등)</a:t>
            </a:r>
            <a:endParaRPr lang="en-US" sz="1275" dirty="0"/>
          </a:p>
        </p:txBody>
      </p:sp>
      <p:pic>
        <p:nvPicPr>
          <p:cNvPr id="6" name="Image 0" descr="gen-dedup-afd37a07dd93968f6c7a64b662244979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608cf9bcc789fc3dd1ee38a044fd306f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CMBSRP/VCHN/VMA 소폭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CMBSRP/VCHN 소폭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가능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2026-10-04T17:36:43Z</dcterms:created>
  <dcterms:modified xsi:type="dcterms:W3CDTF">2026-10-04T17:36:43Z</dcterms:modified>
</cp:coreProperties>
</file>