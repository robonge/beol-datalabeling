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cumulative distribution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54.29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419526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Ru/SiN/TiN/AR 4.0 median 50.62 (-6.8%)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90357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Ru/SiO2/AR 3.0 median 49.01 (-9.7%)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90357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 Ru/SiO2/AR 4.0 median 48.89 (-9.9%)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465222"/>
            <a:ext cx="380664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PVD+SLA 20us/SiO2 median 50.29 (-7.4%)</a:t>
            </a:r>
            <a:endParaRPr lang="en-US" sz="1275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2723998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Ru/SiO2/AR 3.0 upper tail → open성 fail 과 일치</a:t>
            </a:r>
            <a:endParaRPr lang="en-US" sz="1275" dirty="0"/>
          </a:p>
        </p:txBody>
      </p:sp>
      <p:pic>
        <p:nvPicPr>
          <p:cNvPr id="9" name="Image 0" descr="gen-dedup-f5c8f5414a05f9280bcac5f40f7110c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모수빈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die count (ea / 49 die)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7629754" cy="135331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57300"/>
                <a:gridCol w="1257300"/>
                <a:gridCol w="1257300"/>
                <a:gridCol w="1257300"/>
                <a:gridCol w="1257300"/>
              </a:tblGrid>
              <a:tr h="338328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(RXTE1A_15)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QSPFT087_23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QSPFT087_9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QSPFT087_21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QSPFT087_24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832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832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264810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Ru/SiO2/AR 3.0: Open fail die 집중 (VCHN)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290687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 Ru/SiO2/AR 4.0: Short fail die 집중 (VCHN/CMBSRP)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모수빈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1f7b7a6d51ac08fe6da350a59cef2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238098"/>
            <a:ext cx="7619695" cy="2648102"/>
          </a:xfrm>
          <a:prstGeom prst="rect">
            <a:avLst/>
          </a:prstGeom>
        </p:spPr>
      </p:pic>
      <p:pic>
        <p:nvPicPr>
          <p:cNvPr id="3" name="Image 1" descr="gen-dedup-48ccd6ca71940cf9cce6a1669f7c409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305" y="952805"/>
            <a:ext cx="2286000" cy="1143000"/>
          </a:xfrm>
          <a:prstGeom prst="rect">
            <a:avLst/>
          </a:prstGeom>
        </p:spPr>
      </p:pic>
      <p:pic>
        <p:nvPicPr>
          <p:cNvPr id="4" name="Image 2" descr="gen-dedup-944630ed8a8e5943162a17dfdbcba37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952805"/>
            <a:ext cx="866851" cy="1143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QSPFT087.6D ET results</a:t>
            </a:r>
            <a:endParaRPr lang="en-US" sz="2100" dirty="0"/>
          </a:p>
        </p:txBody>
      </p:sp>
      <p:sp>
        <p:nvSpPr>
          <p:cNvPr id="6" name="Shape 1"/>
          <p:cNvSpPr/>
          <p:nvPr/>
        </p:nvSpPr>
        <p:spPr>
          <a:xfrm>
            <a:off x="571500" y="961949"/>
            <a:ext cx="761695" cy="228600"/>
          </a:xfrm>
          <a:prstGeom prst="roundRect">
            <a:avLst>
              <a:gd name="adj" fmla="val 12400"/>
            </a:avLst>
          </a:prstGeom>
          <a:solidFill>
            <a:srgbClr val="C628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71500" y="961949"/>
            <a:ext cx="7626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test</a:t>
            </a:r>
            <a:endParaRPr lang="en-US" sz="1050" dirty="0"/>
          </a:p>
        </p:txBody>
      </p:sp>
      <p:sp>
        <p:nvSpPr>
          <p:cNvPr id="8" name="Text 3"/>
          <p:cNvSpPr txBox="1"/>
          <p:nvPr/>
        </p:nvSpPr>
        <p:spPr>
          <a:xfrm>
            <a:off x="8382305" y="2133295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16nm pitch Ru line TEM (imec) / Ru line TEM (AR≈3)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4000500"/>
            <a:ext cx="12435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780898" y="4000500"/>
            <a:ext cx="318577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Ru depo / SiN HM / Line AR split 평가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4155948"/>
            <a:ext cx="12435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780898" y="4155948"/>
            <a:ext cx="61539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4339742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(Ru depo / SiN HM split, POR 대비)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4495190"/>
            <a:ext cx="686257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Ru/SiN/TiN/AR 4.0 (QSPFT087_23):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AMI/ACI Δ+0.63/+0.59, SiN ACI 9.7/9.4 (POR 9.2/8.8) 소폭 상향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4650638"/>
            <a:ext cx="73536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Ru/SiO2/AR 3.0 (QSPFT087_9):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AMI/ACI Δ+0.98/+0.63, SiN ACI A측만 10.1으로 POR 대비 +0.9 확대 (B측 9.0 동등)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4806086"/>
            <a:ext cx="73536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 Ru/SiO2/AR 4.0 (QSPFT087_21):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AMI/ACI Δ+0.73/+0.82로 변동 최대, SiN ACI 10.2/9.6로 전 구간 +1.0~1.0 확대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4961534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PVD+SLA 20us/SiO2 (QSPFT087_24):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AMI/ACI Δ+0.57/+0.68, SiN ACI 9.7/9.3 (POR 9.2/8.8) 소폭 상향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5145329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5300777"/>
            <a:ext cx="682142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Ru/SiN/TiN/AR 4.0: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51.7Ω(+11%), VA Rc 63.5Ω(+20%), CMBSRP 98/97%로 POR 동등 → 유의차 없음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5456225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Ru/SiO2/AR 3.0: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Rc 69.3Ω(+49%)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Rc 76.9Ω(+45%)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98/99%로 POR 동등 → 유의차 없음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5611673"/>
            <a:ext cx="6667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 Ru/SiO2/AR 4.0:</a:t>
            </a:r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48.7Ω(+5%), VA Rc 55.9Ω(+5%), </a:t>
            </a:r>
            <a:pPr algn="l" indent="0" marL="0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83%(-17%p)</a:t>
            </a:r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SiN HM 유도 산화/소실로 top CD 확장, line 간 bridge short 추정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5922569"/>
            <a:ext cx="687628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PVD+SLA 20us/SiO2: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41.1Ω(-12%), VA Rc 52.0Ω(-2%), CMBSRP 97/99%로 POR 동등 → 전 item POR 동등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7524598" y="4028846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7524598" y="4184294"/>
            <a:ext cx="40965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ALD Ru/SiN/TiN/AR 4.0·PVD+SLA 20us/SiO2 는 POR 대비 전 항목 동등 → 후보 조건, ALD Ru/SiO2/AR 3.0·CVD Ru/SiO2/AR 4.0 는 Open/Short 열화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7524598" y="4495190"/>
            <a:ext cx="40965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CVD Ru/SiO2/AR 4.0는 CMBSRP와 VCHN에서 같은 mode로 재현되어 split 기인으로 판단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7524598" y="4806086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ALD Ru/SiO2/AR 3.0 Open fail die 단면 분석 필요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7524598" y="4961534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TDDB / EM 결과 대기, 2 die hold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모수빈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1ddb002607ba63e5a7072ee3d993c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67105"/>
            <a:ext cx="5753405" cy="2638044"/>
          </a:xfrm>
          <a:prstGeom prst="rect">
            <a:avLst/>
          </a:prstGeom>
        </p:spPr>
      </p:pic>
      <p:pic>
        <p:nvPicPr>
          <p:cNvPr id="3" name="Image 1" descr="gen-dedup-db6530281355a26bd4050b8154495f3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67105"/>
            <a:ext cx="5210251" cy="26380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Ru/SiO2/AR 3.0 fail die 단면 분석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571500" y="3743554"/>
            <a:ext cx="11049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18nm MP FSAV Ru TEM (imec) / Ru TopVia / airgap X-TEM (IBM)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4123944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seam / void 흔적 (2/3 site)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4383634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bottom 과 하부 Ru line 접촉 면적 감소 관찰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4642409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Ru/SiO2 계면 확산 없음 — EDS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71500" y="49020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대상: QSPFT087_9 (ALD Ru/SiO2/AR 3.0)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모수빈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2026-10-05T12:20:44Z</dcterms:created>
  <dcterms:modified xsi:type="dcterms:W3CDTF">2026-10-05T12:20:44Z</dcterms:modified>
</cp:coreProperties>
</file>