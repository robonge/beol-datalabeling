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Via Rc cumulative distribution</a:t>
            </a:r>
            <a:endParaRPr lang="en-US" sz="2250" dirty="0"/>
          </a:p>
        </p:txBody>
      </p:sp>
      <p:pic>
        <p:nvPicPr>
          <p:cNvPr id="3" name="Image 0" descr="gen-dedup-3de2bbf65961ee90437e15f0005f100b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14.26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Trench-first median 13.57 (-4.8%)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median 14.07 (-1.3%)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11043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median 14.35 (+0.6%)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096098" y="237012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median 14.51 (+1.8%)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천성민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2310237d97a5a311537b6b0be0f89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8702" y="990295"/>
            <a:ext cx="2048256" cy="952805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998" y="990295"/>
            <a:ext cx="2038198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KVED QYVEO014.6B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353251" y="1981505"/>
            <a:ext cx="52678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Cu DD via/trench X-SEM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3251" y="2266798"/>
          <a:ext cx="5296205" cy="3762756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790956"/>
                <a:gridCol w="790956"/>
                <a:gridCol w="790956"/>
                <a:gridCol w="790956"/>
                <a:gridCol w="790956"/>
              </a:tblGrid>
              <a:tr h="34206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(RQG0R_8)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QYVEO_21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QYVEO_13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QYVEO_25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QYVEO_9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scheme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Via-first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Trench-first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52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810158" y="990295"/>
            <a:ext cx="30385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SAV, Trench-first 적용 평가</a:t>
            </a:r>
            <a:endParaRPr lang="en-US" sz="112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193292"/>
            <a:ext cx="152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810158" y="1193292"/>
            <a:ext cx="769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34694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(Via scheme split, POR 대비)</a:t>
            </a:r>
            <a:endParaRPr lang="en-US" sz="1125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637690"/>
            <a:ext cx="55531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Trench-first (QYVEO_21):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Δ+0.34/+0.25로 변동 최대, AMI 8.1/7.7 · AEI 9.3/8.7로 POR과 근접</a:t>
            </a:r>
            <a:endParaRPr lang="en-US" sz="1125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042770"/>
            <a:ext cx="62389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(QYVEO_13):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Δ+0.27/+0.16, AMI 7.9/7.6 · AEI 9.3/8.9로 POR과 근접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245766"/>
            <a:ext cx="62389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(QYVEO_25):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Δ+0.12/+0.17, AMI 7.9/7.8 · AEI 9.2/8.9로 POR과 근접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448763"/>
            <a:ext cx="62389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(QYVEO_9):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Δ-0.16/+0.08, AMI 7.9/7.5 · AEI 9.2/8.8로 POR과 근접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689250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125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892247"/>
            <a:ext cx="55531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Trench-first: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Short 80%(-13%p),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79%(-21%p)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CMA 84%(-9%p) → via chamfer 무너짐으로 V-M space 감소, short 추정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298241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99/92%로 POR 동등,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1125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501238"/>
            <a:ext cx="589239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98/90%로 POR 동등, VCHN 99%로 POR 동등 → 전 item POR 동등</a:t>
            </a:r>
            <a:endParaRPr lang="en-US" sz="1125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704234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98/91%로 POR 동등, VCHN 97%로 POR 동등 → 유의차 없음</a:t>
            </a:r>
            <a:endParaRPr lang="en-US" sz="1125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944722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25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147718"/>
            <a:ext cx="62389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SAV·SAV·SAV 는 POR 대비 전 항목 동등 → 후보 조건, Trench-first 는 Short 열화</a:t>
            </a:r>
            <a:endParaRPr lang="en-US" sz="1125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350715"/>
            <a:ext cx="59609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Trench-first는 CMBSRP와 VCHN에서 같은 mode로 재현되어 split 기인으로 판단</a:t>
            </a:r>
            <a:endParaRPr lang="en-US" sz="1125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4553712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Trench-first CD targeting 후 short 재확인 필요</a:t>
            </a:r>
            <a:endParaRPr lang="en-US" sz="1125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4755794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(Cu+ drift) 결과 대기, 2 die hold</a:t>
            </a:r>
            <a:endParaRPr lang="en-US" sz="1125" dirty="0"/>
          </a:p>
        </p:txBody>
      </p:sp>
      <p:sp>
        <p:nvSpPr>
          <p:cNvPr id="26" name="Text 21"/>
          <p:cNvSpPr txBox="1"/>
          <p:nvPr/>
        </p:nvSpPr>
        <p:spPr>
          <a:xfrm>
            <a:off x="571500" y="4958791"/>
            <a:ext cx="5553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fence / residue 여부 TEM 확인</a:t>
            </a:r>
            <a:endParaRPr lang="en-US" sz="1125" dirty="0"/>
          </a:p>
        </p:txBody>
      </p:sp>
      <p:sp>
        <p:nvSpPr>
          <p:cNvPr id="27" name="Text 2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천성민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die yield by split</a:t>
            </a:r>
            <a:endParaRPr lang="en-US" sz="2100" dirty="0"/>
          </a:p>
        </p:txBody>
      </p:sp>
      <p:pic>
        <p:nvPicPr>
          <p:cNvPr id="3" name="Image 0" descr="gen-dedup-8f16f372194f0dc19481bb972f5bdf1f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99%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Trench-first median 78%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median 95%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median 99%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246522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median 97%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천성민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/ Short yield 비교</a:t>
            </a:r>
            <a:endParaRPr lang="en-US" sz="2100" dirty="0"/>
          </a:p>
        </p:txBody>
      </p:sp>
      <p:pic>
        <p:nvPicPr>
          <p:cNvPr id="3" name="Image 0" descr="gen-dedup-45b77bdd5ca1be038eee72cc76f4bed9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Trench-first VCHN O 79%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96%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Trench-first 평균 86%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평균 95%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평균 94%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 평균 94%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천성민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89e498a7504d0c750b85e053ad6d6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6077102" cy="2819095"/>
          </a:xfrm>
          <a:prstGeom prst="rect">
            <a:avLst/>
          </a:prstGeom>
        </p:spPr>
      </p:pic>
      <p:pic>
        <p:nvPicPr>
          <p:cNvPr id="3" name="Image 1" descr="gen-dedup-d352e0ff472645e693ca289ad8a4a87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1067105"/>
            <a:ext cx="4886554" cy="28190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단면 분석 결과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3924605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residue defect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30499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shoulder erosion 및 MHM 소실 흔적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56468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CD 확장으로 space 감소 확인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823460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QYVEO_21 (Trench-first)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천성민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2026-10-05T09:55:29Z</dcterms:created>
  <dcterms:modified xsi:type="dcterms:W3CDTF">2026-10-05T09:55:29Z</dcterms:modified>
</cp:coreProperties>
</file>