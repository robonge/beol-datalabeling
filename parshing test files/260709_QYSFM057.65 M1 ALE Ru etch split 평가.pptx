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cdf24cb0c91cde777d78e8de404a0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90295"/>
            <a:ext cx="1895551" cy="952805"/>
          </a:xfrm>
          <a:prstGeom prst="rect">
            <a:avLst/>
          </a:prstGeom>
        </p:spPr>
      </p:pic>
      <p:pic>
        <p:nvPicPr>
          <p:cNvPr id="3" name="Image 1" descr="gen-dedup-4eb98821ad91f968a6fe8f300af4efb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946" y="990295"/>
            <a:ext cx="714146" cy="952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KVFG QYSFM057.65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571500" y="1981505"/>
            <a:ext cx="53629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16nm pitch Ru line TEM (imec) / Ru line TEM (AR≈3)</a:t>
            </a:r>
            <a:endParaRPr lang="en-US" sz="825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2266798"/>
          <a:ext cx="5372100" cy="409651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343254"/>
                <a:gridCol w="1343254"/>
                <a:gridCol w="1343254"/>
              </a:tblGrid>
              <a:tr h="31511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(RDJ7LB_7)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QYSFM_2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QYSFM_11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RuO4 over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Thermal ALE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O2/Cl2 RIE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RIE+IBE trim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Segmented E-C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51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511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511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163056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410858" y="990295"/>
            <a:ext cx="306049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ALE / Ru etch split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163056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410858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163056" y="1461211"/>
            <a:ext cx="54580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(ALE / Ru etch split, 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6163056" y="1677924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RuO4 over/RIE+IBE trim (QYSFM_2):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Δ-0.68/-0.90로 변동 최대, ACI 9.0 (POR 9.5) 소폭 하향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63056" y="2110435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Thermal ALE/Segmented E-C (QYSFM_11):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Δ-0.42/-0.29, ACI 9.1 (POR 9.5) 소폭 하향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163056" y="2581351"/>
            <a:ext cx="54580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163056" y="2798064"/>
            <a:ext cx="5458054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RuO4 over/RIE+IBE trim: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76.8Ω(+3%), VA Rc 61.6Ω(-9%), CMBSRP Short 87%(-13%p),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74%(-26%p)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RuO4 과잉 산화 식각으로 line 단면적 손실, open 열화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163056" y="3447288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Thermal ALE/Segmented E-C: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65.8Ω(-12%), VA Rc 69.1Ω(+2%), CMBSRP 99%로 POR 동등, VCHN 97/99%로 POR 동등 → 전 item POR 동등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163056" y="3918204"/>
            <a:ext cx="54580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163056" y="4134002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Thermal ALE/Segmented E-C 는 POR 대비 전 항목 동등 → 후보 조건, RuO4 over/RIE+IBE trim 는 Open 열화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163056" y="4567428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RuO4 over/RIE+IBE trim는 CMBSRP와 VCHN에서 같은 mode로 재현되어 split 기인으로 판단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163056" y="4999939"/>
            <a:ext cx="54580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RuO4 over/RIE+IBE trim Open fail die 단면 분석 필요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오도윤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2026-10-05T12:20:33Z</dcterms:created>
  <dcterms:modified xsi:type="dcterms:W3CDTF">2026-10-05T12:20:33Z</dcterms:modified>
</cp:coreProperties>
</file>