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dcba84770dbdfa4bd1303a9e080659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2553005" cy="2952598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67105"/>
            <a:ext cx="6353251" cy="2952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failure analysis (X-SEM / TEM)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4058107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low-k plasma damaged layer TEM / Cu DD trench/via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4384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profile 차이 미미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6981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void / residue 미관찰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95696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RXR7Q_20 (Wet+O2)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국하은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die yield by split</a:t>
            </a:r>
            <a:endParaRPr lang="en-US" sz="2100" dirty="0"/>
          </a:p>
        </p:txBody>
      </p:sp>
      <p:pic>
        <p:nvPicPr>
          <p:cNvPr id="3" name="Image 0" descr="gen-dedup-2201cbed313d64b5e1a55d843036a1ff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94%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국하은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4200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429207"/>
                <a:gridCol w="1429207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(RXR7Q_2)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RXR7Q_20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국하은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Line Rs cumulative distribution</a:t>
            </a:r>
            <a:endParaRPr lang="en-US" sz="2250" dirty="0"/>
          </a:p>
        </p:txBody>
      </p:sp>
      <p:pic>
        <p:nvPicPr>
          <p:cNvPr id="3" name="Image 0" descr="gen-dedup-5d9d3114f8528047dcac99ab75ae8f81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57.69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56.71 (-1.7%)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국하은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6db76889ea5b7a88ccd04ef5b9995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3238805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RXR7Q.6D ET results</a:t>
            </a:r>
            <a:endParaRPr lang="en-US" sz="2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6581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3143707"/>
                <a:gridCol w="3143707"/>
              </a:tblGrid>
              <a:tr h="241651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(RXR7Q_2)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RXR7Q_20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1651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1651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1651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1651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82305" y="1914754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금속/Ru 계면 산화막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3715207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19302" y="3715207"/>
            <a:ext cx="39154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Ru liner Wet+O2 계면 산화 억제 평가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931006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19302" y="3931006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4185209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split, POR 대비)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4401922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(RXR7Q_20):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Δ+0.04, AMI 8.4/8.3 · ACI 10.2로 POR과 근접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4656125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4872838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64.5Ω(-1%),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94%(-6%p)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98/99%로 POR 동등 → 유의차 없음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524598" y="3752698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524598" y="3969410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Wet+O2 는 POR 대비 전 항목 동등 → 후보 조건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524598" y="4185209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호환 가능 판단 (I1 DC 기준)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524598" y="4401922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low-k PID 영향 FTIR(C-H peak) 확인 필요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524598" y="4618634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TaN 두께(~3.8nm) / bottom 미증착 TEM 확인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국하은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2026-10-05T10:10:24Z</dcterms:created>
  <dcterms:modified xsi:type="dcterms:W3CDTF">2026-10-05T10:10:24Z</dcterms:modified>
</cp:coreProperties>
</file>