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ET fail die summary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8772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38098"/>
                <a:gridCol w="1238098"/>
                <a:gridCol w="1238098"/>
                <a:gridCol w="1238098"/>
                <a:gridCol w="1238098"/>
                <a:gridCol w="1238098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(RQLS3_5)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ME/2-step: Open fail die 집중 (VCHN)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51678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ME: Open fail die 집중 (VCHN/CMBSRP)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채하은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ae9ed703d67cb6c7b66c49a1263f1f40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High-bias ME/2-step VCHN O 31%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100%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T3/2-step 평균 98%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ME/2-step 평균 64%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평균 98%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37596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평균 98%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667598" y="363474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 평균 84%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채하은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8f74882bbec0c55e2c29527dded0c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398" y="990295"/>
            <a:ext cx="1447495" cy="952805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702" y="990295"/>
            <a:ext cx="2038198" cy="952805"/>
          </a:xfrm>
          <a:prstGeom prst="rect">
            <a:avLst/>
          </a:prstGeom>
        </p:spPr>
      </p:pic>
      <p:pic>
        <p:nvPicPr>
          <p:cNvPr id="4" name="Image 2" descr="gen-dedup-92310237d97a5a311537b6b0be0f894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795" y="990295"/>
            <a:ext cx="2048256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QERSF094.6B ET results</a:t>
            </a:r>
            <a:endParaRPr lang="en-US" sz="1950" dirty="0"/>
          </a:p>
        </p:txBody>
      </p:sp>
      <p:sp>
        <p:nvSpPr>
          <p:cNvPr id="6" name="Text 1"/>
          <p:cNvSpPr txBox="1"/>
          <p:nvPr/>
        </p:nvSpPr>
        <p:spPr>
          <a:xfrm>
            <a:off x="5915254" y="1981505"/>
            <a:ext cx="57058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Cu DD via/trench X-SEM / Cu DD trench/via X-SEM</a:t>
            </a:r>
            <a:endParaRPr lang="en-US" sz="8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15254" y="2266798"/>
          <a:ext cx="5705856" cy="3152851"/>
        </p:xfrm>
        <a:graphic>
          <a:graphicData uri="http://schemas.openxmlformats.org/drawingml/2006/table">
            <a:tbl>
              <a:tblPr/>
              <a:tblGrid>
                <a:gridCol w="670040"/>
                <a:gridCol w="670040"/>
                <a:gridCol w="727629"/>
                <a:gridCol w="727629"/>
                <a:gridCol w="727629"/>
                <a:gridCol w="727629"/>
                <a:gridCol w="727629"/>
                <a:gridCol w="727629"/>
              </a:tblGrid>
              <a:tr h="350317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(RQLS3_5)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QERSF_24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T3+tilt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OE scheme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1-step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0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71500" y="990295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9" name="Text 3"/>
          <p:cNvSpPr txBox="1"/>
          <p:nvPr/>
        </p:nvSpPr>
        <p:spPr>
          <a:xfrm>
            <a:off x="790956" y="990295"/>
            <a:ext cx="320863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Trench etch / OE scheme split 평가</a:t>
            </a:r>
            <a:endParaRPr lang="en-US" sz="975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159459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790956" y="1159459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356055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OE scheme split, POR 대비)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524305"/>
            <a:ext cx="5115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T3/2-step (QERSF_14):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Δ+0.64/+0.47로 변동 최대, ACI 10.0 (POR 9.2) 소폭 상향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861718"/>
            <a:ext cx="580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ME/2-step (QERSF_11):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Δ+0.52/+0.56, ACI 9.8 (POR 9.2) 소폭 상향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029968"/>
            <a:ext cx="579089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(QERSF_4):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Δ+0.16/+0.10, ACI 9.5 · ASI 8.3/8.4로 POR과 근접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198218"/>
            <a:ext cx="580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(QERSF_3):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Δ-0.14/-0.04, ACI 9.3 · ASI 8.2/8.3로 POR과 근접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2367382"/>
            <a:ext cx="580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 (QERSF_24):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Δ+0.10/+0.32, ACI 9.5 · ASI 8.4/8.4로 POR과 근접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2563978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2732227"/>
            <a:ext cx="534466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T3/2-step: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99%로 POR 동등, VCHN 97%로 POR 동등 → 전 item POR 동등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2901391"/>
            <a:ext cx="5115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ME/2-step: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31%(-69%p)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3237890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VCHN 99%로 POR 동등 → 전 item POR 동등</a:t>
            </a:r>
            <a:endParaRPr lang="en-US" sz="975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3406140"/>
            <a:ext cx="573145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trim: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99%로 POR 동등 → 전 item POR 동등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3575304"/>
            <a:ext cx="5115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84%(-16%p)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Open 85%(-15%p) → trench bottom corner micro-trenching → via 연결부 open 추정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571500" y="3940150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571500" y="4108399"/>
            <a:ext cx="5115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T3/2-step·2-step·T3+tilt trim 는 POR 대비 전 항목 동등 → 후보 조건, High-bias ME/2-step·High-bias ME 는 Open 열화</a:t>
            </a:r>
            <a:endParaRPr lang="en-US" sz="975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4445813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ME는 CMBSRP와 VCHN에서 같은 mode로 재현되어 split 기인으로 판단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571500" y="4614062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ME/2-step Open fail die 단면 분석 필요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571500" y="4782312"/>
            <a:ext cx="51151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low-k PID 영향 FTIR(C-H peak) 확인 필요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채하은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2026-10-05T09:55:16Z</dcterms:created>
  <dcterms:modified xsi:type="dcterms:W3CDTF">2026-10-05T09:55:16Z</dcterms:modified>
</cp:coreProperties>
</file>