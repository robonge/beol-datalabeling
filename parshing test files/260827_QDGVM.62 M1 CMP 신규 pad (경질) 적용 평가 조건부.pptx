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0acda5c2fbec0dc5c0e5828be1052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2857500" cy="31144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KVKA QDGVM.62 ET results</a:t>
            </a:r>
            <a:endParaRPr lang="en-US" sz="225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4219956"/>
            <a:ext cx="285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post-CMP defect review SEM</a:t>
            </a:r>
            <a:endParaRPr lang="en-US" sz="825" dirty="0"/>
          </a:p>
        </p:txBody>
      </p:sp>
      <p:sp>
        <p:nvSpPr>
          <p:cNvPr id="5" name="Text 2"/>
          <p:cNvSpPr txBox="1"/>
          <p:nvPr/>
        </p:nvSpPr>
        <p:spPr>
          <a:xfrm>
            <a:off x="37719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4028846" y="1067105"/>
            <a:ext cx="37408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CMP 신규 pad (경질) 적용 평가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37719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40288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3771900" y="1552651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A(conditioner 주기 2x) 진행 시 AMI CD 동등 수준 (Δ-0.09 nm)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3771900" y="1795882"/>
            <a:ext cx="77349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VMA/CMA POR 대비 동등수준 / MinA 5.1%p 개선 / CMBSRP 13.8%p 열화, VCHN 11.9%p 열화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281428"/>
            <a:ext cx="7734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zeta potential -20 mV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3771900" y="2523744"/>
            <a:ext cx="790681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CD targeting 하고 VCHN 동등 수준 3타점 관찰 뒤 호환 가능 판단됨 (M1 DC 기준)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3771900" y="41385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019702" y="4095598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71900" y="4457700"/>
          <a:ext cx="7734910" cy="2220163"/>
        </p:xfrm>
        <a:graphic>
          <a:graphicData uri="http://schemas.openxmlformats.org/drawingml/2006/table">
            <a:tbl>
              <a:tblPr/>
              <a:tblGrid>
                <a:gridCol w="1555394"/>
                <a:gridCol w="1565453"/>
                <a:gridCol w="1226210"/>
                <a:gridCol w="1676095"/>
                <a:gridCol w="1710842"/>
              </a:tblGrid>
              <a:tr h="317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7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7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16.49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7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7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16.63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71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AMI CD wafer map</a:t>
            </a:r>
            <a:endParaRPr lang="en-US" sz="2325" dirty="0"/>
          </a:p>
        </p:txBody>
      </p:sp>
      <p:pic>
        <p:nvPicPr>
          <p:cNvPr id="3" name="Image 0" descr="gen-dedup-a503aba1a49fd4d42426c503f296d79c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f7afa14218a8581f6f62fa659bb02418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abec7723b670876b8003639b05fb5388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7fc026e5be9a8997ff37f9b7125b193b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Δ-0.09 nm, edge 영역 편차 확대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Δ-0.03 nm, edge 영역 편차 POR 동등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AMI CD POR 대비 Δ+0.04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325" dirty="0"/>
          </a:p>
        </p:txBody>
      </p:sp>
      <p:pic>
        <p:nvPicPr>
          <p:cNvPr id="3" name="Image 0" descr="gen-dedup-12337200ba66c91095431dc7700462b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b9066636f16ce69185a1fc1169277c35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narrow median: POR 48.9 → A 48.6 (-0.7%)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은 narrow 대비 변화폭 큼 (-0.7% 수준)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12.04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12.01 (-0.3%,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11.87 (-1.4%, 동등)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11.91 (-1.1%, 동등)</a:t>
            </a:r>
            <a:endParaRPr lang="en-US" sz="1275" dirty="0"/>
          </a:p>
        </p:txBody>
      </p:sp>
      <p:pic>
        <p:nvPicPr>
          <p:cNvPr id="7" name="Image 0" descr="gen-dedup-1bf28a003db5051de525f87475099f41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test results (M1 DC)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200961"/>
        </p:xfrm>
        <a:graphic>
          <a:graphicData uri="http://schemas.openxmlformats.org/drawingml/2006/table">
            <a:tbl>
              <a:tblPr/>
              <a:tblGrid>
                <a:gridCol w="2571293"/>
                <a:gridCol w="2226564"/>
                <a:gridCol w="1666951"/>
                <a:gridCol w="1535278"/>
                <a:gridCol w="1402690"/>
                <a:gridCol w="1418234"/>
              </a:tblGrid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8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75269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spec(7%)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01238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VMA/CMA POR 대비 동등수준 / MinA 5.1%p 개선 / CMBSRP 13.8%p 열화, VCHN 11.9%p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7116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CMA POR 대비 동등수준 / MinA 4.6%p 개선 / VMA 소폭 열화 / CMBSRP 14.6%p 열화, VCHN 4.4%p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52993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MinA/CMA POR 대비 동등수준 / CMBSRP 14.5%p 열화, VCHN 11.5%p 열화, VMA 4.6%p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8962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43.7% → B 29.2%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by wafer</a:t>
            </a:r>
            <a:endParaRPr lang="en-US" sz="2325" dirty="0"/>
          </a:p>
        </p:txBody>
      </p:sp>
      <p:pic>
        <p:nvPicPr>
          <p:cNvPr id="3" name="Image 0" descr="gen-dedup-a83e78da45c9373874f0c79b5f72dc92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48.9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48.6 (-0.7%)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49.2 (+0.7%)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48.3 (-1.4%)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2026-10-04T17:38:28Z</dcterms:created>
  <dcterms:modified xsi:type="dcterms:W3CDTF">2026-10-04T17:38:28Z</dcterms:modified>
</cp:coreProperties>
</file>