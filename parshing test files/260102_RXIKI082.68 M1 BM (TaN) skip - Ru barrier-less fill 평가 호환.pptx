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929deb6cef29fc200efed8476d3cc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48456"/>
            <a:ext cx="4762195" cy="21808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KVIP RXIKI082.68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46387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BM (TaN) skip — Ru barrier-less fill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barrier-less Ru 진행 시 ATOI CD 동등 수준 (Δ+0.01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-12.4% 감소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-9.4% 감소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동등수준 / CMBSRP 소폭 열화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계면 adhesion 불량 및 void 추정, Ru 확산은 미관찰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FIB/TEM 2 site 계면 void 확인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0102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(M1 DC 기준)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867705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FSAV TEM (Mx / Mx+1)</a:t>
            </a:r>
            <a:endParaRPr lang="en-US" sz="825" dirty="0"/>
          </a:p>
        </p:txBody>
      </p:sp>
      <p:sp>
        <p:nvSpPr>
          <p:cNvPr id="16" name="Text 13"/>
          <p:cNvSpPr txBox="1"/>
          <p:nvPr/>
        </p:nvSpPr>
        <p:spPr>
          <a:xfrm>
            <a:off x="5810098" y="3595421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057900" y="3552444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914546"/>
          <a:ext cx="5696712" cy="2553005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33395"/>
            <a:ext cx="4000500" cy="10479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1175004"/>
                <a:gridCol w="3744468"/>
                <a:gridCol w="3883457"/>
                <a:gridCol w="2017166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1.5 nm + Ru liner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W11, W12, 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barrier-less Ru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019702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32658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358536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 측정: CD-SEM 49 pt / WF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384413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이전·이후 공정은 전 WF POR 동일 진행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 wafer map</a:t>
            </a:r>
            <a:endParaRPr lang="en-US" sz="2325" dirty="0"/>
          </a:p>
        </p:txBody>
      </p:sp>
      <p:pic>
        <p:nvPicPr>
          <p:cNvPr id="3" name="Image 0" descr="gen-dedup-0f7c36619ae7015cfbee6e96c9f58703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d3403bfdc25b8a4832dc5be9c0449e8e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Δ+0.01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/ Via Rc cumulative distribution</a:t>
            </a:r>
            <a:endParaRPr lang="en-US" sz="2325" dirty="0"/>
          </a:p>
        </p:txBody>
      </p:sp>
      <p:pic>
        <p:nvPicPr>
          <p:cNvPr id="3" name="Image 0" descr="gen-dedup-68d9d38acfdeba79f8ecbab42177735b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8f656d57b11a7d2c17669099c49268e8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-12.4% / Via Rc -9.4%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9b82663e84abdca29310602e4ac41ce9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VCHN/MinA/VMA POR 대비 동등수준 / CMBSRP 소폭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98.5% → A 97.0%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die yield distribution by wafer</a:t>
            </a:r>
            <a:endParaRPr lang="en-US" sz="2325" dirty="0"/>
          </a:p>
        </p:txBody>
      </p:sp>
      <p:pic>
        <p:nvPicPr>
          <p:cNvPr id="3" name="Image 0" descr="gen-dedup-21316ce5ce78cbb92fa9d8b527549d13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98.3%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96.9%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2026-10-04T13:21:51Z</dcterms:created>
  <dcterms:modified xsi:type="dcterms:W3CDTF">2026-10-04T13:21:51Z</dcterms:modified>
</cp:coreProperties>
</file>