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652c7ecab80db5ebf53c7a06309a0a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7044" y="3258007"/>
            <a:ext cx="2600554" cy="1314907"/>
          </a:xfrm>
          <a:prstGeom prst="rect">
            <a:avLst/>
          </a:prstGeom>
        </p:spPr>
      </p:pic>
      <p:pic>
        <p:nvPicPr>
          <p:cNvPr id="3" name="Image 1" descr="gen-dedup-d1cde4f6b020cb5460b97c28168fa0b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407" y="3258007"/>
            <a:ext cx="2866644" cy="13149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KVED QJMIN040.66 ET results</a:t>
            </a:r>
            <a:endParaRPr lang="en-US" sz="2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67044" y="990295"/>
          <a:ext cx="5582412" cy="2334463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847649"/>
                <a:gridCol w="847649"/>
                <a:gridCol w="847649"/>
                <a:gridCol w="847649"/>
                <a:gridCol w="847649"/>
              </a:tblGrid>
              <a:tr h="333495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(QJMIN040_22)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QJMIN040_1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QJMIN040_13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QJMIN040_23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QJMIN040_12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49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22.31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22.24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349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349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349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3495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3495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6067044" y="4610405"/>
            <a:ext cx="55531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TopVia / airgap X-TEM (IBM) / 18nm MP FSAV Ru TEM (imec)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19302" y="990295"/>
            <a:ext cx="315193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VA Ru via 접촉 저항 개선 평가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1461211"/>
            <a:ext cx="5267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 profile (POR 대비)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677924"/>
            <a:ext cx="52678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(QJMIN040_1):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Δ-0.25/-0.20, AMI 8.6 · ACI 9.9로 POR과 근접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2110435"/>
            <a:ext cx="52678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(QJMIN040_13):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Δ+0.61/+0.66, AMI 9.3 (POR 8.8) 소폭 상향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2543861"/>
            <a:ext cx="52678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(QJMIN040_23):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Δ+1.21/+1.10로 변동 최대, AMI 9.9 · ACI 10.9로 전 구간 +1.0~1.1 확대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2976372"/>
            <a:ext cx="52678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D (QJMIN040_12):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Δ-0.07/-0.05, AMI 8.8 · ACI 9.8로 POR과 근접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3447288"/>
            <a:ext cx="5267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3664001"/>
            <a:ext cx="5267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98/94%로 POR 동등 → 유의차 없음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3879799"/>
            <a:ext cx="5267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99/95%로 POR 동등 → 유의차 없음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4096512"/>
            <a:ext cx="5267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98/94%로 POR 동등 → 전 item POR 동등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4312310"/>
            <a:ext cx="52678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D: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54%(-42%p)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Ru line 간 bridge성 short 우세, 단면 확인 필요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4783226"/>
            <a:ext cx="5267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4999939"/>
            <a:ext cx="52678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B·Split C 는 POR 대비 전 항목 동등 → 후보 조건, Split A·Split D 는 Short 열화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71500" y="5432450"/>
            <a:ext cx="589330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D는 CMBSRP와 VCHN에서 같은 mode로 재현되어 split 기인으로 판단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571500" y="5649163"/>
            <a:ext cx="5267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D CD targeting 후 short 재확인 필요 (TEM/EDX)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71500" y="5865876"/>
            <a:ext cx="5267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TDDB / EM 결과 대기, 2 die hold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맹민준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2026-10-05T12:18:45Z</dcterms:created>
  <dcterms:modified xsi:type="dcterms:W3CDTF">2026-10-05T12:18:45Z</dcterms:modified>
</cp:coreProperties>
</file>