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48456"/>
            <a:ext cx="3457346" cy="914400"/>
          </a:xfrm>
          <a:prstGeom prst="rect">
            <a:avLst/>
          </a:prstGeom>
        </p:spPr>
      </p:pic>
      <p:pic>
        <p:nvPicPr>
          <p:cNvPr id="3" name="Image 1" descr="gen-dedup-3f66c78e35a36df79145d891fbbacbc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956" y="3648456"/>
            <a:ext cx="1218895" cy="9144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KVFG RXVMV022.6B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339882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M0 RSBM oxide HM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A(HM 24 nm) 진행 시 ATOI CD 0.5 nm 상향. pMTS 기준 BCD 0.9nm 열화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B(HM20) ATOI CD Δ+0.49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C(OxHM) ATOI CD Δ+0.49 nm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-3.8% 감소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ET 결과 CMA POR 대비 동등수준 / VMA 소폭 열화 / CMBSRP 7.8%p 열화, VCHN 2.9%p 열화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 산화·소실에 의한 Ru line bottom bridge 추정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0102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segmented etch-clean 병행 split 재평가 예정 (M0 DC 기준)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600346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Ru HAR line TEM</a:t>
            </a:r>
            <a:endParaRPr lang="en-US" sz="825" dirty="0"/>
          </a:p>
        </p:txBody>
      </p:sp>
      <p:sp>
        <p:nvSpPr>
          <p:cNvPr id="17" name="Text 13"/>
          <p:cNvSpPr txBox="1"/>
          <p:nvPr/>
        </p:nvSpPr>
        <p:spPr>
          <a:xfrm>
            <a:off x="5810098" y="3595421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057900" y="3552444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914546"/>
          <a:ext cx="5696712" cy="2553005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+0.55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+0.45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5d8b74237d6e683fde8d0afd797c2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10305"/>
            <a:ext cx="2009851" cy="26673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RSBM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611173"/>
                <a:gridCol w="2730398"/>
                <a:gridCol w="3714293"/>
                <a:gridCol w="2765146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HM 30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HM 24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HM 20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oxide HM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(AR≈3)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420258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461358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ATOI CD wafer map</a:t>
            </a:r>
            <a:endParaRPr lang="en-US" sz="2325" dirty="0"/>
          </a:p>
        </p:txBody>
      </p:sp>
      <p:pic>
        <p:nvPicPr>
          <p:cNvPr id="3" name="Image 0" descr="gen-dedup-a02a65f9e1879dea816cc4d5296f724b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685800" y="1181405"/>
            <a:ext cx="2590495" cy="3105302"/>
          </a:xfrm>
          <a:prstGeom prst="rect">
            <a:avLst/>
          </a:prstGeom>
        </p:spPr>
      </p:pic>
      <p:pic>
        <p:nvPicPr>
          <p:cNvPr id="4" name="Image 1" descr="gen-dedup-879dc615b2cbca56887b5431d138076f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3429000" y="1181405"/>
            <a:ext cx="2590495" cy="3105302"/>
          </a:xfrm>
          <a:prstGeom prst="rect">
            <a:avLst/>
          </a:prstGeom>
        </p:spPr>
      </p:pic>
      <p:pic>
        <p:nvPicPr>
          <p:cNvPr id="5" name="Image 2" descr="gen-dedup-e8381c07cca96fedfbc9c4ba7ec52286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172200" y="1181405"/>
            <a:ext cx="2590495" cy="3105302"/>
          </a:xfrm>
          <a:prstGeom prst="rect">
            <a:avLst/>
          </a:prstGeom>
        </p:spPr>
      </p:pic>
      <p:pic>
        <p:nvPicPr>
          <p:cNvPr id="6" name="Image 3" descr="gen-dedup-c29be6e2151570dbe148aeb6872ad8e0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8915400" y="1181405"/>
            <a:ext cx="2590495" cy="31053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Δ+0.48 nm, edge 영역 편차 확대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ATOI CD POR 대비 Δ+0.49 nm, edge 영역 편차 확대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ATOI CD POR 대비 Δ+0.49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Line Rs / Via Rc cumulative distribution</a:t>
            </a:r>
            <a:endParaRPr lang="en-US" sz="2325" dirty="0"/>
          </a:p>
        </p:txBody>
      </p:sp>
      <p:pic>
        <p:nvPicPr>
          <p:cNvPr id="3" name="Image 0" descr="gen-dedup-522df7ad164594888b36c8cd40982bd8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7be4de979b961cfaf28726d54b502c85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-3.8% / Via Rc -0.0%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-4.7% / Via Rc -0.4% (median, POR 대비)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04235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Line Rs -4.4% / Via Rc -0.8%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143354"/>
        </p:xfrm>
        <a:graphic>
          <a:graphicData uri="http://schemas.openxmlformats.org/drawingml/2006/table">
            <a:tbl>
              <a:tblPr/>
              <a:tblGrid>
                <a:gridCol w="1741018"/>
                <a:gridCol w="1506931"/>
                <a:gridCol w="1128370"/>
                <a:gridCol w="949147"/>
                <a:gridCol w="960120"/>
              </a:tblGrid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88.2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89.8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92.4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88.5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89.9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21f7fafc3924df8608a9708a66a2ef9a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CMA POR 대비 동등수준 / VMA 소폭 열화 / CMBSRP 7.8%p 열화, VCHN 2.9%p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VCHN/CMA POR 대비 동등수준 / VMA 소폭 열화 / CMBSRP 8.3%p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VCHN/CMA POR 대비 동등수준 / VMA 소폭 열화 / CMBSRP 6.9%p 열화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Line Rs by wafer</a:t>
            </a:r>
            <a:endParaRPr lang="en-US" sz="2325" dirty="0"/>
          </a:p>
        </p:txBody>
      </p:sp>
      <p:pic>
        <p:nvPicPr>
          <p:cNvPr id="3" name="Image 0" descr="gen-dedup-f1f8c1b8790e935a40b74c29c64a8d66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833.4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801.9 (-3.8%)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794.0 (-4.7%)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797.0 (-4.4%)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2026-10-04T13:25:23Z</dcterms:created>
  <dcterms:modified xsi:type="dcterms:W3CDTF">2026-10-04T13:25:23Z</dcterms:modified>
</cp:coreProperties>
</file>