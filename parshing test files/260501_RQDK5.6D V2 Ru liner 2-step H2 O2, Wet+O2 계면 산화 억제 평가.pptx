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die yield by split</a:t>
            </a:r>
            <a:endParaRPr lang="en-US" sz="2100" dirty="0"/>
          </a:p>
        </p:txBody>
      </p:sp>
      <p:pic>
        <p:nvPicPr>
          <p:cNvPr id="3" name="Image 0" descr="gen-dedup-ffe55c298ba6944ae63e7e28361a33cb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100%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98%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96%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99%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246522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97%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손현우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3305556" cy="2952598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51" y="1067105"/>
            <a:ext cx="6353251" cy="2952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fail die 단면 분석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4058107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 DD trench/via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44384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void / residue 미관찰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46981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profile 차이 미미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495696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RQDK5_14 (2-step H2/O2)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손현우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7629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(RQUQ0_16)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손현우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Line Rs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46.75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46.87 (+0.3%)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median 46.56 (-0.4%)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47.03 (+0.6%)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median 46.42 (-0.7%)</a:t>
            </a:r>
            <a:endParaRPr lang="en-US" sz="1275" dirty="0"/>
          </a:p>
        </p:txBody>
      </p:sp>
      <p:pic>
        <p:nvPicPr>
          <p:cNvPr id="8" name="Image 0" descr="gen-dedup-3b1b17151122a8ffe55046d4a972a14e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손현우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060d6e5dfb31e2b6e6fcc291a150d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133856" cy="571500"/>
          </a:xfrm>
          <a:prstGeom prst="rect">
            <a:avLst/>
          </a:prstGeom>
        </p:spPr>
      </p:pic>
      <p:pic>
        <p:nvPicPr>
          <p:cNvPr id="3" name="Image 1" descr="gen-dedup-bb44c150fc71b05eac1e25834a6dd8d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952805"/>
            <a:ext cx="2018995" cy="571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RQDK5.6D ET results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8867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24056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(RQUQ0_16)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RQDK5_14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RQDK5_21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10.1/10.0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10.2/9.9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1561795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금속/Ru 계면 산화막 TEM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94380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790956" y="3943807"/>
            <a:ext cx="42007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Ru liner 2-step H2/O2, Wet+O2 계면 산화 억제 평가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11205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790956" y="4112057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30865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split, POR 대비)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476902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(RQDK5_14):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Δ+0.04, AMI 8.5 · ACI 8.8로 POR과 근접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6460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 (RQDK5_24):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Δ+0.06, AMI 8.5 · ACI 8.8로 POR과 근접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81431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(RQDK5_2):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Δ+0.05, AMI 8.5 · ACI 8.7로 POR과 근접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9825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 (RQDK5_21):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Δ+0.16로 변동 최대, AMI 8.4 · ACI 8.9로 POR과 근접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18007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5348326"/>
            <a:ext cx="7008876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39.9Ω(-29%)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98/99%로 POR 동등,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95%(-4%p)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516575"/>
            <a:ext cx="697961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55.4Ω(-2%), CMBSRP 97/98%로 POR 동등, VCHN 96/98%로 POR 동등 → 전 item POR 동등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684825"/>
            <a:ext cx="73536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43.1Ω(-24%), CMBSRP 99/99%로 POR 동등,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853989"/>
            <a:ext cx="73536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46.2Ω(-18%),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97/98%로 POR 동등 → 전 item POR 동등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3972154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7524598" y="4140403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- 2-step H2/O2·Wet+O2·2-step H2/O2·2-step H2/O2 는 POR 대비 전 항목 동등 → 후보 조건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4476902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추가 1 lot 모니터링 후 전환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464606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HMDS 처리 split 은 접촉각 80~88° 회복 여부 별도 확인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7524598" y="481431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TiN/SiN dual HM 잔막 두께 inline 확인</a:t>
            </a:r>
            <a:endParaRPr lang="en-US" sz="975" dirty="0"/>
          </a:p>
        </p:txBody>
      </p:sp>
      <p:sp>
        <p:nvSpPr>
          <p:cNvPr id="26" name="Text 21"/>
          <p:cNvSpPr txBox="1"/>
          <p:nvPr/>
        </p:nvSpPr>
        <p:spPr>
          <a:xfrm>
            <a:off x="7524598" y="498256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bottom Ta 잔류 여부 STEM-EELS 확인 예정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손현우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2026-10-05T10:10:49Z</dcterms:created>
  <dcterms:modified xsi:type="dcterms:W3CDTF">2026-10-05T10:10:49Z</dcterms:modified>
</cp:coreProperties>
</file>